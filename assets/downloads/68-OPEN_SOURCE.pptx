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60" r:id="rId3"/>
    <p:sldId id="262" r:id="rId4"/>
    <p:sldId id="261" r:id="rId5"/>
    <p:sldId id="263" r:id="rId6"/>
    <p:sldId id="264" r:id="rId7"/>
    <p:sldId id="265" r:id="rId8"/>
    <p:sldId id="257" r:id="rId9"/>
    <p:sldId id="267" r:id="rId10"/>
    <p:sldId id="258" r:id="rId11"/>
    <p:sldId id="259" r:id="rId12"/>
    <p:sldId id="268" r:id="rId13"/>
    <p:sldId id="266" r:id="rId14"/>
    <p:sldId id="269" r:id="rId15"/>
    <p:sldId id="270" r:id="rId16"/>
    <p:sldId id="272" r:id="rId17"/>
    <p:sldId id="271" r:id="rId18"/>
    <p:sldId id="274" r:id="rId19"/>
    <p:sldId id="273" r:id="rId20"/>
    <p:sldId id="275" r:id="rId21"/>
    <p:sldId id="276" r:id="rId22"/>
    <p:sldId id="277" r:id="rId23"/>
    <p:sldId id="280" r:id="rId24"/>
    <p:sldId id="278" r:id="rId25"/>
    <p:sldId id="279" r:id="rId26"/>
    <p:sldId id="281" r:id="rId27"/>
    <p:sldId id="282" r:id="rId28"/>
    <p:sldId id="283" r:id="rId29"/>
    <p:sldId id="284" r:id="rId30"/>
    <p:sldId id="285" r:id="rId31"/>
    <p:sldId id="286" r:id="rId32"/>
    <p:sldId id="287" r:id="rId3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AF84DE5-AB21-46C1-B834-CC7980004B01}">
          <p14:sldIdLst>
            <p14:sldId id="256"/>
            <p14:sldId id="260"/>
            <p14:sldId id="262"/>
            <p14:sldId id="261"/>
            <p14:sldId id="263"/>
            <p14:sldId id="264"/>
            <p14:sldId id="265"/>
            <p14:sldId id="257"/>
            <p14:sldId id="267"/>
            <p14:sldId id="258"/>
            <p14:sldId id="259"/>
            <p14:sldId id="268"/>
            <p14:sldId id="266"/>
            <p14:sldId id="269"/>
            <p14:sldId id="270"/>
            <p14:sldId id="272"/>
            <p14:sldId id="271"/>
            <p14:sldId id="274"/>
            <p14:sldId id="273"/>
            <p14:sldId id="275"/>
            <p14:sldId id="276"/>
            <p14:sldId id="277"/>
            <p14:sldId id="280"/>
            <p14:sldId id="278"/>
            <p14:sldId id="279"/>
            <p14:sldId id="281"/>
            <p14:sldId id="282"/>
            <p14:sldId id="283"/>
            <p14:sldId id="284"/>
            <p14:sldId id="285"/>
            <p14:sldId id="286"/>
          </p14:sldIdLst>
        </p14:section>
        <p14:section name="Untitled Section" id="{BCD2A102-BC89-4A1C-83ED-4C9CB3482724}">
          <p14:sldIdLst>
            <p14:sldId id="28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3" autoAdjust="0"/>
    <p:restoredTop sz="94660"/>
  </p:normalViewPr>
  <p:slideViewPr>
    <p:cSldViewPr snapToGrid="0">
      <p:cViewPr varScale="1">
        <p:scale>
          <a:sx n="80" d="100"/>
          <a:sy n="80" d="100"/>
        </p:scale>
        <p:origin x="5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2DAD3C-683A-41CB-9E28-712F68F18929}"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fr-FR"/>
        </a:p>
      </dgm:t>
    </dgm:pt>
    <dgm:pt modelId="{A5BA9065-97FF-430D-969E-4E30791E53A7}">
      <dgm:prSet phldrT="[Text]"/>
      <dgm:spPr/>
      <dgm:t>
        <a:bodyPr/>
        <a:lstStyle/>
        <a:p>
          <a:pPr>
            <a:buNone/>
          </a:pPr>
          <a:r>
            <a:rPr lang="fr-FR" dirty="0">
              <a:latin typeface="Cambria" panose="02040503050406030204" pitchFamily="18" charset="0"/>
              <a:ea typeface="Cambria" panose="02040503050406030204" pitchFamily="18" charset="0"/>
            </a:rPr>
            <a:t>Logiciel Libre vs Open Source</a:t>
          </a:r>
        </a:p>
      </dgm:t>
    </dgm:pt>
    <dgm:pt modelId="{27490618-8DCB-4A32-B140-094CB67DBD76}" type="parTrans" cxnId="{D43286CE-53C3-427A-A9F8-8E731D2F8966}">
      <dgm:prSet/>
      <dgm:spPr/>
      <dgm:t>
        <a:bodyPr/>
        <a:lstStyle/>
        <a:p>
          <a:endParaRPr lang="fr-FR">
            <a:latin typeface="Cambria" panose="02040503050406030204" pitchFamily="18" charset="0"/>
            <a:ea typeface="Cambria" panose="02040503050406030204" pitchFamily="18" charset="0"/>
          </a:endParaRPr>
        </a:p>
      </dgm:t>
    </dgm:pt>
    <dgm:pt modelId="{F6861AB3-8C03-4667-9FB0-945A6F614E48}" type="sibTrans" cxnId="{D43286CE-53C3-427A-A9F8-8E731D2F8966}">
      <dgm:prSet/>
      <dgm:spPr/>
      <dgm:t>
        <a:bodyPr/>
        <a:lstStyle/>
        <a:p>
          <a:endParaRPr lang="fr-FR">
            <a:latin typeface="Cambria" panose="02040503050406030204" pitchFamily="18" charset="0"/>
            <a:ea typeface="Cambria" panose="02040503050406030204" pitchFamily="18" charset="0"/>
          </a:endParaRPr>
        </a:p>
      </dgm:t>
    </dgm:pt>
    <dgm:pt modelId="{2B05DC62-A820-4326-B142-4CCE727F4238}">
      <dgm:prSet phldrT="[Text]"/>
      <dgm:spPr/>
      <dgm:t>
        <a:bodyPr/>
        <a:lstStyle/>
        <a:p>
          <a:r>
            <a:rPr lang="fr-FR" dirty="0">
              <a:latin typeface="Cambria" panose="02040503050406030204" pitchFamily="18" charset="0"/>
              <a:ea typeface="Cambria" panose="02040503050406030204" pitchFamily="18" charset="0"/>
            </a:rPr>
            <a:t>1</a:t>
          </a:r>
        </a:p>
      </dgm:t>
    </dgm:pt>
    <dgm:pt modelId="{516C3BD9-5D0D-4390-9588-68348A2A476E}" type="parTrans" cxnId="{A95AD0CA-D1C6-48B6-9C1A-710B0EB4D057}">
      <dgm:prSet/>
      <dgm:spPr/>
      <dgm:t>
        <a:bodyPr/>
        <a:lstStyle/>
        <a:p>
          <a:endParaRPr lang="fr-FR">
            <a:latin typeface="Cambria" panose="02040503050406030204" pitchFamily="18" charset="0"/>
            <a:ea typeface="Cambria" panose="02040503050406030204" pitchFamily="18" charset="0"/>
          </a:endParaRPr>
        </a:p>
      </dgm:t>
    </dgm:pt>
    <dgm:pt modelId="{933400C2-BE04-440C-B250-0B067B42632A}" type="sibTrans" cxnId="{A95AD0CA-D1C6-48B6-9C1A-710B0EB4D057}">
      <dgm:prSet/>
      <dgm:spPr/>
      <dgm:t>
        <a:bodyPr/>
        <a:lstStyle/>
        <a:p>
          <a:endParaRPr lang="fr-FR">
            <a:latin typeface="Cambria" panose="02040503050406030204" pitchFamily="18" charset="0"/>
            <a:ea typeface="Cambria" panose="02040503050406030204" pitchFamily="18" charset="0"/>
          </a:endParaRPr>
        </a:p>
      </dgm:t>
    </dgm:pt>
    <dgm:pt modelId="{BFC250B5-D7EF-43B7-B4BD-AE4F01B9420D}">
      <dgm:prSet phldrT="[Text]"/>
      <dgm:spPr/>
      <dgm:t>
        <a:bodyPr/>
        <a:lstStyle/>
        <a:p>
          <a:r>
            <a:rPr lang="fr-FR" dirty="0">
              <a:latin typeface="Cambria" panose="02040503050406030204" pitchFamily="18" charset="0"/>
              <a:ea typeface="Cambria" panose="02040503050406030204" pitchFamily="18" charset="0"/>
            </a:rPr>
            <a:t>2</a:t>
          </a:r>
        </a:p>
      </dgm:t>
    </dgm:pt>
    <dgm:pt modelId="{7E044180-0688-4805-94C6-ED0091552D8D}" type="parTrans" cxnId="{ADD4D763-D05A-4223-B4E3-E58B0DBA3FF0}">
      <dgm:prSet/>
      <dgm:spPr/>
      <dgm:t>
        <a:bodyPr/>
        <a:lstStyle/>
        <a:p>
          <a:endParaRPr lang="fr-FR">
            <a:latin typeface="Cambria" panose="02040503050406030204" pitchFamily="18" charset="0"/>
            <a:ea typeface="Cambria" panose="02040503050406030204" pitchFamily="18" charset="0"/>
          </a:endParaRPr>
        </a:p>
      </dgm:t>
    </dgm:pt>
    <dgm:pt modelId="{8C675437-998A-41AD-BAE4-940C8DE1F8EF}" type="sibTrans" cxnId="{ADD4D763-D05A-4223-B4E3-E58B0DBA3FF0}">
      <dgm:prSet/>
      <dgm:spPr/>
      <dgm:t>
        <a:bodyPr/>
        <a:lstStyle/>
        <a:p>
          <a:endParaRPr lang="fr-FR">
            <a:latin typeface="Cambria" panose="02040503050406030204" pitchFamily="18" charset="0"/>
            <a:ea typeface="Cambria" panose="02040503050406030204" pitchFamily="18" charset="0"/>
          </a:endParaRPr>
        </a:p>
      </dgm:t>
    </dgm:pt>
    <dgm:pt modelId="{41A6C984-39FE-4173-9EB4-575EAC8745C0}">
      <dgm:prSet phldrT="[Text]"/>
      <dgm:spPr/>
      <dgm:t>
        <a:bodyPr/>
        <a:lstStyle/>
        <a:p>
          <a:pPr>
            <a:buNone/>
          </a:pPr>
          <a:r>
            <a:rPr lang="fr-FR" dirty="0">
              <a:latin typeface="Cambria" panose="02040503050406030204" pitchFamily="18" charset="0"/>
              <a:ea typeface="Cambria" panose="02040503050406030204" pitchFamily="18" charset="0"/>
            </a:rPr>
            <a:t>Importance et Enjeux</a:t>
          </a:r>
        </a:p>
      </dgm:t>
    </dgm:pt>
    <dgm:pt modelId="{E81104DE-3FBF-4038-8261-C09DA9C17685}" type="parTrans" cxnId="{B0BDEF54-C921-4757-B30C-F4B7CC8DD3DE}">
      <dgm:prSet/>
      <dgm:spPr/>
      <dgm:t>
        <a:bodyPr/>
        <a:lstStyle/>
        <a:p>
          <a:endParaRPr lang="fr-FR">
            <a:latin typeface="Cambria" panose="02040503050406030204" pitchFamily="18" charset="0"/>
            <a:ea typeface="Cambria" panose="02040503050406030204" pitchFamily="18" charset="0"/>
          </a:endParaRPr>
        </a:p>
      </dgm:t>
    </dgm:pt>
    <dgm:pt modelId="{85DB9106-FA48-4A3B-A909-083FC14BEAA8}" type="sibTrans" cxnId="{B0BDEF54-C921-4757-B30C-F4B7CC8DD3DE}">
      <dgm:prSet/>
      <dgm:spPr/>
      <dgm:t>
        <a:bodyPr/>
        <a:lstStyle/>
        <a:p>
          <a:endParaRPr lang="fr-FR">
            <a:latin typeface="Cambria" panose="02040503050406030204" pitchFamily="18" charset="0"/>
            <a:ea typeface="Cambria" panose="02040503050406030204" pitchFamily="18" charset="0"/>
          </a:endParaRPr>
        </a:p>
      </dgm:t>
    </dgm:pt>
    <dgm:pt modelId="{4599F508-4DCB-4095-AC7A-2BBAA302DE59}">
      <dgm:prSet phldrT="[Text]"/>
      <dgm:spPr/>
      <dgm:t>
        <a:bodyPr/>
        <a:lstStyle/>
        <a:p>
          <a:r>
            <a:rPr lang="fr-FR" dirty="0">
              <a:latin typeface="Cambria" panose="02040503050406030204" pitchFamily="18" charset="0"/>
              <a:ea typeface="Cambria" panose="02040503050406030204" pitchFamily="18" charset="0"/>
            </a:rPr>
            <a:t>3</a:t>
          </a:r>
        </a:p>
      </dgm:t>
    </dgm:pt>
    <dgm:pt modelId="{6357CAE7-E875-4E34-BE91-D021C7BA8BF7}" type="parTrans" cxnId="{83641B98-3E8A-41EF-86A7-A64BFB2CED5D}">
      <dgm:prSet/>
      <dgm:spPr/>
      <dgm:t>
        <a:bodyPr/>
        <a:lstStyle/>
        <a:p>
          <a:endParaRPr lang="fr-FR">
            <a:latin typeface="Cambria" panose="02040503050406030204" pitchFamily="18" charset="0"/>
            <a:ea typeface="Cambria" panose="02040503050406030204" pitchFamily="18" charset="0"/>
          </a:endParaRPr>
        </a:p>
      </dgm:t>
    </dgm:pt>
    <dgm:pt modelId="{47AC2DD5-BB0F-4CD7-8435-BF5D96FC2E7D}" type="sibTrans" cxnId="{83641B98-3E8A-41EF-86A7-A64BFB2CED5D}">
      <dgm:prSet/>
      <dgm:spPr/>
      <dgm:t>
        <a:bodyPr/>
        <a:lstStyle/>
        <a:p>
          <a:endParaRPr lang="fr-FR">
            <a:latin typeface="Cambria" panose="02040503050406030204" pitchFamily="18" charset="0"/>
            <a:ea typeface="Cambria" panose="02040503050406030204" pitchFamily="18" charset="0"/>
          </a:endParaRPr>
        </a:p>
      </dgm:t>
    </dgm:pt>
    <dgm:pt modelId="{3C9C11C7-5319-4494-8F2A-12CCEDE3AEEC}">
      <dgm:prSet phldrT="[Text]"/>
      <dgm:spPr/>
      <dgm:t>
        <a:bodyPr/>
        <a:lstStyle/>
        <a:p>
          <a:pPr>
            <a:buNone/>
          </a:pPr>
          <a:r>
            <a:rPr lang="fr-FR" dirty="0">
              <a:latin typeface="Cambria" panose="02040503050406030204" pitchFamily="18" charset="0"/>
              <a:ea typeface="Cambria" panose="02040503050406030204" pitchFamily="18" charset="0"/>
            </a:rPr>
            <a:t>Applications concrètes et bonnes pratiques</a:t>
          </a:r>
        </a:p>
      </dgm:t>
    </dgm:pt>
    <dgm:pt modelId="{DDE1B954-19CC-4E85-BE01-DA6072B2B038}" type="parTrans" cxnId="{BB4A08EB-5220-4AA1-91FB-8A491BFCD134}">
      <dgm:prSet/>
      <dgm:spPr/>
      <dgm:t>
        <a:bodyPr/>
        <a:lstStyle/>
        <a:p>
          <a:endParaRPr lang="fr-FR">
            <a:latin typeface="Cambria" panose="02040503050406030204" pitchFamily="18" charset="0"/>
            <a:ea typeface="Cambria" panose="02040503050406030204" pitchFamily="18" charset="0"/>
          </a:endParaRPr>
        </a:p>
      </dgm:t>
    </dgm:pt>
    <dgm:pt modelId="{AEB33511-3369-4C2B-BA5E-05481B76D1EB}" type="sibTrans" cxnId="{BB4A08EB-5220-4AA1-91FB-8A491BFCD134}">
      <dgm:prSet/>
      <dgm:spPr/>
      <dgm:t>
        <a:bodyPr/>
        <a:lstStyle/>
        <a:p>
          <a:endParaRPr lang="fr-FR">
            <a:latin typeface="Cambria" panose="02040503050406030204" pitchFamily="18" charset="0"/>
            <a:ea typeface="Cambria" panose="02040503050406030204" pitchFamily="18" charset="0"/>
          </a:endParaRPr>
        </a:p>
      </dgm:t>
    </dgm:pt>
    <dgm:pt modelId="{CE44C2B5-A35F-47EC-BD18-2E8AC44D5A1A}">
      <dgm:prSet phldrT="[Text]"/>
      <dgm:spPr/>
      <dgm:t>
        <a:bodyPr/>
        <a:lstStyle/>
        <a:p>
          <a:r>
            <a:rPr lang="fr-FR" dirty="0">
              <a:latin typeface="Cambria" panose="02040503050406030204" pitchFamily="18" charset="0"/>
              <a:ea typeface="Cambria" panose="02040503050406030204" pitchFamily="18" charset="0"/>
            </a:rPr>
            <a:t>4</a:t>
          </a:r>
        </a:p>
      </dgm:t>
    </dgm:pt>
    <dgm:pt modelId="{B746CD73-8FC9-469B-A1FC-7761CBD91D0F}" type="parTrans" cxnId="{1D2A939D-B389-42ED-8D64-13AE15DCA3E0}">
      <dgm:prSet/>
      <dgm:spPr/>
      <dgm:t>
        <a:bodyPr/>
        <a:lstStyle/>
        <a:p>
          <a:endParaRPr lang="fr-FR">
            <a:latin typeface="Cambria" panose="02040503050406030204" pitchFamily="18" charset="0"/>
            <a:ea typeface="Cambria" panose="02040503050406030204" pitchFamily="18" charset="0"/>
          </a:endParaRPr>
        </a:p>
      </dgm:t>
    </dgm:pt>
    <dgm:pt modelId="{D49DF2D1-450C-4626-8A8D-1BA60BD6B856}" type="sibTrans" cxnId="{1D2A939D-B389-42ED-8D64-13AE15DCA3E0}">
      <dgm:prSet/>
      <dgm:spPr/>
      <dgm:t>
        <a:bodyPr/>
        <a:lstStyle/>
        <a:p>
          <a:endParaRPr lang="fr-FR">
            <a:latin typeface="Cambria" panose="02040503050406030204" pitchFamily="18" charset="0"/>
            <a:ea typeface="Cambria" panose="02040503050406030204" pitchFamily="18" charset="0"/>
          </a:endParaRPr>
        </a:p>
      </dgm:t>
    </dgm:pt>
    <dgm:pt modelId="{BA3EE8E6-2B39-42F8-9E45-45028F184E2D}">
      <dgm:prSet phldrT="[Text]"/>
      <dgm:spPr/>
      <dgm:t>
        <a:bodyPr/>
        <a:lstStyle/>
        <a:p>
          <a:pPr>
            <a:buNone/>
          </a:pPr>
          <a:r>
            <a:rPr lang="fr-FR" dirty="0">
              <a:latin typeface="Cambria" panose="02040503050406030204" pitchFamily="18" charset="0"/>
              <a:ea typeface="Cambria" panose="02040503050406030204" pitchFamily="18" charset="0"/>
            </a:rPr>
            <a:t>Perspectives au Cameroun</a:t>
          </a:r>
        </a:p>
      </dgm:t>
    </dgm:pt>
    <dgm:pt modelId="{8E91A12A-5EE2-4BC0-9EA1-21E6CD317256}" type="parTrans" cxnId="{89FD6CA3-AD49-4358-ABB3-B1D34A844155}">
      <dgm:prSet/>
      <dgm:spPr/>
      <dgm:t>
        <a:bodyPr/>
        <a:lstStyle/>
        <a:p>
          <a:endParaRPr lang="fr-FR">
            <a:latin typeface="Cambria" panose="02040503050406030204" pitchFamily="18" charset="0"/>
            <a:ea typeface="Cambria" panose="02040503050406030204" pitchFamily="18" charset="0"/>
          </a:endParaRPr>
        </a:p>
      </dgm:t>
    </dgm:pt>
    <dgm:pt modelId="{E6367684-3A26-4EF8-9A7D-919A82DCC84A}" type="sibTrans" cxnId="{89FD6CA3-AD49-4358-ABB3-B1D34A844155}">
      <dgm:prSet/>
      <dgm:spPr/>
      <dgm:t>
        <a:bodyPr/>
        <a:lstStyle/>
        <a:p>
          <a:endParaRPr lang="fr-FR">
            <a:latin typeface="Cambria" panose="02040503050406030204" pitchFamily="18" charset="0"/>
            <a:ea typeface="Cambria" panose="02040503050406030204" pitchFamily="18" charset="0"/>
          </a:endParaRPr>
        </a:p>
      </dgm:t>
    </dgm:pt>
    <dgm:pt modelId="{241CC0C7-B702-443A-9B34-1D872E8BBEE3}" type="pres">
      <dgm:prSet presAssocID="{E62DAD3C-683A-41CB-9E28-712F68F18929}" presName="linearFlow" presStyleCnt="0">
        <dgm:presLayoutVars>
          <dgm:dir/>
          <dgm:animLvl val="lvl"/>
          <dgm:resizeHandles val="exact"/>
        </dgm:presLayoutVars>
      </dgm:prSet>
      <dgm:spPr/>
    </dgm:pt>
    <dgm:pt modelId="{0DBEB80C-1C8E-498C-BC07-41A13FBDFE4A}" type="pres">
      <dgm:prSet presAssocID="{2B05DC62-A820-4326-B142-4CCE727F4238}" presName="composite" presStyleCnt="0"/>
      <dgm:spPr/>
    </dgm:pt>
    <dgm:pt modelId="{B2E607A5-B3D4-4F26-8B1F-277CD483A7F1}" type="pres">
      <dgm:prSet presAssocID="{2B05DC62-A820-4326-B142-4CCE727F4238}" presName="parentText" presStyleLbl="alignNode1" presStyleIdx="0" presStyleCnt="4">
        <dgm:presLayoutVars>
          <dgm:chMax val="1"/>
          <dgm:bulletEnabled val="1"/>
        </dgm:presLayoutVars>
      </dgm:prSet>
      <dgm:spPr/>
    </dgm:pt>
    <dgm:pt modelId="{68E1F133-9DAE-4A19-8A25-261FB63B4403}" type="pres">
      <dgm:prSet presAssocID="{2B05DC62-A820-4326-B142-4CCE727F4238}" presName="descendantText" presStyleLbl="alignAcc1" presStyleIdx="0" presStyleCnt="4" custLinFactNeighborX="0">
        <dgm:presLayoutVars>
          <dgm:bulletEnabled val="1"/>
        </dgm:presLayoutVars>
      </dgm:prSet>
      <dgm:spPr/>
    </dgm:pt>
    <dgm:pt modelId="{28FA9AF2-2937-4F1B-8C37-33C0F998EA06}" type="pres">
      <dgm:prSet presAssocID="{933400C2-BE04-440C-B250-0B067B42632A}" presName="sp" presStyleCnt="0"/>
      <dgm:spPr/>
    </dgm:pt>
    <dgm:pt modelId="{3E8E7560-4801-41DE-91AB-3DBCAE2EB01F}" type="pres">
      <dgm:prSet presAssocID="{BFC250B5-D7EF-43B7-B4BD-AE4F01B9420D}" presName="composite" presStyleCnt="0"/>
      <dgm:spPr/>
    </dgm:pt>
    <dgm:pt modelId="{F131C0C9-14EC-46B7-82C5-219798579497}" type="pres">
      <dgm:prSet presAssocID="{BFC250B5-D7EF-43B7-B4BD-AE4F01B9420D}" presName="parentText" presStyleLbl="alignNode1" presStyleIdx="1" presStyleCnt="4">
        <dgm:presLayoutVars>
          <dgm:chMax val="1"/>
          <dgm:bulletEnabled val="1"/>
        </dgm:presLayoutVars>
      </dgm:prSet>
      <dgm:spPr/>
    </dgm:pt>
    <dgm:pt modelId="{24BC295C-8A56-4CE3-85ED-DC2C4A0C65FA}" type="pres">
      <dgm:prSet presAssocID="{BFC250B5-D7EF-43B7-B4BD-AE4F01B9420D}" presName="descendantText" presStyleLbl="alignAcc1" presStyleIdx="1" presStyleCnt="4" custLinFactNeighborX="0">
        <dgm:presLayoutVars>
          <dgm:bulletEnabled val="1"/>
        </dgm:presLayoutVars>
      </dgm:prSet>
      <dgm:spPr/>
    </dgm:pt>
    <dgm:pt modelId="{DF654A63-F91F-414F-A7E0-C174C132A36D}" type="pres">
      <dgm:prSet presAssocID="{8C675437-998A-41AD-BAE4-940C8DE1F8EF}" presName="sp" presStyleCnt="0"/>
      <dgm:spPr/>
    </dgm:pt>
    <dgm:pt modelId="{4D13F328-81A9-4D2C-A697-79AF1BE06F95}" type="pres">
      <dgm:prSet presAssocID="{4599F508-4DCB-4095-AC7A-2BBAA302DE59}" presName="composite" presStyleCnt="0"/>
      <dgm:spPr/>
    </dgm:pt>
    <dgm:pt modelId="{22CE0B53-7208-47A7-ADFC-592B8EB93376}" type="pres">
      <dgm:prSet presAssocID="{4599F508-4DCB-4095-AC7A-2BBAA302DE59}" presName="parentText" presStyleLbl="alignNode1" presStyleIdx="2" presStyleCnt="4">
        <dgm:presLayoutVars>
          <dgm:chMax val="1"/>
          <dgm:bulletEnabled val="1"/>
        </dgm:presLayoutVars>
      </dgm:prSet>
      <dgm:spPr/>
    </dgm:pt>
    <dgm:pt modelId="{16F70EEB-5A88-49D3-9F85-C80C6279F690}" type="pres">
      <dgm:prSet presAssocID="{4599F508-4DCB-4095-AC7A-2BBAA302DE59}" presName="descendantText" presStyleLbl="alignAcc1" presStyleIdx="2" presStyleCnt="4" custLinFactNeighborX="0">
        <dgm:presLayoutVars>
          <dgm:bulletEnabled val="1"/>
        </dgm:presLayoutVars>
      </dgm:prSet>
      <dgm:spPr/>
    </dgm:pt>
    <dgm:pt modelId="{7213A0C8-B1D4-4A2A-8D61-08C2693D0300}" type="pres">
      <dgm:prSet presAssocID="{47AC2DD5-BB0F-4CD7-8435-BF5D96FC2E7D}" presName="sp" presStyleCnt="0"/>
      <dgm:spPr/>
    </dgm:pt>
    <dgm:pt modelId="{43B4D42A-9617-4599-B800-E5F8B3ABA1B3}" type="pres">
      <dgm:prSet presAssocID="{CE44C2B5-A35F-47EC-BD18-2E8AC44D5A1A}" presName="composite" presStyleCnt="0"/>
      <dgm:spPr/>
    </dgm:pt>
    <dgm:pt modelId="{2D38E172-C2D2-42A0-8CC6-620B503FCF62}" type="pres">
      <dgm:prSet presAssocID="{CE44C2B5-A35F-47EC-BD18-2E8AC44D5A1A}" presName="parentText" presStyleLbl="alignNode1" presStyleIdx="3" presStyleCnt="4">
        <dgm:presLayoutVars>
          <dgm:chMax val="1"/>
          <dgm:bulletEnabled val="1"/>
        </dgm:presLayoutVars>
      </dgm:prSet>
      <dgm:spPr/>
    </dgm:pt>
    <dgm:pt modelId="{52DACF64-8930-47FD-ABED-F16A1DE2073C}" type="pres">
      <dgm:prSet presAssocID="{CE44C2B5-A35F-47EC-BD18-2E8AC44D5A1A}" presName="descendantText" presStyleLbl="alignAcc1" presStyleIdx="3" presStyleCnt="4" custLinFactNeighborY="0">
        <dgm:presLayoutVars>
          <dgm:bulletEnabled val="1"/>
        </dgm:presLayoutVars>
      </dgm:prSet>
      <dgm:spPr/>
    </dgm:pt>
  </dgm:ptLst>
  <dgm:cxnLst>
    <dgm:cxn modelId="{72A07140-EDD9-46E9-B824-4676969BBC33}" type="presOf" srcId="{2B05DC62-A820-4326-B142-4CCE727F4238}" destId="{B2E607A5-B3D4-4F26-8B1F-277CD483A7F1}" srcOrd="0" destOrd="0" presId="urn:microsoft.com/office/officeart/2005/8/layout/chevron2"/>
    <dgm:cxn modelId="{0776065E-7323-4F85-9BF0-62997F6FB7BB}" type="presOf" srcId="{BFC250B5-D7EF-43B7-B4BD-AE4F01B9420D}" destId="{F131C0C9-14EC-46B7-82C5-219798579497}" srcOrd="0" destOrd="0" presId="urn:microsoft.com/office/officeart/2005/8/layout/chevron2"/>
    <dgm:cxn modelId="{ADD4D763-D05A-4223-B4E3-E58B0DBA3FF0}" srcId="{E62DAD3C-683A-41CB-9E28-712F68F18929}" destId="{BFC250B5-D7EF-43B7-B4BD-AE4F01B9420D}" srcOrd="1" destOrd="0" parTransId="{7E044180-0688-4805-94C6-ED0091552D8D}" sibTransId="{8C675437-998A-41AD-BAE4-940C8DE1F8EF}"/>
    <dgm:cxn modelId="{721B5A4A-9921-44F4-B1BE-9DC53D1C2881}" type="presOf" srcId="{A5BA9065-97FF-430D-969E-4E30791E53A7}" destId="{68E1F133-9DAE-4A19-8A25-261FB63B4403}" srcOrd="0" destOrd="0" presId="urn:microsoft.com/office/officeart/2005/8/layout/chevron2"/>
    <dgm:cxn modelId="{6A74F94A-C01E-40B6-B2EA-971B8F880553}" type="presOf" srcId="{BA3EE8E6-2B39-42F8-9E45-45028F184E2D}" destId="{52DACF64-8930-47FD-ABED-F16A1DE2073C}" srcOrd="0" destOrd="0" presId="urn:microsoft.com/office/officeart/2005/8/layout/chevron2"/>
    <dgm:cxn modelId="{694A0B52-6FB7-4482-B4AC-BE87D4B5B257}" type="presOf" srcId="{4599F508-4DCB-4095-AC7A-2BBAA302DE59}" destId="{22CE0B53-7208-47A7-ADFC-592B8EB93376}" srcOrd="0" destOrd="0" presId="urn:microsoft.com/office/officeart/2005/8/layout/chevron2"/>
    <dgm:cxn modelId="{B0BDEF54-C921-4757-B30C-F4B7CC8DD3DE}" srcId="{BFC250B5-D7EF-43B7-B4BD-AE4F01B9420D}" destId="{41A6C984-39FE-4173-9EB4-575EAC8745C0}" srcOrd="0" destOrd="0" parTransId="{E81104DE-3FBF-4038-8261-C09DA9C17685}" sibTransId="{85DB9106-FA48-4A3B-A909-083FC14BEAA8}"/>
    <dgm:cxn modelId="{83641B98-3E8A-41EF-86A7-A64BFB2CED5D}" srcId="{E62DAD3C-683A-41CB-9E28-712F68F18929}" destId="{4599F508-4DCB-4095-AC7A-2BBAA302DE59}" srcOrd="2" destOrd="0" parTransId="{6357CAE7-E875-4E34-BE91-D021C7BA8BF7}" sibTransId="{47AC2DD5-BB0F-4CD7-8435-BF5D96FC2E7D}"/>
    <dgm:cxn modelId="{1D2A939D-B389-42ED-8D64-13AE15DCA3E0}" srcId="{E62DAD3C-683A-41CB-9E28-712F68F18929}" destId="{CE44C2B5-A35F-47EC-BD18-2E8AC44D5A1A}" srcOrd="3" destOrd="0" parTransId="{B746CD73-8FC9-469B-A1FC-7761CBD91D0F}" sibTransId="{D49DF2D1-450C-4626-8A8D-1BA60BD6B856}"/>
    <dgm:cxn modelId="{89FD6CA3-AD49-4358-ABB3-B1D34A844155}" srcId="{CE44C2B5-A35F-47EC-BD18-2E8AC44D5A1A}" destId="{BA3EE8E6-2B39-42F8-9E45-45028F184E2D}" srcOrd="0" destOrd="0" parTransId="{8E91A12A-5EE2-4BC0-9EA1-21E6CD317256}" sibTransId="{E6367684-3A26-4EF8-9A7D-919A82DCC84A}"/>
    <dgm:cxn modelId="{14A031B2-64EB-4008-8B97-D778936F7965}" type="presOf" srcId="{3C9C11C7-5319-4494-8F2A-12CCEDE3AEEC}" destId="{16F70EEB-5A88-49D3-9F85-C80C6279F690}" srcOrd="0" destOrd="0" presId="urn:microsoft.com/office/officeart/2005/8/layout/chevron2"/>
    <dgm:cxn modelId="{7DEBA6B3-9490-48D1-8FE0-77158CE3E1BF}" type="presOf" srcId="{41A6C984-39FE-4173-9EB4-575EAC8745C0}" destId="{24BC295C-8A56-4CE3-85ED-DC2C4A0C65FA}" srcOrd="0" destOrd="0" presId="urn:microsoft.com/office/officeart/2005/8/layout/chevron2"/>
    <dgm:cxn modelId="{C9BFD0C0-4070-45C8-8356-A3EEC2B9EAC5}" type="presOf" srcId="{CE44C2B5-A35F-47EC-BD18-2E8AC44D5A1A}" destId="{2D38E172-C2D2-42A0-8CC6-620B503FCF62}" srcOrd="0" destOrd="0" presId="urn:microsoft.com/office/officeart/2005/8/layout/chevron2"/>
    <dgm:cxn modelId="{6BDF7EC7-F673-43B3-8349-0C15E44055C2}" type="presOf" srcId="{E62DAD3C-683A-41CB-9E28-712F68F18929}" destId="{241CC0C7-B702-443A-9B34-1D872E8BBEE3}" srcOrd="0" destOrd="0" presId="urn:microsoft.com/office/officeart/2005/8/layout/chevron2"/>
    <dgm:cxn modelId="{A95AD0CA-D1C6-48B6-9C1A-710B0EB4D057}" srcId="{E62DAD3C-683A-41CB-9E28-712F68F18929}" destId="{2B05DC62-A820-4326-B142-4CCE727F4238}" srcOrd="0" destOrd="0" parTransId="{516C3BD9-5D0D-4390-9588-68348A2A476E}" sibTransId="{933400C2-BE04-440C-B250-0B067B42632A}"/>
    <dgm:cxn modelId="{D43286CE-53C3-427A-A9F8-8E731D2F8966}" srcId="{2B05DC62-A820-4326-B142-4CCE727F4238}" destId="{A5BA9065-97FF-430D-969E-4E30791E53A7}" srcOrd="0" destOrd="0" parTransId="{27490618-8DCB-4A32-B140-094CB67DBD76}" sibTransId="{F6861AB3-8C03-4667-9FB0-945A6F614E48}"/>
    <dgm:cxn modelId="{BB4A08EB-5220-4AA1-91FB-8A491BFCD134}" srcId="{4599F508-4DCB-4095-AC7A-2BBAA302DE59}" destId="{3C9C11C7-5319-4494-8F2A-12CCEDE3AEEC}" srcOrd="0" destOrd="0" parTransId="{DDE1B954-19CC-4E85-BE01-DA6072B2B038}" sibTransId="{AEB33511-3369-4C2B-BA5E-05481B76D1EB}"/>
    <dgm:cxn modelId="{04222D47-9603-4508-BE58-D81AFECB91B5}" type="presParOf" srcId="{241CC0C7-B702-443A-9B34-1D872E8BBEE3}" destId="{0DBEB80C-1C8E-498C-BC07-41A13FBDFE4A}" srcOrd="0" destOrd="0" presId="urn:microsoft.com/office/officeart/2005/8/layout/chevron2"/>
    <dgm:cxn modelId="{C69FC301-8261-4B2B-AD0A-FAE5A3A46F4E}" type="presParOf" srcId="{0DBEB80C-1C8E-498C-BC07-41A13FBDFE4A}" destId="{B2E607A5-B3D4-4F26-8B1F-277CD483A7F1}" srcOrd="0" destOrd="0" presId="urn:microsoft.com/office/officeart/2005/8/layout/chevron2"/>
    <dgm:cxn modelId="{5DB4A7BD-1F70-4083-A914-EC0C5CB7A31E}" type="presParOf" srcId="{0DBEB80C-1C8E-498C-BC07-41A13FBDFE4A}" destId="{68E1F133-9DAE-4A19-8A25-261FB63B4403}" srcOrd="1" destOrd="0" presId="urn:microsoft.com/office/officeart/2005/8/layout/chevron2"/>
    <dgm:cxn modelId="{E4035BBA-3E93-4D41-8B54-8B2057795CC8}" type="presParOf" srcId="{241CC0C7-B702-443A-9B34-1D872E8BBEE3}" destId="{28FA9AF2-2937-4F1B-8C37-33C0F998EA06}" srcOrd="1" destOrd="0" presId="urn:microsoft.com/office/officeart/2005/8/layout/chevron2"/>
    <dgm:cxn modelId="{BDBA79EF-B43E-42B3-A2AC-4CF5557C3542}" type="presParOf" srcId="{241CC0C7-B702-443A-9B34-1D872E8BBEE3}" destId="{3E8E7560-4801-41DE-91AB-3DBCAE2EB01F}" srcOrd="2" destOrd="0" presId="urn:microsoft.com/office/officeart/2005/8/layout/chevron2"/>
    <dgm:cxn modelId="{72393F57-46E7-40B3-B01F-4A95E75B6683}" type="presParOf" srcId="{3E8E7560-4801-41DE-91AB-3DBCAE2EB01F}" destId="{F131C0C9-14EC-46B7-82C5-219798579497}" srcOrd="0" destOrd="0" presId="urn:microsoft.com/office/officeart/2005/8/layout/chevron2"/>
    <dgm:cxn modelId="{FE1BBDE0-6BEE-4DB6-ADE1-128D40831FCD}" type="presParOf" srcId="{3E8E7560-4801-41DE-91AB-3DBCAE2EB01F}" destId="{24BC295C-8A56-4CE3-85ED-DC2C4A0C65FA}" srcOrd="1" destOrd="0" presId="urn:microsoft.com/office/officeart/2005/8/layout/chevron2"/>
    <dgm:cxn modelId="{C0E20E0B-D525-4475-8682-D33B27B45DE4}" type="presParOf" srcId="{241CC0C7-B702-443A-9B34-1D872E8BBEE3}" destId="{DF654A63-F91F-414F-A7E0-C174C132A36D}" srcOrd="3" destOrd="0" presId="urn:microsoft.com/office/officeart/2005/8/layout/chevron2"/>
    <dgm:cxn modelId="{E27B585B-2499-4074-B7FB-0182B6369D84}" type="presParOf" srcId="{241CC0C7-B702-443A-9B34-1D872E8BBEE3}" destId="{4D13F328-81A9-4D2C-A697-79AF1BE06F95}" srcOrd="4" destOrd="0" presId="urn:microsoft.com/office/officeart/2005/8/layout/chevron2"/>
    <dgm:cxn modelId="{D644C98A-2344-4E10-AB2F-FBF572F60CB1}" type="presParOf" srcId="{4D13F328-81A9-4D2C-A697-79AF1BE06F95}" destId="{22CE0B53-7208-47A7-ADFC-592B8EB93376}" srcOrd="0" destOrd="0" presId="urn:microsoft.com/office/officeart/2005/8/layout/chevron2"/>
    <dgm:cxn modelId="{4E634AD5-1477-4E13-A1E5-1BC0FE694C55}" type="presParOf" srcId="{4D13F328-81A9-4D2C-A697-79AF1BE06F95}" destId="{16F70EEB-5A88-49D3-9F85-C80C6279F690}" srcOrd="1" destOrd="0" presId="urn:microsoft.com/office/officeart/2005/8/layout/chevron2"/>
    <dgm:cxn modelId="{0EBCA984-8663-4956-86AE-673172FBDB6C}" type="presParOf" srcId="{241CC0C7-B702-443A-9B34-1D872E8BBEE3}" destId="{7213A0C8-B1D4-4A2A-8D61-08C2693D0300}" srcOrd="5" destOrd="0" presId="urn:microsoft.com/office/officeart/2005/8/layout/chevron2"/>
    <dgm:cxn modelId="{714E95C1-DD9F-4D8E-9AA5-06CCA9DB1063}" type="presParOf" srcId="{241CC0C7-B702-443A-9B34-1D872E8BBEE3}" destId="{43B4D42A-9617-4599-B800-E5F8B3ABA1B3}" srcOrd="6" destOrd="0" presId="urn:microsoft.com/office/officeart/2005/8/layout/chevron2"/>
    <dgm:cxn modelId="{0C55C780-3F30-412D-ABD1-BC5B18309A78}" type="presParOf" srcId="{43B4D42A-9617-4599-B800-E5F8B3ABA1B3}" destId="{2D38E172-C2D2-42A0-8CC6-620B503FCF62}" srcOrd="0" destOrd="0" presId="urn:microsoft.com/office/officeart/2005/8/layout/chevron2"/>
    <dgm:cxn modelId="{D44969FE-5976-48CE-BF50-A3E8F0A70833}" type="presParOf" srcId="{43B4D42A-9617-4599-B800-E5F8B3ABA1B3}" destId="{52DACF64-8930-47FD-ABED-F16A1DE2073C}"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2DAD3C-683A-41CB-9E28-712F68F18929}"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fr-FR"/>
        </a:p>
      </dgm:t>
    </dgm:pt>
    <dgm:pt modelId="{A5BA9065-97FF-430D-969E-4E30791E53A7}">
      <dgm:prSet phldrT="[Text]"/>
      <dgm:spPr/>
      <dgm:t>
        <a:bodyPr/>
        <a:lstStyle/>
        <a:p>
          <a:pPr>
            <a:buNone/>
          </a:pPr>
          <a:r>
            <a:rPr lang="fr-FR" dirty="0">
              <a:latin typeface="Cambria" panose="02040503050406030204" pitchFamily="18" charset="0"/>
              <a:ea typeface="Cambria" panose="02040503050406030204" pitchFamily="18" charset="0"/>
            </a:rPr>
            <a:t>Logiciel Libre vs Open Source</a:t>
          </a:r>
        </a:p>
      </dgm:t>
    </dgm:pt>
    <dgm:pt modelId="{27490618-8DCB-4A32-B140-094CB67DBD76}" type="parTrans" cxnId="{D43286CE-53C3-427A-A9F8-8E731D2F8966}">
      <dgm:prSet/>
      <dgm:spPr/>
      <dgm:t>
        <a:bodyPr/>
        <a:lstStyle/>
        <a:p>
          <a:endParaRPr lang="fr-FR">
            <a:latin typeface="Cambria" panose="02040503050406030204" pitchFamily="18" charset="0"/>
            <a:ea typeface="Cambria" panose="02040503050406030204" pitchFamily="18" charset="0"/>
          </a:endParaRPr>
        </a:p>
      </dgm:t>
    </dgm:pt>
    <dgm:pt modelId="{F6861AB3-8C03-4667-9FB0-945A6F614E48}" type="sibTrans" cxnId="{D43286CE-53C3-427A-A9F8-8E731D2F8966}">
      <dgm:prSet/>
      <dgm:spPr/>
      <dgm:t>
        <a:bodyPr/>
        <a:lstStyle/>
        <a:p>
          <a:endParaRPr lang="fr-FR">
            <a:latin typeface="Cambria" panose="02040503050406030204" pitchFamily="18" charset="0"/>
            <a:ea typeface="Cambria" panose="02040503050406030204" pitchFamily="18" charset="0"/>
          </a:endParaRPr>
        </a:p>
      </dgm:t>
    </dgm:pt>
    <dgm:pt modelId="{2B05DC62-A820-4326-B142-4CCE727F4238}">
      <dgm:prSet phldrT="[Text]"/>
      <dgm:spPr/>
      <dgm:t>
        <a:bodyPr/>
        <a:lstStyle/>
        <a:p>
          <a:r>
            <a:rPr lang="fr-FR" dirty="0">
              <a:latin typeface="Cambria" panose="02040503050406030204" pitchFamily="18" charset="0"/>
              <a:ea typeface="Cambria" panose="02040503050406030204" pitchFamily="18" charset="0"/>
            </a:rPr>
            <a:t>1</a:t>
          </a:r>
        </a:p>
      </dgm:t>
    </dgm:pt>
    <dgm:pt modelId="{516C3BD9-5D0D-4390-9588-68348A2A476E}" type="parTrans" cxnId="{A95AD0CA-D1C6-48B6-9C1A-710B0EB4D057}">
      <dgm:prSet/>
      <dgm:spPr/>
      <dgm:t>
        <a:bodyPr/>
        <a:lstStyle/>
        <a:p>
          <a:endParaRPr lang="fr-FR">
            <a:latin typeface="Cambria" panose="02040503050406030204" pitchFamily="18" charset="0"/>
            <a:ea typeface="Cambria" panose="02040503050406030204" pitchFamily="18" charset="0"/>
          </a:endParaRPr>
        </a:p>
      </dgm:t>
    </dgm:pt>
    <dgm:pt modelId="{933400C2-BE04-440C-B250-0B067B42632A}" type="sibTrans" cxnId="{A95AD0CA-D1C6-48B6-9C1A-710B0EB4D057}">
      <dgm:prSet/>
      <dgm:spPr/>
      <dgm:t>
        <a:bodyPr/>
        <a:lstStyle/>
        <a:p>
          <a:endParaRPr lang="fr-FR">
            <a:latin typeface="Cambria" panose="02040503050406030204" pitchFamily="18" charset="0"/>
            <a:ea typeface="Cambria" panose="02040503050406030204" pitchFamily="18" charset="0"/>
          </a:endParaRPr>
        </a:p>
      </dgm:t>
    </dgm:pt>
    <dgm:pt modelId="{BFC250B5-D7EF-43B7-B4BD-AE4F01B9420D}">
      <dgm:prSet phldrT="[Text]"/>
      <dgm:spPr/>
      <dgm:t>
        <a:bodyPr/>
        <a:lstStyle/>
        <a:p>
          <a:r>
            <a:rPr lang="fr-FR" dirty="0">
              <a:latin typeface="Cambria" panose="02040503050406030204" pitchFamily="18" charset="0"/>
              <a:ea typeface="Cambria" panose="02040503050406030204" pitchFamily="18" charset="0"/>
            </a:rPr>
            <a:t>2</a:t>
          </a:r>
        </a:p>
      </dgm:t>
    </dgm:pt>
    <dgm:pt modelId="{7E044180-0688-4805-94C6-ED0091552D8D}" type="parTrans" cxnId="{ADD4D763-D05A-4223-B4E3-E58B0DBA3FF0}">
      <dgm:prSet/>
      <dgm:spPr/>
      <dgm:t>
        <a:bodyPr/>
        <a:lstStyle/>
        <a:p>
          <a:endParaRPr lang="fr-FR">
            <a:latin typeface="Cambria" panose="02040503050406030204" pitchFamily="18" charset="0"/>
            <a:ea typeface="Cambria" panose="02040503050406030204" pitchFamily="18" charset="0"/>
          </a:endParaRPr>
        </a:p>
      </dgm:t>
    </dgm:pt>
    <dgm:pt modelId="{8C675437-998A-41AD-BAE4-940C8DE1F8EF}" type="sibTrans" cxnId="{ADD4D763-D05A-4223-B4E3-E58B0DBA3FF0}">
      <dgm:prSet/>
      <dgm:spPr/>
      <dgm:t>
        <a:bodyPr/>
        <a:lstStyle/>
        <a:p>
          <a:endParaRPr lang="fr-FR">
            <a:latin typeface="Cambria" panose="02040503050406030204" pitchFamily="18" charset="0"/>
            <a:ea typeface="Cambria" panose="02040503050406030204" pitchFamily="18" charset="0"/>
          </a:endParaRPr>
        </a:p>
      </dgm:t>
    </dgm:pt>
    <dgm:pt modelId="{41A6C984-39FE-4173-9EB4-575EAC8745C0}">
      <dgm:prSet phldrT="[Text]"/>
      <dgm:spPr/>
      <dgm:t>
        <a:bodyPr/>
        <a:lstStyle/>
        <a:p>
          <a:pPr>
            <a:buNone/>
          </a:pPr>
          <a:r>
            <a:rPr lang="fr-FR" dirty="0">
              <a:latin typeface="Cambria" panose="02040503050406030204" pitchFamily="18" charset="0"/>
              <a:ea typeface="Cambria" panose="02040503050406030204" pitchFamily="18" charset="0"/>
            </a:rPr>
            <a:t>Importance et Enjeux</a:t>
          </a:r>
        </a:p>
      </dgm:t>
    </dgm:pt>
    <dgm:pt modelId="{E81104DE-3FBF-4038-8261-C09DA9C17685}" type="parTrans" cxnId="{B0BDEF54-C921-4757-B30C-F4B7CC8DD3DE}">
      <dgm:prSet/>
      <dgm:spPr/>
      <dgm:t>
        <a:bodyPr/>
        <a:lstStyle/>
        <a:p>
          <a:endParaRPr lang="fr-FR">
            <a:latin typeface="Cambria" panose="02040503050406030204" pitchFamily="18" charset="0"/>
            <a:ea typeface="Cambria" panose="02040503050406030204" pitchFamily="18" charset="0"/>
          </a:endParaRPr>
        </a:p>
      </dgm:t>
    </dgm:pt>
    <dgm:pt modelId="{85DB9106-FA48-4A3B-A909-083FC14BEAA8}" type="sibTrans" cxnId="{B0BDEF54-C921-4757-B30C-F4B7CC8DD3DE}">
      <dgm:prSet/>
      <dgm:spPr/>
      <dgm:t>
        <a:bodyPr/>
        <a:lstStyle/>
        <a:p>
          <a:endParaRPr lang="fr-FR">
            <a:latin typeface="Cambria" panose="02040503050406030204" pitchFamily="18" charset="0"/>
            <a:ea typeface="Cambria" panose="02040503050406030204" pitchFamily="18" charset="0"/>
          </a:endParaRPr>
        </a:p>
      </dgm:t>
    </dgm:pt>
    <dgm:pt modelId="{4599F508-4DCB-4095-AC7A-2BBAA302DE59}">
      <dgm:prSet phldrT="[Text]"/>
      <dgm:spPr/>
      <dgm:t>
        <a:bodyPr/>
        <a:lstStyle/>
        <a:p>
          <a:r>
            <a:rPr lang="fr-FR" dirty="0">
              <a:latin typeface="Cambria" panose="02040503050406030204" pitchFamily="18" charset="0"/>
              <a:ea typeface="Cambria" panose="02040503050406030204" pitchFamily="18" charset="0"/>
            </a:rPr>
            <a:t>3</a:t>
          </a:r>
        </a:p>
      </dgm:t>
    </dgm:pt>
    <dgm:pt modelId="{6357CAE7-E875-4E34-BE91-D021C7BA8BF7}" type="parTrans" cxnId="{83641B98-3E8A-41EF-86A7-A64BFB2CED5D}">
      <dgm:prSet/>
      <dgm:spPr/>
      <dgm:t>
        <a:bodyPr/>
        <a:lstStyle/>
        <a:p>
          <a:endParaRPr lang="fr-FR">
            <a:latin typeface="Cambria" panose="02040503050406030204" pitchFamily="18" charset="0"/>
            <a:ea typeface="Cambria" panose="02040503050406030204" pitchFamily="18" charset="0"/>
          </a:endParaRPr>
        </a:p>
      </dgm:t>
    </dgm:pt>
    <dgm:pt modelId="{47AC2DD5-BB0F-4CD7-8435-BF5D96FC2E7D}" type="sibTrans" cxnId="{83641B98-3E8A-41EF-86A7-A64BFB2CED5D}">
      <dgm:prSet/>
      <dgm:spPr/>
      <dgm:t>
        <a:bodyPr/>
        <a:lstStyle/>
        <a:p>
          <a:endParaRPr lang="fr-FR">
            <a:latin typeface="Cambria" panose="02040503050406030204" pitchFamily="18" charset="0"/>
            <a:ea typeface="Cambria" panose="02040503050406030204" pitchFamily="18" charset="0"/>
          </a:endParaRPr>
        </a:p>
      </dgm:t>
    </dgm:pt>
    <dgm:pt modelId="{3C9C11C7-5319-4494-8F2A-12CCEDE3AEEC}">
      <dgm:prSet phldrT="[Text]"/>
      <dgm:spPr/>
      <dgm:t>
        <a:bodyPr/>
        <a:lstStyle/>
        <a:p>
          <a:pPr>
            <a:buNone/>
          </a:pPr>
          <a:r>
            <a:rPr lang="fr-FR" dirty="0">
              <a:latin typeface="Cambria" panose="02040503050406030204" pitchFamily="18" charset="0"/>
              <a:ea typeface="Cambria" panose="02040503050406030204" pitchFamily="18" charset="0"/>
            </a:rPr>
            <a:t>Applications concrètes et bonnes pratiques</a:t>
          </a:r>
        </a:p>
      </dgm:t>
    </dgm:pt>
    <dgm:pt modelId="{DDE1B954-19CC-4E85-BE01-DA6072B2B038}" type="parTrans" cxnId="{BB4A08EB-5220-4AA1-91FB-8A491BFCD134}">
      <dgm:prSet/>
      <dgm:spPr/>
      <dgm:t>
        <a:bodyPr/>
        <a:lstStyle/>
        <a:p>
          <a:endParaRPr lang="fr-FR">
            <a:latin typeface="Cambria" panose="02040503050406030204" pitchFamily="18" charset="0"/>
            <a:ea typeface="Cambria" panose="02040503050406030204" pitchFamily="18" charset="0"/>
          </a:endParaRPr>
        </a:p>
      </dgm:t>
    </dgm:pt>
    <dgm:pt modelId="{AEB33511-3369-4C2B-BA5E-05481B76D1EB}" type="sibTrans" cxnId="{BB4A08EB-5220-4AA1-91FB-8A491BFCD134}">
      <dgm:prSet/>
      <dgm:spPr/>
      <dgm:t>
        <a:bodyPr/>
        <a:lstStyle/>
        <a:p>
          <a:endParaRPr lang="fr-FR">
            <a:latin typeface="Cambria" panose="02040503050406030204" pitchFamily="18" charset="0"/>
            <a:ea typeface="Cambria" panose="02040503050406030204" pitchFamily="18" charset="0"/>
          </a:endParaRPr>
        </a:p>
      </dgm:t>
    </dgm:pt>
    <dgm:pt modelId="{CE44C2B5-A35F-47EC-BD18-2E8AC44D5A1A}">
      <dgm:prSet phldrT="[Text]"/>
      <dgm:spPr/>
      <dgm:t>
        <a:bodyPr/>
        <a:lstStyle/>
        <a:p>
          <a:r>
            <a:rPr lang="fr-FR" dirty="0">
              <a:latin typeface="Cambria" panose="02040503050406030204" pitchFamily="18" charset="0"/>
              <a:ea typeface="Cambria" panose="02040503050406030204" pitchFamily="18" charset="0"/>
            </a:rPr>
            <a:t>4</a:t>
          </a:r>
        </a:p>
      </dgm:t>
    </dgm:pt>
    <dgm:pt modelId="{B746CD73-8FC9-469B-A1FC-7761CBD91D0F}" type="parTrans" cxnId="{1D2A939D-B389-42ED-8D64-13AE15DCA3E0}">
      <dgm:prSet/>
      <dgm:spPr/>
      <dgm:t>
        <a:bodyPr/>
        <a:lstStyle/>
        <a:p>
          <a:endParaRPr lang="fr-FR">
            <a:latin typeface="Cambria" panose="02040503050406030204" pitchFamily="18" charset="0"/>
            <a:ea typeface="Cambria" panose="02040503050406030204" pitchFamily="18" charset="0"/>
          </a:endParaRPr>
        </a:p>
      </dgm:t>
    </dgm:pt>
    <dgm:pt modelId="{D49DF2D1-450C-4626-8A8D-1BA60BD6B856}" type="sibTrans" cxnId="{1D2A939D-B389-42ED-8D64-13AE15DCA3E0}">
      <dgm:prSet/>
      <dgm:spPr/>
      <dgm:t>
        <a:bodyPr/>
        <a:lstStyle/>
        <a:p>
          <a:endParaRPr lang="fr-FR">
            <a:latin typeface="Cambria" panose="02040503050406030204" pitchFamily="18" charset="0"/>
            <a:ea typeface="Cambria" panose="02040503050406030204" pitchFamily="18" charset="0"/>
          </a:endParaRPr>
        </a:p>
      </dgm:t>
    </dgm:pt>
    <dgm:pt modelId="{BA3EE8E6-2B39-42F8-9E45-45028F184E2D}">
      <dgm:prSet phldrT="[Text]"/>
      <dgm:spPr/>
      <dgm:t>
        <a:bodyPr/>
        <a:lstStyle/>
        <a:p>
          <a:pPr>
            <a:buNone/>
          </a:pPr>
          <a:r>
            <a:rPr lang="fr-FR" dirty="0">
              <a:latin typeface="Cambria" panose="02040503050406030204" pitchFamily="18" charset="0"/>
              <a:ea typeface="Cambria" panose="02040503050406030204" pitchFamily="18" charset="0"/>
            </a:rPr>
            <a:t>Perspectives au Cameroun</a:t>
          </a:r>
        </a:p>
      </dgm:t>
    </dgm:pt>
    <dgm:pt modelId="{8E91A12A-5EE2-4BC0-9EA1-21E6CD317256}" type="parTrans" cxnId="{89FD6CA3-AD49-4358-ABB3-B1D34A844155}">
      <dgm:prSet/>
      <dgm:spPr/>
      <dgm:t>
        <a:bodyPr/>
        <a:lstStyle/>
        <a:p>
          <a:endParaRPr lang="fr-FR">
            <a:latin typeface="Cambria" panose="02040503050406030204" pitchFamily="18" charset="0"/>
            <a:ea typeface="Cambria" panose="02040503050406030204" pitchFamily="18" charset="0"/>
          </a:endParaRPr>
        </a:p>
      </dgm:t>
    </dgm:pt>
    <dgm:pt modelId="{E6367684-3A26-4EF8-9A7D-919A82DCC84A}" type="sibTrans" cxnId="{89FD6CA3-AD49-4358-ABB3-B1D34A844155}">
      <dgm:prSet/>
      <dgm:spPr/>
      <dgm:t>
        <a:bodyPr/>
        <a:lstStyle/>
        <a:p>
          <a:endParaRPr lang="fr-FR">
            <a:latin typeface="Cambria" panose="02040503050406030204" pitchFamily="18" charset="0"/>
            <a:ea typeface="Cambria" panose="02040503050406030204" pitchFamily="18" charset="0"/>
          </a:endParaRPr>
        </a:p>
      </dgm:t>
    </dgm:pt>
    <dgm:pt modelId="{241CC0C7-B702-443A-9B34-1D872E8BBEE3}" type="pres">
      <dgm:prSet presAssocID="{E62DAD3C-683A-41CB-9E28-712F68F18929}" presName="linearFlow" presStyleCnt="0">
        <dgm:presLayoutVars>
          <dgm:dir/>
          <dgm:animLvl val="lvl"/>
          <dgm:resizeHandles val="exact"/>
        </dgm:presLayoutVars>
      </dgm:prSet>
      <dgm:spPr/>
    </dgm:pt>
    <dgm:pt modelId="{0DBEB80C-1C8E-498C-BC07-41A13FBDFE4A}" type="pres">
      <dgm:prSet presAssocID="{2B05DC62-A820-4326-B142-4CCE727F4238}" presName="composite" presStyleCnt="0"/>
      <dgm:spPr/>
    </dgm:pt>
    <dgm:pt modelId="{B2E607A5-B3D4-4F26-8B1F-277CD483A7F1}" type="pres">
      <dgm:prSet presAssocID="{2B05DC62-A820-4326-B142-4CCE727F4238}" presName="parentText" presStyleLbl="alignNode1" presStyleIdx="0" presStyleCnt="4">
        <dgm:presLayoutVars>
          <dgm:chMax val="1"/>
          <dgm:bulletEnabled val="1"/>
        </dgm:presLayoutVars>
      </dgm:prSet>
      <dgm:spPr/>
    </dgm:pt>
    <dgm:pt modelId="{68E1F133-9DAE-4A19-8A25-261FB63B4403}" type="pres">
      <dgm:prSet presAssocID="{2B05DC62-A820-4326-B142-4CCE727F4238}" presName="descendantText" presStyleLbl="alignAcc1" presStyleIdx="0" presStyleCnt="4" custLinFactNeighborX="0">
        <dgm:presLayoutVars>
          <dgm:bulletEnabled val="1"/>
        </dgm:presLayoutVars>
      </dgm:prSet>
      <dgm:spPr/>
    </dgm:pt>
    <dgm:pt modelId="{28FA9AF2-2937-4F1B-8C37-33C0F998EA06}" type="pres">
      <dgm:prSet presAssocID="{933400C2-BE04-440C-B250-0B067B42632A}" presName="sp" presStyleCnt="0"/>
      <dgm:spPr/>
    </dgm:pt>
    <dgm:pt modelId="{3E8E7560-4801-41DE-91AB-3DBCAE2EB01F}" type="pres">
      <dgm:prSet presAssocID="{BFC250B5-D7EF-43B7-B4BD-AE4F01B9420D}" presName="composite" presStyleCnt="0"/>
      <dgm:spPr/>
    </dgm:pt>
    <dgm:pt modelId="{F131C0C9-14EC-46B7-82C5-219798579497}" type="pres">
      <dgm:prSet presAssocID="{BFC250B5-D7EF-43B7-B4BD-AE4F01B9420D}" presName="parentText" presStyleLbl="alignNode1" presStyleIdx="1" presStyleCnt="4">
        <dgm:presLayoutVars>
          <dgm:chMax val="1"/>
          <dgm:bulletEnabled val="1"/>
        </dgm:presLayoutVars>
      </dgm:prSet>
      <dgm:spPr/>
    </dgm:pt>
    <dgm:pt modelId="{24BC295C-8A56-4CE3-85ED-DC2C4A0C65FA}" type="pres">
      <dgm:prSet presAssocID="{BFC250B5-D7EF-43B7-B4BD-AE4F01B9420D}" presName="descendantText" presStyleLbl="alignAcc1" presStyleIdx="1" presStyleCnt="4" custLinFactNeighborX="0">
        <dgm:presLayoutVars>
          <dgm:bulletEnabled val="1"/>
        </dgm:presLayoutVars>
      </dgm:prSet>
      <dgm:spPr/>
    </dgm:pt>
    <dgm:pt modelId="{DF654A63-F91F-414F-A7E0-C174C132A36D}" type="pres">
      <dgm:prSet presAssocID="{8C675437-998A-41AD-BAE4-940C8DE1F8EF}" presName="sp" presStyleCnt="0"/>
      <dgm:spPr/>
    </dgm:pt>
    <dgm:pt modelId="{4D13F328-81A9-4D2C-A697-79AF1BE06F95}" type="pres">
      <dgm:prSet presAssocID="{4599F508-4DCB-4095-AC7A-2BBAA302DE59}" presName="composite" presStyleCnt="0"/>
      <dgm:spPr/>
    </dgm:pt>
    <dgm:pt modelId="{22CE0B53-7208-47A7-ADFC-592B8EB93376}" type="pres">
      <dgm:prSet presAssocID="{4599F508-4DCB-4095-AC7A-2BBAA302DE59}" presName="parentText" presStyleLbl="alignNode1" presStyleIdx="2" presStyleCnt="4">
        <dgm:presLayoutVars>
          <dgm:chMax val="1"/>
          <dgm:bulletEnabled val="1"/>
        </dgm:presLayoutVars>
      </dgm:prSet>
      <dgm:spPr/>
    </dgm:pt>
    <dgm:pt modelId="{16F70EEB-5A88-49D3-9F85-C80C6279F690}" type="pres">
      <dgm:prSet presAssocID="{4599F508-4DCB-4095-AC7A-2BBAA302DE59}" presName="descendantText" presStyleLbl="alignAcc1" presStyleIdx="2" presStyleCnt="4" custLinFactNeighborX="0">
        <dgm:presLayoutVars>
          <dgm:bulletEnabled val="1"/>
        </dgm:presLayoutVars>
      </dgm:prSet>
      <dgm:spPr/>
    </dgm:pt>
    <dgm:pt modelId="{7213A0C8-B1D4-4A2A-8D61-08C2693D0300}" type="pres">
      <dgm:prSet presAssocID="{47AC2DD5-BB0F-4CD7-8435-BF5D96FC2E7D}" presName="sp" presStyleCnt="0"/>
      <dgm:spPr/>
    </dgm:pt>
    <dgm:pt modelId="{43B4D42A-9617-4599-B800-E5F8B3ABA1B3}" type="pres">
      <dgm:prSet presAssocID="{CE44C2B5-A35F-47EC-BD18-2E8AC44D5A1A}" presName="composite" presStyleCnt="0"/>
      <dgm:spPr/>
    </dgm:pt>
    <dgm:pt modelId="{2D38E172-C2D2-42A0-8CC6-620B503FCF62}" type="pres">
      <dgm:prSet presAssocID="{CE44C2B5-A35F-47EC-BD18-2E8AC44D5A1A}" presName="parentText" presStyleLbl="alignNode1" presStyleIdx="3" presStyleCnt="4">
        <dgm:presLayoutVars>
          <dgm:chMax val="1"/>
          <dgm:bulletEnabled val="1"/>
        </dgm:presLayoutVars>
      </dgm:prSet>
      <dgm:spPr/>
    </dgm:pt>
    <dgm:pt modelId="{52DACF64-8930-47FD-ABED-F16A1DE2073C}" type="pres">
      <dgm:prSet presAssocID="{CE44C2B5-A35F-47EC-BD18-2E8AC44D5A1A}" presName="descendantText" presStyleLbl="alignAcc1" presStyleIdx="3" presStyleCnt="4" custLinFactNeighborY="0">
        <dgm:presLayoutVars>
          <dgm:bulletEnabled val="1"/>
        </dgm:presLayoutVars>
      </dgm:prSet>
      <dgm:spPr/>
    </dgm:pt>
  </dgm:ptLst>
  <dgm:cxnLst>
    <dgm:cxn modelId="{72A07140-EDD9-46E9-B824-4676969BBC33}" type="presOf" srcId="{2B05DC62-A820-4326-B142-4CCE727F4238}" destId="{B2E607A5-B3D4-4F26-8B1F-277CD483A7F1}" srcOrd="0" destOrd="0" presId="urn:microsoft.com/office/officeart/2005/8/layout/chevron2"/>
    <dgm:cxn modelId="{0776065E-7323-4F85-9BF0-62997F6FB7BB}" type="presOf" srcId="{BFC250B5-D7EF-43B7-B4BD-AE4F01B9420D}" destId="{F131C0C9-14EC-46B7-82C5-219798579497}" srcOrd="0" destOrd="0" presId="urn:microsoft.com/office/officeart/2005/8/layout/chevron2"/>
    <dgm:cxn modelId="{ADD4D763-D05A-4223-B4E3-E58B0DBA3FF0}" srcId="{E62DAD3C-683A-41CB-9E28-712F68F18929}" destId="{BFC250B5-D7EF-43B7-B4BD-AE4F01B9420D}" srcOrd="1" destOrd="0" parTransId="{7E044180-0688-4805-94C6-ED0091552D8D}" sibTransId="{8C675437-998A-41AD-BAE4-940C8DE1F8EF}"/>
    <dgm:cxn modelId="{721B5A4A-9921-44F4-B1BE-9DC53D1C2881}" type="presOf" srcId="{A5BA9065-97FF-430D-969E-4E30791E53A7}" destId="{68E1F133-9DAE-4A19-8A25-261FB63B4403}" srcOrd="0" destOrd="0" presId="urn:microsoft.com/office/officeart/2005/8/layout/chevron2"/>
    <dgm:cxn modelId="{6A74F94A-C01E-40B6-B2EA-971B8F880553}" type="presOf" srcId="{BA3EE8E6-2B39-42F8-9E45-45028F184E2D}" destId="{52DACF64-8930-47FD-ABED-F16A1DE2073C}" srcOrd="0" destOrd="0" presId="urn:microsoft.com/office/officeart/2005/8/layout/chevron2"/>
    <dgm:cxn modelId="{694A0B52-6FB7-4482-B4AC-BE87D4B5B257}" type="presOf" srcId="{4599F508-4DCB-4095-AC7A-2BBAA302DE59}" destId="{22CE0B53-7208-47A7-ADFC-592B8EB93376}" srcOrd="0" destOrd="0" presId="urn:microsoft.com/office/officeart/2005/8/layout/chevron2"/>
    <dgm:cxn modelId="{B0BDEF54-C921-4757-B30C-F4B7CC8DD3DE}" srcId="{BFC250B5-D7EF-43B7-B4BD-AE4F01B9420D}" destId="{41A6C984-39FE-4173-9EB4-575EAC8745C0}" srcOrd="0" destOrd="0" parTransId="{E81104DE-3FBF-4038-8261-C09DA9C17685}" sibTransId="{85DB9106-FA48-4A3B-A909-083FC14BEAA8}"/>
    <dgm:cxn modelId="{83641B98-3E8A-41EF-86A7-A64BFB2CED5D}" srcId="{E62DAD3C-683A-41CB-9E28-712F68F18929}" destId="{4599F508-4DCB-4095-AC7A-2BBAA302DE59}" srcOrd="2" destOrd="0" parTransId="{6357CAE7-E875-4E34-BE91-D021C7BA8BF7}" sibTransId="{47AC2DD5-BB0F-4CD7-8435-BF5D96FC2E7D}"/>
    <dgm:cxn modelId="{1D2A939D-B389-42ED-8D64-13AE15DCA3E0}" srcId="{E62DAD3C-683A-41CB-9E28-712F68F18929}" destId="{CE44C2B5-A35F-47EC-BD18-2E8AC44D5A1A}" srcOrd="3" destOrd="0" parTransId="{B746CD73-8FC9-469B-A1FC-7761CBD91D0F}" sibTransId="{D49DF2D1-450C-4626-8A8D-1BA60BD6B856}"/>
    <dgm:cxn modelId="{89FD6CA3-AD49-4358-ABB3-B1D34A844155}" srcId="{CE44C2B5-A35F-47EC-BD18-2E8AC44D5A1A}" destId="{BA3EE8E6-2B39-42F8-9E45-45028F184E2D}" srcOrd="0" destOrd="0" parTransId="{8E91A12A-5EE2-4BC0-9EA1-21E6CD317256}" sibTransId="{E6367684-3A26-4EF8-9A7D-919A82DCC84A}"/>
    <dgm:cxn modelId="{14A031B2-64EB-4008-8B97-D778936F7965}" type="presOf" srcId="{3C9C11C7-5319-4494-8F2A-12CCEDE3AEEC}" destId="{16F70EEB-5A88-49D3-9F85-C80C6279F690}" srcOrd="0" destOrd="0" presId="urn:microsoft.com/office/officeart/2005/8/layout/chevron2"/>
    <dgm:cxn modelId="{7DEBA6B3-9490-48D1-8FE0-77158CE3E1BF}" type="presOf" srcId="{41A6C984-39FE-4173-9EB4-575EAC8745C0}" destId="{24BC295C-8A56-4CE3-85ED-DC2C4A0C65FA}" srcOrd="0" destOrd="0" presId="urn:microsoft.com/office/officeart/2005/8/layout/chevron2"/>
    <dgm:cxn modelId="{C9BFD0C0-4070-45C8-8356-A3EEC2B9EAC5}" type="presOf" srcId="{CE44C2B5-A35F-47EC-BD18-2E8AC44D5A1A}" destId="{2D38E172-C2D2-42A0-8CC6-620B503FCF62}" srcOrd="0" destOrd="0" presId="urn:microsoft.com/office/officeart/2005/8/layout/chevron2"/>
    <dgm:cxn modelId="{6BDF7EC7-F673-43B3-8349-0C15E44055C2}" type="presOf" srcId="{E62DAD3C-683A-41CB-9E28-712F68F18929}" destId="{241CC0C7-B702-443A-9B34-1D872E8BBEE3}" srcOrd="0" destOrd="0" presId="urn:microsoft.com/office/officeart/2005/8/layout/chevron2"/>
    <dgm:cxn modelId="{A95AD0CA-D1C6-48B6-9C1A-710B0EB4D057}" srcId="{E62DAD3C-683A-41CB-9E28-712F68F18929}" destId="{2B05DC62-A820-4326-B142-4CCE727F4238}" srcOrd="0" destOrd="0" parTransId="{516C3BD9-5D0D-4390-9588-68348A2A476E}" sibTransId="{933400C2-BE04-440C-B250-0B067B42632A}"/>
    <dgm:cxn modelId="{D43286CE-53C3-427A-A9F8-8E731D2F8966}" srcId="{2B05DC62-A820-4326-B142-4CCE727F4238}" destId="{A5BA9065-97FF-430D-969E-4E30791E53A7}" srcOrd="0" destOrd="0" parTransId="{27490618-8DCB-4A32-B140-094CB67DBD76}" sibTransId="{F6861AB3-8C03-4667-9FB0-945A6F614E48}"/>
    <dgm:cxn modelId="{BB4A08EB-5220-4AA1-91FB-8A491BFCD134}" srcId="{4599F508-4DCB-4095-AC7A-2BBAA302DE59}" destId="{3C9C11C7-5319-4494-8F2A-12CCEDE3AEEC}" srcOrd="0" destOrd="0" parTransId="{DDE1B954-19CC-4E85-BE01-DA6072B2B038}" sibTransId="{AEB33511-3369-4C2B-BA5E-05481B76D1EB}"/>
    <dgm:cxn modelId="{04222D47-9603-4508-BE58-D81AFECB91B5}" type="presParOf" srcId="{241CC0C7-B702-443A-9B34-1D872E8BBEE3}" destId="{0DBEB80C-1C8E-498C-BC07-41A13FBDFE4A}" srcOrd="0" destOrd="0" presId="urn:microsoft.com/office/officeart/2005/8/layout/chevron2"/>
    <dgm:cxn modelId="{C69FC301-8261-4B2B-AD0A-FAE5A3A46F4E}" type="presParOf" srcId="{0DBEB80C-1C8E-498C-BC07-41A13FBDFE4A}" destId="{B2E607A5-B3D4-4F26-8B1F-277CD483A7F1}" srcOrd="0" destOrd="0" presId="urn:microsoft.com/office/officeart/2005/8/layout/chevron2"/>
    <dgm:cxn modelId="{5DB4A7BD-1F70-4083-A914-EC0C5CB7A31E}" type="presParOf" srcId="{0DBEB80C-1C8E-498C-BC07-41A13FBDFE4A}" destId="{68E1F133-9DAE-4A19-8A25-261FB63B4403}" srcOrd="1" destOrd="0" presId="urn:microsoft.com/office/officeart/2005/8/layout/chevron2"/>
    <dgm:cxn modelId="{E4035BBA-3E93-4D41-8B54-8B2057795CC8}" type="presParOf" srcId="{241CC0C7-B702-443A-9B34-1D872E8BBEE3}" destId="{28FA9AF2-2937-4F1B-8C37-33C0F998EA06}" srcOrd="1" destOrd="0" presId="urn:microsoft.com/office/officeart/2005/8/layout/chevron2"/>
    <dgm:cxn modelId="{BDBA79EF-B43E-42B3-A2AC-4CF5557C3542}" type="presParOf" srcId="{241CC0C7-B702-443A-9B34-1D872E8BBEE3}" destId="{3E8E7560-4801-41DE-91AB-3DBCAE2EB01F}" srcOrd="2" destOrd="0" presId="urn:microsoft.com/office/officeart/2005/8/layout/chevron2"/>
    <dgm:cxn modelId="{72393F57-46E7-40B3-B01F-4A95E75B6683}" type="presParOf" srcId="{3E8E7560-4801-41DE-91AB-3DBCAE2EB01F}" destId="{F131C0C9-14EC-46B7-82C5-219798579497}" srcOrd="0" destOrd="0" presId="urn:microsoft.com/office/officeart/2005/8/layout/chevron2"/>
    <dgm:cxn modelId="{FE1BBDE0-6BEE-4DB6-ADE1-128D40831FCD}" type="presParOf" srcId="{3E8E7560-4801-41DE-91AB-3DBCAE2EB01F}" destId="{24BC295C-8A56-4CE3-85ED-DC2C4A0C65FA}" srcOrd="1" destOrd="0" presId="urn:microsoft.com/office/officeart/2005/8/layout/chevron2"/>
    <dgm:cxn modelId="{C0E20E0B-D525-4475-8682-D33B27B45DE4}" type="presParOf" srcId="{241CC0C7-B702-443A-9B34-1D872E8BBEE3}" destId="{DF654A63-F91F-414F-A7E0-C174C132A36D}" srcOrd="3" destOrd="0" presId="urn:microsoft.com/office/officeart/2005/8/layout/chevron2"/>
    <dgm:cxn modelId="{E27B585B-2499-4074-B7FB-0182B6369D84}" type="presParOf" srcId="{241CC0C7-B702-443A-9B34-1D872E8BBEE3}" destId="{4D13F328-81A9-4D2C-A697-79AF1BE06F95}" srcOrd="4" destOrd="0" presId="urn:microsoft.com/office/officeart/2005/8/layout/chevron2"/>
    <dgm:cxn modelId="{D644C98A-2344-4E10-AB2F-FBF572F60CB1}" type="presParOf" srcId="{4D13F328-81A9-4D2C-A697-79AF1BE06F95}" destId="{22CE0B53-7208-47A7-ADFC-592B8EB93376}" srcOrd="0" destOrd="0" presId="urn:microsoft.com/office/officeart/2005/8/layout/chevron2"/>
    <dgm:cxn modelId="{4E634AD5-1477-4E13-A1E5-1BC0FE694C55}" type="presParOf" srcId="{4D13F328-81A9-4D2C-A697-79AF1BE06F95}" destId="{16F70EEB-5A88-49D3-9F85-C80C6279F690}" srcOrd="1" destOrd="0" presId="urn:microsoft.com/office/officeart/2005/8/layout/chevron2"/>
    <dgm:cxn modelId="{0EBCA984-8663-4956-86AE-673172FBDB6C}" type="presParOf" srcId="{241CC0C7-B702-443A-9B34-1D872E8BBEE3}" destId="{7213A0C8-B1D4-4A2A-8D61-08C2693D0300}" srcOrd="5" destOrd="0" presId="urn:microsoft.com/office/officeart/2005/8/layout/chevron2"/>
    <dgm:cxn modelId="{714E95C1-DD9F-4D8E-9AA5-06CCA9DB1063}" type="presParOf" srcId="{241CC0C7-B702-443A-9B34-1D872E8BBEE3}" destId="{43B4D42A-9617-4599-B800-E5F8B3ABA1B3}" srcOrd="6" destOrd="0" presId="urn:microsoft.com/office/officeart/2005/8/layout/chevron2"/>
    <dgm:cxn modelId="{0C55C780-3F30-412D-ABD1-BC5B18309A78}" type="presParOf" srcId="{43B4D42A-9617-4599-B800-E5F8B3ABA1B3}" destId="{2D38E172-C2D2-42A0-8CC6-620B503FCF62}" srcOrd="0" destOrd="0" presId="urn:microsoft.com/office/officeart/2005/8/layout/chevron2"/>
    <dgm:cxn modelId="{D44969FE-5976-48CE-BF50-A3E8F0A70833}" type="presParOf" srcId="{43B4D42A-9617-4599-B800-E5F8B3ABA1B3}" destId="{52DACF64-8930-47FD-ABED-F16A1DE2073C}"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2DAD3C-683A-41CB-9E28-712F68F18929}"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fr-FR"/>
        </a:p>
      </dgm:t>
    </dgm:pt>
    <dgm:pt modelId="{A5BA9065-97FF-430D-969E-4E30791E53A7}">
      <dgm:prSet phldrT="[Text]"/>
      <dgm:spPr>
        <a:solidFill>
          <a:schemeClr val="accent1">
            <a:lumMod val="75000"/>
            <a:alpha val="90000"/>
          </a:schemeClr>
        </a:solidFill>
      </dgm:spPr>
      <dgm:t>
        <a:bodyPr/>
        <a:lstStyle/>
        <a:p>
          <a:pPr>
            <a:buNone/>
          </a:pPr>
          <a:r>
            <a:rPr lang="fr-FR" dirty="0">
              <a:solidFill>
                <a:schemeClr val="bg1"/>
              </a:solidFill>
              <a:latin typeface="Cambria" panose="02040503050406030204" pitchFamily="18" charset="0"/>
              <a:ea typeface="Cambria" panose="02040503050406030204" pitchFamily="18" charset="0"/>
            </a:rPr>
            <a:t>Logiciel Libre vs Open Source</a:t>
          </a:r>
        </a:p>
      </dgm:t>
    </dgm:pt>
    <dgm:pt modelId="{27490618-8DCB-4A32-B140-094CB67DBD76}" type="parTrans" cxnId="{D43286CE-53C3-427A-A9F8-8E731D2F8966}">
      <dgm:prSet/>
      <dgm:spPr/>
      <dgm:t>
        <a:bodyPr/>
        <a:lstStyle/>
        <a:p>
          <a:endParaRPr lang="fr-FR">
            <a:latin typeface="Cambria" panose="02040503050406030204" pitchFamily="18" charset="0"/>
            <a:ea typeface="Cambria" panose="02040503050406030204" pitchFamily="18" charset="0"/>
          </a:endParaRPr>
        </a:p>
      </dgm:t>
    </dgm:pt>
    <dgm:pt modelId="{F6861AB3-8C03-4667-9FB0-945A6F614E48}" type="sibTrans" cxnId="{D43286CE-53C3-427A-A9F8-8E731D2F8966}">
      <dgm:prSet/>
      <dgm:spPr/>
      <dgm:t>
        <a:bodyPr/>
        <a:lstStyle/>
        <a:p>
          <a:endParaRPr lang="fr-FR">
            <a:latin typeface="Cambria" panose="02040503050406030204" pitchFamily="18" charset="0"/>
            <a:ea typeface="Cambria" panose="02040503050406030204" pitchFamily="18" charset="0"/>
          </a:endParaRPr>
        </a:p>
      </dgm:t>
    </dgm:pt>
    <dgm:pt modelId="{2B05DC62-A820-4326-B142-4CCE727F4238}">
      <dgm:prSet phldrT="[Text]"/>
      <dgm:spPr/>
      <dgm:t>
        <a:bodyPr/>
        <a:lstStyle/>
        <a:p>
          <a:r>
            <a:rPr lang="fr-FR" dirty="0">
              <a:latin typeface="Cambria" panose="02040503050406030204" pitchFamily="18" charset="0"/>
              <a:ea typeface="Cambria" panose="02040503050406030204" pitchFamily="18" charset="0"/>
            </a:rPr>
            <a:t>1</a:t>
          </a:r>
        </a:p>
      </dgm:t>
    </dgm:pt>
    <dgm:pt modelId="{516C3BD9-5D0D-4390-9588-68348A2A476E}" type="parTrans" cxnId="{A95AD0CA-D1C6-48B6-9C1A-710B0EB4D057}">
      <dgm:prSet/>
      <dgm:spPr/>
      <dgm:t>
        <a:bodyPr/>
        <a:lstStyle/>
        <a:p>
          <a:endParaRPr lang="fr-FR">
            <a:latin typeface="Cambria" panose="02040503050406030204" pitchFamily="18" charset="0"/>
            <a:ea typeface="Cambria" panose="02040503050406030204" pitchFamily="18" charset="0"/>
          </a:endParaRPr>
        </a:p>
      </dgm:t>
    </dgm:pt>
    <dgm:pt modelId="{933400C2-BE04-440C-B250-0B067B42632A}" type="sibTrans" cxnId="{A95AD0CA-D1C6-48B6-9C1A-710B0EB4D057}">
      <dgm:prSet/>
      <dgm:spPr/>
      <dgm:t>
        <a:bodyPr/>
        <a:lstStyle/>
        <a:p>
          <a:endParaRPr lang="fr-FR">
            <a:latin typeface="Cambria" panose="02040503050406030204" pitchFamily="18" charset="0"/>
            <a:ea typeface="Cambria" panose="02040503050406030204" pitchFamily="18" charset="0"/>
          </a:endParaRPr>
        </a:p>
      </dgm:t>
    </dgm:pt>
    <dgm:pt modelId="{BFC250B5-D7EF-43B7-B4BD-AE4F01B9420D}">
      <dgm:prSet phldrT="[Text]"/>
      <dgm:spPr/>
      <dgm:t>
        <a:bodyPr/>
        <a:lstStyle/>
        <a:p>
          <a:r>
            <a:rPr lang="fr-FR" dirty="0">
              <a:latin typeface="Cambria" panose="02040503050406030204" pitchFamily="18" charset="0"/>
              <a:ea typeface="Cambria" panose="02040503050406030204" pitchFamily="18" charset="0"/>
            </a:rPr>
            <a:t>2</a:t>
          </a:r>
        </a:p>
      </dgm:t>
    </dgm:pt>
    <dgm:pt modelId="{7E044180-0688-4805-94C6-ED0091552D8D}" type="parTrans" cxnId="{ADD4D763-D05A-4223-B4E3-E58B0DBA3FF0}">
      <dgm:prSet/>
      <dgm:spPr/>
      <dgm:t>
        <a:bodyPr/>
        <a:lstStyle/>
        <a:p>
          <a:endParaRPr lang="fr-FR">
            <a:latin typeface="Cambria" panose="02040503050406030204" pitchFamily="18" charset="0"/>
            <a:ea typeface="Cambria" panose="02040503050406030204" pitchFamily="18" charset="0"/>
          </a:endParaRPr>
        </a:p>
      </dgm:t>
    </dgm:pt>
    <dgm:pt modelId="{8C675437-998A-41AD-BAE4-940C8DE1F8EF}" type="sibTrans" cxnId="{ADD4D763-D05A-4223-B4E3-E58B0DBA3FF0}">
      <dgm:prSet/>
      <dgm:spPr/>
      <dgm:t>
        <a:bodyPr/>
        <a:lstStyle/>
        <a:p>
          <a:endParaRPr lang="fr-FR">
            <a:latin typeface="Cambria" panose="02040503050406030204" pitchFamily="18" charset="0"/>
            <a:ea typeface="Cambria" panose="02040503050406030204" pitchFamily="18" charset="0"/>
          </a:endParaRPr>
        </a:p>
      </dgm:t>
    </dgm:pt>
    <dgm:pt modelId="{41A6C984-39FE-4173-9EB4-575EAC8745C0}">
      <dgm:prSet phldrT="[Text]"/>
      <dgm:spPr/>
      <dgm:t>
        <a:bodyPr/>
        <a:lstStyle/>
        <a:p>
          <a:pPr>
            <a:buNone/>
          </a:pPr>
          <a:r>
            <a:rPr lang="fr-FR" dirty="0">
              <a:latin typeface="Cambria" panose="02040503050406030204" pitchFamily="18" charset="0"/>
              <a:ea typeface="Cambria" panose="02040503050406030204" pitchFamily="18" charset="0"/>
            </a:rPr>
            <a:t>Importance et Enjeux</a:t>
          </a:r>
        </a:p>
      </dgm:t>
    </dgm:pt>
    <dgm:pt modelId="{E81104DE-3FBF-4038-8261-C09DA9C17685}" type="parTrans" cxnId="{B0BDEF54-C921-4757-B30C-F4B7CC8DD3DE}">
      <dgm:prSet/>
      <dgm:spPr/>
      <dgm:t>
        <a:bodyPr/>
        <a:lstStyle/>
        <a:p>
          <a:endParaRPr lang="fr-FR">
            <a:latin typeface="Cambria" panose="02040503050406030204" pitchFamily="18" charset="0"/>
            <a:ea typeface="Cambria" panose="02040503050406030204" pitchFamily="18" charset="0"/>
          </a:endParaRPr>
        </a:p>
      </dgm:t>
    </dgm:pt>
    <dgm:pt modelId="{85DB9106-FA48-4A3B-A909-083FC14BEAA8}" type="sibTrans" cxnId="{B0BDEF54-C921-4757-B30C-F4B7CC8DD3DE}">
      <dgm:prSet/>
      <dgm:spPr/>
      <dgm:t>
        <a:bodyPr/>
        <a:lstStyle/>
        <a:p>
          <a:endParaRPr lang="fr-FR">
            <a:latin typeface="Cambria" panose="02040503050406030204" pitchFamily="18" charset="0"/>
            <a:ea typeface="Cambria" panose="02040503050406030204" pitchFamily="18" charset="0"/>
          </a:endParaRPr>
        </a:p>
      </dgm:t>
    </dgm:pt>
    <dgm:pt modelId="{4599F508-4DCB-4095-AC7A-2BBAA302DE59}">
      <dgm:prSet phldrT="[Text]"/>
      <dgm:spPr/>
      <dgm:t>
        <a:bodyPr/>
        <a:lstStyle/>
        <a:p>
          <a:r>
            <a:rPr lang="fr-FR" dirty="0">
              <a:latin typeface="Cambria" panose="02040503050406030204" pitchFamily="18" charset="0"/>
              <a:ea typeface="Cambria" panose="02040503050406030204" pitchFamily="18" charset="0"/>
            </a:rPr>
            <a:t>3</a:t>
          </a:r>
        </a:p>
      </dgm:t>
    </dgm:pt>
    <dgm:pt modelId="{6357CAE7-E875-4E34-BE91-D021C7BA8BF7}" type="parTrans" cxnId="{83641B98-3E8A-41EF-86A7-A64BFB2CED5D}">
      <dgm:prSet/>
      <dgm:spPr/>
      <dgm:t>
        <a:bodyPr/>
        <a:lstStyle/>
        <a:p>
          <a:endParaRPr lang="fr-FR">
            <a:latin typeface="Cambria" panose="02040503050406030204" pitchFamily="18" charset="0"/>
            <a:ea typeface="Cambria" panose="02040503050406030204" pitchFamily="18" charset="0"/>
          </a:endParaRPr>
        </a:p>
      </dgm:t>
    </dgm:pt>
    <dgm:pt modelId="{47AC2DD5-BB0F-4CD7-8435-BF5D96FC2E7D}" type="sibTrans" cxnId="{83641B98-3E8A-41EF-86A7-A64BFB2CED5D}">
      <dgm:prSet/>
      <dgm:spPr/>
      <dgm:t>
        <a:bodyPr/>
        <a:lstStyle/>
        <a:p>
          <a:endParaRPr lang="fr-FR">
            <a:latin typeface="Cambria" panose="02040503050406030204" pitchFamily="18" charset="0"/>
            <a:ea typeface="Cambria" panose="02040503050406030204" pitchFamily="18" charset="0"/>
          </a:endParaRPr>
        </a:p>
      </dgm:t>
    </dgm:pt>
    <dgm:pt modelId="{3C9C11C7-5319-4494-8F2A-12CCEDE3AEEC}">
      <dgm:prSet phldrT="[Text]"/>
      <dgm:spPr/>
      <dgm:t>
        <a:bodyPr/>
        <a:lstStyle/>
        <a:p>
          <a:pPr>
            <a:buNone/>
          </a:pPr>
          <a:r>
            <a:rPr lang="fr-FR" dirty="0">
              <a:latin typeface="Cambria" panose="02040503050406030204" pitchFamily="18" charset="0"/>
              <a:ea typeface="Cambria" panose="02040503050406030204" pitchFamily="18" charset="0"/>
            </a:rPr>
            <a:t>Applications concrètes et bonnes pratiques</a:t>
          </a:r>
        </a:p>
      </dgm:t>
    </dgm:pt>
    <dgm:pt modelId="{DDE1B954-19CC-4E85-BE01-DA6072B2B038}" type="parTrans" cxnId="{BB4A08EB-5220-4AA1-91FB-8A491BFCD134}">
      <dgm:prSet/>
      <dgm:spPr/>
      <dgm:t>
        <a:bodyPr/>
        <a:lstStyle/>
        <a:p>
          <a:endParaRPr lang="fr-FR">
            <a:latin typeface="Cambria" panose="02040503050406030204" pitchFamily="18" charset="0"/>
            <a:ea typeface="Cambria" panose="02040503050406030204" pitchFamily="18" charset="0"/>
          </a:endParaRPr>
        </a:p>
      </dgm:t>
    </dgm:pt>
    <dgm:pt modelId="{AEB33511-3369-4C2B-BA5E-05481B76D1EB}" type="sibTrans" cxnId="{BB4A08EB-5220-4AA1-91FB-8A491BFCD134}">
      <dgm:prSet/>
      <dgm:spPr/>
      <dgm:t>
        <a:bodyPr/>
        <a:lstStyle/>
        <a:p>
          <a:endParaRPr lang="fr-FR">
            <a:latin typeface="Cambria" panose="02040503050406030204" pitchFamily="18" charset="0"/>
            <a:ea typeface="Cambria" panose="02040503050406030204" pitchFamily="18" charset="0"/>
          </a:endParaRPr>
        </a:p>
      </dgm:t>
    </dgm:pt>
    <dgm:pt modelId="{CE44C2B5-A35F-47EC-BD18-2E8AC44D5A1A}">
      <dgm:prSet phldrT="[Text]"/>
      <dgm:spPr/>
      <dgm:t>
        <a:bodyPr/>
        <a:lstStyle/>
        <a:p>
          <a:r>
            <a:rPr lang="fr-FR" dirty="0">
              <a:latin typeface="Cambria" panose="02040503050406030204" pitchFamily="18" charset="0"/>
              <a:ea typeface="Cambria" panose="02040503050406030204" pitchFamily="18" charset="0"/>
            </a:rPr>
            <a:t>4</a:t>
          </a:r>
        </a:p>
      </dgm:t>
    </dgm:pt>
    <dgm:pt modelId="{B746CD73-8FC9-469B-A1FC-7761CBD91D0F}" type="parTrans" cxnId="{1D2A939D-B389-42ED-8D64-13AE15DCA3E0}">
      <dgm:prSet/>
      <dgm:spPr/>
      <dgm:t>
        <a:bodyPr/>
        <a:lstStyle/>
        <a:p>
          <a:endParaRPr lang="fr-FR">
            <a:latin typeface="Cambria" panose="02040503050406030204" pitchFamily="18" charset="0"/>
            <a:ea typeface="Cambria" panose="02040503050406030204" pitchFamily="18" charset="0"/>
          </a:endParaRPr>
        </a:p>
      </dgm:t>
    </dgm:pt>
    <dgm:pt modelId="{D49DF2D1-450C-4626-8A8D-1BA60BD6B856}" type="sibTrans" cxnId="{1D2A939D-B389-42ED-8D64-13AE15DCA3E0}">
      <dgm:prSet/>
      <dgm:spPr/>
      <dgm:t>
        <a:bodyPr/>
        <a:lstStyle/>
        <a:p>
          <a:endParaRPr lang="fr-FR">
            <a:latin typeface="Cambria" panose="02040503050406030204" pitchFamily="18" charset="0"/>
            <a:ea typeface="Cambria" panose="02040503050406030204" pitchFamily="18" charset="0"/>
          </a:endParaRPr>
        </a:p>
      </dgm:t>
    </dgm:pt>
    <dgm:pt modelId="{BA3EE8E6-2B39-42F8-9E45-45028F184E2D}">
      <dgm:prSet phldrT="[Text]"/>
      <dgm:spPr/>
      <dgm:t>
        <a:bodyPr/>
        <a:lstStyle/>
        <a:p>
          <a:pPr>
            <a:buNone/>
          </a:pPr>
          <a:r>
            <a:rPr lang="fr-FR" dirty="0">
              <a:latin typeface="Cambria" panose="02040503050406030204" pitchFamily="18" charset="0"/>
              <a:ea typeface="Cambria" panose="02040503050406030204" pitchFamily="18" charset="0"/>
            </a:rPr>
            <a:t>Perspectives au Cameroun</a:t>
          </a:r>
        </a:p>
      </dgm:t>
    </dgm:pt>
    <dgm:pt modelId="{8E91A12A-5EE2-4BC0-9EA1-21E6CD317256}" type="parTrans" cxnId="{89FD6CA3-AD49-4358-ABB3-B1D34A844155}">
      <dgm:prSet/>
      <dgm:spPr/>
      <dgm:t>
        <a:bodyPr/>
        <a:lstStyle/>
        <a:p>
          <a:endParaRPr lang="fr-FR">
            <a:latin typeface="Cambria" panose="02040503050406030204" pitchFamily="18" charset="0"/>
            <a:ea typeface="Cambria" panose="02040503050406030204" pitchFamily="18" charset="0"/>
          </a:endParaRPr>
        </a:p>
      </dgm:t>
    </dgm:pt>
    <dgm:pt modelId="{E6367684-3A26-4EF8-9A7D-919A82DCC84A}" type="sibTrans" cxnId="{89FD6CA3-AD49-4358-ABB3-B1D34A844155}">
      <dgm:prSet/>
      <dgm:spPr/>
      <dgm:t>
        <a:bodyPr/>
        <a:lstStyle/>
        <a:p>
          <a:endParaRPr lang="fr-FR">
            <a:latin typeface="Cambria" panose="02040503050406030204" pitchFamily="18" charset="0"/>
            <a:ea typeface="Cambria" panose="02040503050406030204" pitchFamily="18" charset="0"/>
          </a:endParaRPr>
        </a:p>
      </dgm:t>
    </dgm:pt>
    <dgm:pt modelId="{241CC0C7-B702-443A-9B34-1D872E8BBEE3}" type="pres">
      <dgm:prSet presAssocID="{E62DAD3C-683A-41CB-9E28-712F68F18929}" presName="linearFlow" presStyleCnt="0">
        <dgm:presLayoutVars>
          <dgm:dir/>
          <dgm:animLvl val="lvl"/>
          <dgm:resizeHandles val="exact"/>
        </dgm:presLayoutVars>
      </dgm:prSet>
      <dgm:spPr/>
    </dgm:pt>
    <dgm:pt modelId="{0DBEB80C-1C8E-498C-BC07-41A13FBDFE4A}" type="pres">
      <dgm:prSet presAssocID="{2B05DC62-A820-4326-B142-4CCE727F4238}" presName="composite" presStyleCnt="0"/>
      <dgm:spPr/>
    </dgm:pt>
    <dgm:pt modelId="{B2E607A5-B3D4-4F26-8B1F-277CD483A7F1}" type="pres">
      <dgm:prSet presAssocID="{2B05DC62-A820-4326-B142-4CCE727F4238}" presName="parentText" presStyleLbl="alignNode1" presStyleIdx="0" presStyleCnt="4">
        <dgm:presLayoutVars>
          <dgm:chMax val="1"/>
          <dgm:bulletEnabled val="1"/>
        </dgm:presLayoutVars>
      </dgm:prSet>
      <dgm:spPr/>
    </dgm:pt>
    <dgm:pt modelId="{68E1F133-9DAE-4A19-8A25-261FB63B4403}" type="pres">
      <dgm:prSet presAssocID="{2B05DC62-A820-4326-B142-4CCE727F4238}" presName="descendantText" presStyleLbl="alignAcc1" presStyleIdx="0" presStyleCnt="4" custLinFactNeighborX="0">
        <dgm:presLayoutVars>
          <dgm:bulletEnabled val="1"/>
        </dgm:presLayoutVars>
      </dgm:prSet>
      <dgm:spPr/>
    </dgm:pt>
    <dgm:pt modelId="{28FA9AF2-2937-4F1B-8C37-33C0F998EA06}" type="pres">
      <dgm:prSet presAssocID="{933400C2-BE04-440C-B250-0B067B42632A}" presName="sp" presStyleCnt="0"/>
      <dgm:spPr/>
    </dgm:pt>
    <dgm:pt modelId="{3E8E7560-4801-41DE-91AB-3DBCAE2EB01F}" type="pres">
      <dgm:prSet presAssocID="{BFC250B5-D7EF-43B7-B4BD-AE4F01B9420D}" presName="composite" presStyleCnt="0"/>
      <dgm:spPr/>
    </dgm:pt>
    <dgm:pt modelId="{F131C0C9-14EC-46B7-82C5-219798579497}" type="pres">
      <dgm:prSet presAssocID="{BFC250B5-D7EF-43B7-B4BD-AE4F01B9420D}" presName="parentText" presStyleLbl="alignNode1" presStyleIdx="1" presStyleCnt="4">
        <dgm:presLayoutVars>
          <dgm:chMax val="1"/>
          <dgm:bulletEnabled val="1"/>
        </dgm:presLayoutVars>
      </dgm:prSet>
      <dgm:spPr/>
    </dgm:pt>
    <dgm:pt modelId="{24BC295C-8A56-4CE3-85ED-DC2C4A0C65FA}" type="pres">
      <dgm:prSet presAssocID="{BFC250B5-D7EF-43B7-B4BD-AE4F01B9420D}" presName="descendantText" presStyleLbl="alignAcc1" presStyleIdx="1" presStyleCnt="4" custLinFactNeighborX="0">
        <dgm:presLayoutVars>
          <dgm:bulletEnabled val="1"/>
        </dgm:presLayoutVars>
      </dgm:prSet>
      <dgm:spPr/>
    </dgm:pt>
    <dgm:pt modelId="{DF654A63-F91F-414F-A7E0-C174C132A36D}" type="pres">
      <dgm:prSet presAssocID="{8C675437-998A-41AD-BAE4-940C8DE1F8EF}" presName="sp" presStyleCnt="0"/>
      <dgm:spPr/>
    </dgm:pt>
    <dgm:pt modelId="{4D13F328-81A9-4D2C-A697-79AF1BE06F95}" type="pres">
      <dgm:prSet presAssocID="{4599F508-4DCB-4095-AC7A-2BBAA302DE59}" presName="composite" presStyleCnt="0"/>
      <dgm:spPr/>
    </dgm:pt>
    <dgm:pt modelId="{22CE0B53-7208-47A7-ADFC-592B8EB93376}" type="pres">
      <dgm:prSet presAssocID="{4599F508-4DCB-4095-AC7A-2BBAA302DE59}" presName="parentText" presStyleLbl="alignNode1" presStyleIdx="2" presStyleCnt="4">
        <dgm:presLayoutVars>
          <dgm:chMax val="1"/>
          <dgm:bulletEnabled val="1"/>
        </dgm:presLayoutVars>
      </dgm:prSet>
      <dgm:spPr/>
    </dgm:pt>
    <dgm:pt modelId="{16F70EEB-5A88-49D3-9F85-C80C6279F690}" type="pres">
      <dgm:prSet presAssocID="{4599F508-4DCB-4095-AC7A-2BBAA302DE59}" presName="descendantText" presStyleLbl="alignAcc1" presStyleIdx="2" presStyleCnt="4" custLinFactNeighborX="0">
        <dgm:presLayoutVars>
          <dgm:bulletEnabled val="1"/>
        </dgm:presLayoutVars>
      </dgm:prSet>
      <dgm:spPr/>
    </dgm:pt>
    <dgm:pt modelId="{7213A0C8-B1D4-4A2A-8D61-08C2693D0300}" type="pres">
      <dgm:prSet presAssocID="{47AC2DD5-BB0F-4CD7-8435-BF5D96FC2E7D}" presName="sp" presStyleCnt="0"/>
      <dgm:spPr/>
    </dgm:pt>
    <dgm:pt modelId="{43B4D42A-9617-4599-B800-E5F8B3ABA1B3}" type="pres">
      <dgm:prSet presAssocID="{CE44C2B5-A35F-47EC-BD18-2E8AC44D5A1A}" presName="composite" presStyleCnt="0"/>
      <dgm:spPr/>
    </dgm:pt>
    <dgm:pt modelId="{2D38E172-C2D2-42A0-8CC6-620B503FCF62}" type="pres">
      <dgm:prSet presAssocID="{CE44C2B5-A35F-47EC-BD18-2E8AC44D5A1A}" presName="parentText" presStyleLbl="alignNode1" presStyleIdx="3" presStyleCnt="4">
        <dgm:presLayoutVars>
          <dgm:chMax val="1"/>
          <dgm:bulletEnabled val="1"/>
        </dgm:presLayoutVars>
      </dgm:prSet>
      <dgm:spPr/>
    </dgm:pt>
    <dgm:pt modelId="{52DACF64-8930-47FD-ABED-F16A1DE2073C}" type="pres">
      <dgm:prSet presAssocID="{CE44C2B5-A35F-47EC-BD18-2E8AC44D5A1A}" presName="descendantText" presStyleLbl="alignAcc1" presStyleIdx="3" presStyleCnt="4" custLinFactNeighborY="0">
        <dgm:presLayoutVars>
          <dgm:bulletEnabled val="1"/>
        </dgm:presLayoutVars>
      </dgm:prSet>
      <dgm:spPr/>
    </dgm:pt>
  </dgm:ptLst>
  <dgm:cxnLst>
    <dgm:cxn modelId="{72A07140-EDD9-46E9-B824-4676969BBC33}" type="presOf" srcId="{2B05DC62-A820-4326-B142-4CCE727F4238}" destId="{B2E607A5-B3D4-4F26-8B1F-277CD483A7F1}" srcOrd="0" destOrd="0" presId="urn:microsoft.com/office/officeart/2005/8/layout/chevron2"/>
    <dgm:cxn modelId="{0776065E-7323-4F85-9BF0-62997F6FB7BB}" type="presOf" srcId="{BFC250B5-D7EF-43B7-B4BD-AE4F01B9420D}" destId="{F131C0C9-14EC-46B7-82C5-219798579497}" srcOrd="0" destOrd="0" presId="urn:microsoft.com/office/officeart/2005/8/layout/chevron2"/>
    <dgm:cxn modelId="{ADD4D763-D05A-4223-B4E3-E58B0DBA3FF0}" srcId="{E62DAD3C-683A-41CB-9E28-712F68F18929}" destId="{BFC250B5-D7EF-43B7-B4BD-AE4F01B9420D}" srcOrd="1" destOrd="0" parTransId="{7E044180-0688-4805-94C6-ED0091552D8D}" sibTransId="{8C675437-998A-41AD-BAE4-940C8DE1F8EF}"/>
    <dgm:cxn modelId="{721B5A4A-9921-44F4-B1BE-9DC53D1C2881}" type="presOf" srcId="{A5BA9065-97FF-430D-969E-4E30791E53A7}" destId="{68E1F133-9DAE-4A19-8A25-261FB63B4403}" srcOrd="0" destOrd="0" presId="urn:microsoft.com/office/officeart/2005/8/layout/chevron2"/>
    <dgm:cxn modelId="{6A74F94A-C01E-40B6-B2EA-971B8F880553}" type="presOf" srcId="{BA3EE8E6-2B39-42F8-9E45-45028F184E2D}" destId="{52DACF64-8930-47FD-ABED-F16A1DE2073C}" srcOrd="0" destOrd="0" presId="urn:microsoft.com/office/officeart/2005/8/layout/chevron2"/>
    <dgm:cxn modelId="{694A0B52-6FB7-4482-B4AC-BE87D4B5B257}" type="presOf" srcId="{4599F508-4DCB-4095-AC7A-2BBAA302DE59}" destId="{22CE0B53-7208-47A7-ADFC-592B8EB93376}" srcOrd="0" destOrd="0" presId="urn:microsoft.com/office/officeart/2005/8/layout/chevron2"/>
    <dgm:cxn modelId="{B0BDEF54-C921-4757-B30C-F4B7CC8DD3DE}" srcId="{BFC250B5-D7EF-43B7-B4BD-AE4F01B9420D}" destId="{41A6C984-39FE-4173-9EB4-575EAC8745C0}" srcOrd="0" destOrd="0" parTransId="{E81104DE-3FBF-4038-8261-C09DA9C17685}" sibTransId="{85DB9106-FA48-4A3B-A909-083FC14BEAA8}"/>
    <dgm:cxn modelId="{83641B98-3E8A-41EF-86A7-A64BFB2CED5D}" srcId="{E62DAD3C-683A-41CB-9E28-712F68F18929}" destId="{4599F508-4DCB-4095-AC7A-2BBAA302DE59}" srcOrd="2" destOrd="0" parTransId="{6357CAE7-E875-4E34-BE91-D021C7BA8BF7}" sibTransId="{47AC2DD5-BB0F-4CD7-8435-BF5D96FC2E7D}"/>
    <dgm:cxn modelId="{1D2A939D-B389-42ED-8D64-13AE15DCA3E0}" srcId="{E62DAD3C-683A-41CB-9E28-712F68F18929}" destId="{CE44C2B5-A35F-47EC-BD18-2E8AC44D5A1A}" srcOrd="3" destOrd="0" parTransId="{B746CD73-8FC9-469B-A1FC-7761CBD91D0F}" sibTransId="{D49DF2D1-450C-4626-8A8D-1BA60BD6B856}"/>
    <dgm:cxn modelId="{89FD6CA3-AD49-4358-ABB3-B1D34A844155}" srcId="{CE44C2B5-A35F-47EC-BD18-2E8AC44D5A1A}" destId="{BA3EE8E6-2B39-42F8-9E45-45028F184E2D}" srcOrd="0" destOrd="0" parTransId="{8E91A12A-5EE2-4BC0-9EA1-21E6CD317256}" sibTransId="{E6367684-3A26-4EF8-9A7D-919A82DCC84A}"/>
    <dgm:cxn modelId="{14A031B2-64EB-4008-8B97-D778936F7965}" type="presOf" srcId="{3C9C11C7-5319-4494-8F2A-12CCEDE3AEEC}" destId="{16F70EEB-5A88-49D3-9F85-C80C6279F690}" srcOrd="0" destOrd="0" presId="urn:microsoft.com/office/officeart/2005/8/layout/chevron2"/>
    <dgm:cxn modelId="{7DEBA6B3-9490-48D1-8FE0-77158CE3E1BF}" type="presOf" srcId="{41A6C984-39FE-4173-9EB4-575EAC8745C0}" destId="{24BC295C-8A56-4CE3-85ED-DC2C4A0C65FA}" srcOrd="0" destOrd="0" presId="urn:microsoft.com/office/officeart/2005/8/layout/chevron2"/>
    <dgm:cxn modelId="{C9BFD0C0-4070-45C8-8356-A3EEC2B9EAC5}" type="presOf" srcId="{CE44C2B5-A35F-47EC-BD18-2E8AC44D5A1A}" destId="{2D38E172-C2D2-42A0-8CC6-620B503FCF62}" srcOrd="0" destOrd="0" presId="urn:microsoft.com/office/officeart/2005/8/layout/chevron2"/>
    <dgm:cxn modelId="{6BDF7EC7-F673-43B3-8349-0C15E44055C2}" type="presOf" srcId="{E62DAD3C-683A-41CB-9E28-712F68F18929}" destId="{241CC0C7-B702-443A-9B34-1D872E8BBEE3}" srcOrd="0" destOrd="0" presId="urn:microsoft.com/office/officeart/2005/8/layout/chevron2"/>
    <dgm:cxn modelId="{A95AD0CA-D1C6-48B6-9C1A-710B0EB4D057}" srcId="{E62DAD3C-683A-41CB-9E28-712F68F18929}" destId="{2B05DC62-A820-4326-B142-4CCE727F4238}" srcOrd="0" destOrd="0" parTransId="{516C3BD9-5D0D-4390-9588-68348A2A476E}" sibTransId="{933400C2-BE04-440C-B250-0B067B42632A}"/>
    <dgm:cxn modelId="{D43286CE-53C3-427A-A9F8-8E731D2F8966}" srcId="{2B05DC62-A820-4326-B142-4CCE727F4238}" destId="{A5BA9065-97FF-430D-969E-4E30791E53A7}" srcOrd="0" destOrd="0" parTransId="{27490618-8DCB-4A32-B140-094CB67DBD76}" sibTransId="{F6861AB3-8C03-4667-9FB0-945A6F614E48}"/>
    <dgm:cxn modelId="{BB4A08EB-5220-4AA1-91FB-8A491BFCD134}" srcId="{4599F508-4DCB-4095-AC7A-2BBAA302DE59}" destId="{3C9C11C7-5319-4494-8F2A-12CCEDE3AEEC}" srcOrd="0" destOrd="0" parTransId="{DDE1B954-19CC-4E85-BE01-DA6072B2B038}" sibTransId="{AEB33511-3369-4C2B-BA5E-05481B76D1EB}"/>
    <dgm:cxn modelId="{04222D47-9603-4508-BE58-D81AFECB91B5}" type="presParOf" srcId="{241CC0C7-B702-443A-9B34-1D872E8BBEE3}" destId="{0DBEB80C-1C8E-498C-BC07-41A13FBDFE4A}" srcOrd="0" destOrd="0" presId="urn:microsoft.com/office/officeart/2005/8/layout/chevron2"/>
    <dgm:cxn modelId="{C69FC301-8261-4B2B-AD0A-FAE5A3A46F4E}" type="presParOf" srcId="{0DBEB80C-1C8E-498C-BC07-41A13FBDFE4A}" destId="{B2E607A5-B3D4-4F26-8B1F-277CD483A7F1}" srcOrd="0" destOrd="0" presId="urn:microsoft.com/office/officeart/2005/8/layout/chevron2"/>
    <dgm:cxn modelId="{5DB4A7BD-1F70-4083-A914-EC0C5CB7A31E}" type="presParOf" srcId="{0DBEB80C-1C8E-498C-BC07-41A13FBDFE4A}" destId="{68E1F133-9DAE-4A19-8A25-261FB63B4403}" srcOrd="1" destOrd="0" presId="urn:microsoft.com/office/officeart/2005/8/layout/chevron2"/>
    <dgm:cxn modelId="{E4035BBA-3E93-4D41-8B54-8B2057795CC8}" type="presParOf" srcId="{241CC0C7-B702-443A-9B34-1D872E8BBEE3}" destId="{28FA9AF2-2937-4F1B-8C37-33C0F998EA06}" srcOrd="1" destOrd="0" presId="urn:microsoft.com/office/officeart/2005/8/layout/chevron2"/>
    <dgm:cxn modelId="{BDBA79EF-B43E-42B3-A2AC-4CF5557C3542}" type="presParOf" srcId="{241CC0C7-B702-443A-9B34-1D872E8BBEE3}" destId="{3E8E7560-4801-41DE-91AB-3DBCAE2EB01F}" srcOrd="2" destOrd="0" presId="urn:microsoft.com/office/officeart/2005/8/layout/chevron2"/>
    <dgm:cxn modelId="{72393F57-46E7-40B3-B01F-4A95E75B6683}" type="presParOf" srcId="{3E8E7560-4801-41DE-91AB-3DBCAE2EB01F}" destId="{F131C0C9-14EC-46B7-82C5-219798579497}" srcOrd="0" destOrd="0" presId="urn:microsoft.com/office/officeart/2005/8/layout/chevron2"/>
    <dgm:cxn modelId="{FE1BBDE0-6BEE-4DB6-ADE1-128D40831FCD}" type="presParOf" srcId="{3E8E7560-4801-41DE-91AB-3DBCAE2EB01F}" destId="{24BC295C-8A56-4CE3-85ED-DC2C4A0C65FA}" srcOrd="1" destOrd="0" presId="urn:microsoft.com/office/officeart/2005/8/layout/chevron2"/>
    <dgm:cxn modelId="{C0E20E0B-D525-4475-8682-D33B27B45DE4}" type="presParOf" srcId="{241CC0C7-B702-443A-9B34-1D872E8BBEE3}" destId="{DF654A63-F91F-414F-A7E0-C174C132A36D}" srcOrd="3" destOrd="0" presId="urn:microsoft.com/office/officeart/2005/8/layout/chevron2"/>
    <dgm:cxn modelId="{E27B585B-2499-4074-B7FB-0182B6369D84}" type="presParOf" srcId="{241CC0C7-B702-443A-9B34-1D872E8BBEE3}" destId="{4D13F328-81A9-4D2C-A697-79AF1BE06F95}" srcOrd="4" destOrd="0" presId="urn:microsoft.com/office/officeart/2005/8/layout/chevron2"/>
    <dgm:cxn modelId="{D644C98A-2344-4E10-AB2F-FBF572F60CB1}" type="presParOf" srcId="{4D13F328-81A9-4D2C-A697-79AF1BE06F95}" destId="{22CE0B53-7208-47A7-ADFC-592B8EB93376}" srcOrd="0" destOrd="0" presId="urn:microsoft.com/office/officeart/2005/8/layout/chevron2"/>
    <dgm:cxn modelId="{4E634AD5-1477-4E13-A1E5-1BC0FE694C55}" type="presParOf" srcId="{4D13F328-81A9-4D2C-A697-79AF1BE06F95}" destId="{16F70EEB-5A88-49D3-9F85-C80C6279F690}" srcOrd="1" destOrd="0" presId="urn:microsoft.com/office/officeart/2005/8/layout/chevron2"/>
    <dgm:cxn modelId="{0EBCA984-8663-4956-86AE-673172FBDB6C}" type="presParOf" srcId="{241CC0C7-B702-443A-9B34-1D872E8BBEE3}" destId="{7213A0C8-B1D4-4A2A-8D61-08C2693D0300}" srcOrd="5" destOrd="0" presId="urn:microsoft.com/office/officeart/2005/8/layout/chevron2"/>
    <dgm:cxn modelId="{714E95C1-DD9F-4D8E-9AA5-06CCA9DB1063}" type="presParOf" srcId="{241CC0C7-B702-443A-9B34-1D872E8BBEE3}" destId="{43B4D42A-9617-4599-B800-E5F8B3ABA1B3}" srcOrd="6" destOrd="0" presId="urn:microsoft.com/office/officeart/2005/8/layout/chevron2"/>
    <dgm:cxn modelId="{0C55C780-3F30-412D-ABD1-BC5B18309A78}" type="presParOf" srcId="{43B4D42A-9617-4599-B800-E5F8B3ABA1B3}" destId="{2D38E172-C2D2-42A0-8CC6-620B503FCF62}" srcOrd="0" destOrd="0" presId="urn:microsoft.com/office/officeart/2005/8/layout/chevron2"/>
    <dgm:cxn modelId="{D44969FE-5976-48CE-BF50-A3E8F0A70833}" type="presParOf" srcId="{43B4D42A-9617-4599-B800-E5F8B3ABA1B3}" destId="{52DACF64-8930-47FD-ABED-F16A1DE2073C}"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2DAD3C-683A-41CB-9E28-712F68F18929}"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fr-FR"/>
        </a:p>
      </dgm:t>
    </dgm:pt>
    <dgm:pt modelId="{A5BA9065-97FF-430D-969E-4E30791E53A7}">
      <dgm:prSet phldrT="[Text]" custT="1"/>
      <dgm:spPr>
        <a:solidFill>
          <a:prstClr val="white">
            <a:alpha val="90000"/>
            <a:hueOff val="0"/>
            <a:satOff val="0"/>
            <a:lumOff val="0"/>
            <a:alphaOff val="0"/>
          </a:prstClr>
        </a:solidFill>
        <a:ln w="12700" cap="flat" cmpd="sng" algn="ctr">
          <a:solidFill>
            <a:srgbClr val="4472C4">
              <a:hueOff val="0"/>
              <a:satOff val="0"/>
              <a:lumOff val="0"/>
              <a:alphaOff val="0"/>
            </a:srgbClr>
          </a:solidFill>
          <a:prstDash val="solid"/>
          <a:miter lim="800000"/>
        </a:ln>
        <a:effectLst/>
      </dgm:spPr>
      <dgm:t>
        <a:bodyPr spcFirstLastPara="0" vert="horz" wrap="square" lIns="284480" tIns="25400" rIns="25400" bIns="25400" numCol="1" spcCol="1270" anchor="ctr" anchorCtr="0"/>
        <a:lstStyle/>
        <a:p>
          <a:pPr marL="285750" lvl="1" indent="-285750" algn="l" defTabSz="1778000">
            <a:lnSpc>
              <a:spcPct val="90000"/>
            </a:lnSpc>
            <a:spcBef>
              <a:spcPct val="0"/>
            </a:spcBef>
            <a:spcAft>
              <a:spcPct val="15000"/>
            </a:spcAft>
            <a:buNone/>
          </a:pPr>
          <a:r>
            <a:rPr lang="fr-FR" sz="4000" kern="1200" dirty="0">
              <a:solidFill>
                <a:prstClr val="black">
                  <a:hueOff val="0"/>
                  <a:satOff val="0"/>
                  <a:lumOff val="0"/>
                  <a:alphaOff val="0"/>
                </a:prstClr>
              </a:solidFill>
              <a:latin typeface="Cambria" panose="02040503050406030204" pitchFamily="18" charset="0"/>
              <a:ea typeface="Cambria" panose="02040503050406030204" pitchFamily="18" charset="0"/>
              <a:cs typeface="+mn-cs"/>
            </a:rPr>
            <a:t>Logiciel Libre vs Open Source</a:t>
          </a:r>
        </a:p>
      </dgm:t>
    </dgm:pt>
    <dgm:pt modelId="{27490618-8DCB-4A32-B140-094CB67DBD76}" type="parTrans" cxnId="{D43286CE-53C3-427A-A9F8-8E731D2F8966}">
      <dgm:prSet/>
      <dgm:spPr/>
      <dgm:t>
        <a:bodyPr/>
        <a:lstStyle/>
        <a:p>
          <a:endParaRPr lang="fr-FR">
            <a:latin typeface="Cambria" panose="02040503050406030204" pitchFamily="18" charset="0"/>
            <a:ea typeface="Cambria" panose="02040503050406030204" pitchFamily="18" charset="0"/>
          </a:endParaRPr>
        </a:p>
      </dgm:t>
    </dgm:pt>
    <dgm:pt modelId="{F6861AB3-8C03-4667-9FB0-945A6F614E48}" type="sibTrans" cxnId="{D43286CE-53C3-427A-A9F8-8E731D2F8966}">
      <dgm:prSet/>
      <dgm:spPr/>
      <dgm:t>
        <a:bodyPr/>
        <a:lstStyle/>
        <a:p>
          <a:endParaRPr lang="fr-FR">
            <a:latin typeface="Cambria" panose="02040503050406030204" pitchFamily="18" charset="0"/>
            <a:ea typeface="Cambria" panose="02040503050406030204" pitchFamily="18" charset="0"/>
          </a:endParaRPr>
        </a:p>
      </dgm:t>
    </dgm:pt>
    <dgm:pt modelId="{2B05DC62-A820-4326-B142-4CCE727F4238}">
      <dgm:prSet phldrT="[Text]"/>
      <dgm:spPr/>
      <dgm:t>
        <a:bodyPr/>
        <a:lstStyle/>
        <a:p>
          <a:r>
            <a:rPr lang="fr-FR" dirty="0">
              <a:latin typeface="Cambria" panose="02040503050406030204" pitchFamily="18" charset="0"/>
              <a:ea typeface="Cambria" panose="02040503050406030204" pitchFamily="18" charset="0"/>
            </a:rPr>
            <a:t>1</a:t>
          </a:r>
        </a:p>
      </dgm:t>
    </dgm:pt>
    <dgm:pt modelId="{516C3BD9-5D0D-4390-9588-68348A2A476E}" type="parTrans" cxnId="{A95AD0CA-D1C6-48B6-9C1A-710B0EB4D057}">
      <dgm:prSet/>
      <dgm:spPr/>
      <dgm:t>
        <a:bodyPr/>
        <a:lstStyle/>
        <a:p>
          <a:endParaRPr lang="fr-FR">
            <a:latin typeface="Cambria" panose="02040503050406030204" pitchFamily="18" charset="0"/>
            <a:ea typeface="Cambria" panose="02040503050406030204" pitchFamily="18" charset="0"/>
          </a:endParaRPr>
        </a:p>
      </dgm:t>
    </dgm:pt>
    <dgm:pt modelId="{933400C2-BE04-440C-B250-0B067B42632A}" type="sibTrans" cxnId="{A95AD0CA-D1C6-48B6-9C1A-710B0EB4D057}">
      <dgm:prSet/>
      <dgm:spPr/>
      <dgm:t>
        <a:bodyPr/>
        <a:lstStyle/>
        <a:p>
          <a:endParaRPr lang="fr-FR">
            <a:latin typeface="Cambria" panose="02040503050406030204" pitchFamily="18" charset="0"/>
            <a:ea typeface="Cambria" panose="02040503050406030204" pitchFamily="18" charset="0"/>
          </a:endParaRPr>
        </a:p>
      </dgm:t>
    </dgm:pt>
    <dgm:pt modelId="{BFC250B5-D7EF-43B7-B4BD-AE4F01B9420D}">
      <dgm:prSet phldrT="[Text]"/>
      <dgm:spPr/>
      <dgm:t>
        <a:bodyPr/>
        <a:lstStyle/>
        <a:p>
          <a:r>
            <a:rPr lang="fr-FR" dirty="0">
              <a:latin typeface="Cambria" panose="02040503050406030204" pitchFamily="18" charset="0"/>
              <a:ea typeface="Cambria" panose="02040503050406030204" pitchFamily="18" charset="0"/>
            </a:rPr>
            <a:t>2</a:t>
          </a:r>
        </a:p>
      </dgm:t>
    </dgm:pt>
    <dgm:pt modelId="{7E044180-0688-4805-94C6-ED0091552D8D}" type="parTrans" cxnId="{ADD4D763-D05A-4223-B4E3-E58B0DBA3FF0}">
      <dgm:prSet/>
      <dgm:spPr/>
      <dgm:t>
        <a:bodyPr/>
        <a:lstStyle/>
        <a:p>
          <a:endParaRPr lang="fr-FR">
            <a:latin typeface="Cambria" panose="02040503050406030204" pitchFamily="18" charset="0"/>
            <a:ea typeface="Cambria" panose="02040503050406030204" pitchFamily="18" charset="0"/>
          </a:endParaRPr>
        </a:p>
      </dgm:t>
    </dgm:pt>
    <dgm:pt modelId="{8C675437-998A-41AD-BAE4-940C8DE1F8EF}" type="sibTrans" cxnId="{ADD4D763-D05A-4223-B4E3-E58B0DBA3FF0}">
      <dgm:prSet/>
      <dgm:spPr/>
      <dgm:t>
        <a:bodyPr/>
        <a:lstStyle/>
        <a:p>
          <a:endParaRPr lang="fr-FR">
            <a:latin typeface="Cambria" panose="02040503050406030204" pitchFamily="18" charset="0"/>
            <a:ea typeface="Cambria" panose="02040503050406030204" pitchFamily="18" charset="0"/>
          </a:endParaRPr>
        </a:p>
      </dgm:t>
    </dgm:pt>
    <dgm:pt modelId="{41A6C984-39FE-4173-9EB4-575EAC8745C0}">
      <dgm:prSet phldrT="[Text]" custT="1"/>
      <dgm:spPr>
        <a:solidFill>
          <a:srgbClr val="4472C4">
            <a:lumMod val="75000"/>
            <a:alpha val="90000"/>
          </a:srgbClr>
        </a:solidFill>
        <a:ln w="12700" cap="flat" cmpd="sng" algn="ctr">
          <a:solidFill>
            <a:srgbClr val="4472C4">
              <a:hueOff val="0"/>
              <a:satOff val="0"/>
              <a:lumOff val="0"/>
              <a:alphaOff val="0"/>
            </a:srgbClr>
          </a:solidFill>
          <a:prstDash val="solid"/>
          <a:miter lim="800000"/>
        </a:ln>
        <a:effectLst/>
      </dgm:spPr>
      <dgm:t>
        <a:bodyPr spcFirstLastPara="0" vert="horz" wrap="square" lIns="284480" tIns="25400" rIns="25400" bIns="25400" numCol="1" spcCol="1270" anchor="ctr" anchorCtr="0"/>
        <a:lstStyle/>
        <a:p>
          <a:pPr marL="285750" lvl="1" indent="-285750" algn="l" defTabSz="1778000">
            <a:lnSpc>
              <a:spcPct val="90000"/>
            </a:lnSpc>
            <a:spcBef>
              <a:spcPct val="0"/>
            </a:spcBef>
            <a:spcAft>
              <a:spcPct val="15000"/>
            </a:spcAft>
            <a:buNone/>
          </a:pPr>
          <a:r>
            <a:rPr lang="fr-FR" sz="4000" kern="1200" dirty="0">
              <a:solidFill>
                <a:prstClr val="white"/>
              </a:solidFill>
              <a:latin typeface="Cambria" panose="02040503050406030204" pitchFamily="18" charset="0"/>
              <a:ea typeface="Cambria" panose="02040503050406030204" pitchFamily="18" charset="0"/>
              <a:cs typeface="+mn-cs"/>
            </a:rPr>
            <a:t>Importance et Enjeux</a:t>
          </a:r>
        </a:p>
      </dgm:t>
    </dgm:pt>
    <dgm:pt modelId="{E81104DE-3FBF-4038-8261-C09DA9C17685}" type="parTrans" cxnId="{B0BDEF54-C921-4757-B30C-F4B7CC8DD3DE}">
      <dgm:prSet/>
      <dgm:spPr/>
      <dgm:t>
        <a:bodyPr/>
        <a:lstStyle/>
        <a:p>
          <a:endParaRPr lang="fr-FR">
            <a:latin typeface="Cambria" panose="02040503050406030204" pitchFamily="18" charset="0"/>
            <a:ea typeface="Cambria" panose="02040503050406030204" pitchFamily="18" charset="0"/>
          </a:endParaRPr>
        </a:p>
      </dgm:t>
    </dgm:pt>
    <dgm:pt modelId="{85DB9106-FA48-4A3B-A909-083FC14BEAA8}" type="sibTrans" cxnId="{B0BDEF54-C921-4757-B30C-F4B7CC8DD3DE}">
      <dgm:prSet/>
      <dgm:spPr/>
      <dgm:t>
        <a:bodyPr/>
        <a:lstStyle/>
        <a:p>
          <a:endParaRPr lang="fr-FR">
            <a:latin typeface="Cambria" panose="02040503050406030204" pitchFamily="18" charset="0"/>
            <a:ea typeface="Cambria" panose="02040503050406030204" pitchFamily="18" charset="0"/>
          </a:endParaRPr>
        </a:p>
      </dgm:t>
    </dgm:pt>
    <dgm:pt modelId="{4599F508-4DCB-4095-AC7A-2BBAA302DE59}">
      <dgm:prSet phldrT="[Text]"/>
      <dgm:spPr/>
      <dgm:t>
        <a:bodyPr/>
        <a:lstStyle/>
        <a:p>
          <a:r>
            <a:rPr lang="fr-FR" dirty="0">
              <a:latin typeface="Cambria" panose="02040503050406030204" pitchFamily="18" charset="0"/>
              <a:ea typeface="Cambria" panose="02040503050406030204" pitchFamily="18" charset="0"/>
            </a:rPr>
            <a:t>3</a:t>
          </a:r>
        </a:p>
      </dgm:t>
    </dgm:pt>
    <dgm:pt modelId="{6357CAE7-E875-4E34-BE91-D021C7BA8BF7}" type="parTrans" cxnId="{83641B98-3E8A-41EF-86A7-A64BFB2CED5D}">
      <dgm:prSet/>
      <dgm:spPr/>
      <dgm:t>
        <a:bodyPr/>
        <a:lstStyle/>
        <a:p>
          <a:endParaRPr lang="fr-FR">
            <a:latin typeface="Cambria" panose="02040503050406030204" pitchFamily="18" charset="0"/>
            <a:ea typeface="Cambria" panose="02040503050406030204" pitchFamily="18" charset="0"/>
          </a:endParaRPr>
        </a:p>
      </dgm:t>
    </dgm:pt>
    <dgm:pt modelId="{47AC2DD5-BB0F-4CD7-8435-BF5D96FC2E7D}" type="sibTrans" cxnId="{83641B98-3E8A-41EF-86A7-A64BFB2CED5D}">
      <dgm:prSet/>
      <dgm:spPr/>
      <dgm:t>
        <a:bodyPr/>
        <a:lstStyle/>
        <a:p>
          <a:endParaRPr lang="fr-FR">
            <a:latin typeface="Cambria" panose="02040503050406030204" pitchFamily="18" charset="0"/>
            <a:ea typeface="Cambria" panose="02040503050406030204" pitchFamily="18" charset="0"/>
          </a:endParaRPr>
        </a:p>
      </dgm:t>
    </dgm:pt>
    <dgm:pt modelId="{3C9C11C7-5319-4494-8F2A-12CCEDE3AEEC}">
      <dgm:prSet phldrT="[Text]"/>
      <dgm:spPr/>
      <dgm:t>
        <a:bodyPr/>
        <a:lstStyle/>
        <a:p>
          <a:pPr>
            <a:buNone/>
          </a:pPr>
          <a:r>
            <a:rPr lang="fr-FR" dirty="0">
              <a:latin typeface="Cambria" panose="02040503050406030204" pitchFamily="18" charset="0"/>
              <a:ea typeface="Cambria" panose="02040503050406030204" pitchFamily="18" charset="0"/>
            </a:rPr>
            <a:t>Applications concrètes et bonnes pratiques</a:t>
          </a:r>
        </a:p>
      </dgm:t>
    </dgm:pt>
    <dgm:pt modelId="{DDE1B954-19CC-4E85-BE01-DA6072B2B038}" type="parTrans" cxnId="{BB4A08EB-5220-4AA1-91FB-8A491BFCD134}">
      <dgm:prSet/>
      <dgm:spPr/>
      <dgm:t>
        <a:bodyPr/>
        <a:lstStyle/>
        <a:p>
          <a:endParaRPr lang="fr-FR">
            <a:latin typeface="Cambria" panose="02040503050406030204" pitchFamily="18" charset="0"/>
            <a:ea typeface="Cambria" panose="02040503050406030204" pitchFamily="18" charset="0"/>
          </a:endParaRPr>
        </a:p>
      </dgm:t>
    </dgm:pt>
    <dgm:pt modelId="{AEB33511-3369-4C2B-BA5E-05481B76D1EB}" type="sibTrans" cxnId="{BB4A08EB-5220-4AA1-91FB-8A491BFCD134}">
      <dgm:prSet/>
      <dgm:spPr/>
      <dgm:t>
        <a:bodyPr/>
        <a:lstStyle/>
        <a:p>
          <a:endParaRPr lang="fr-FR">
            <a:latin typeface="Cambria" panose="02040503050406030204" pitchFamily="18" charset="0"/>
            <a:ea typeface="Cambria" panose="02040503050406030204" pitchFamily="18" charset="0"/>
          </a:endParaRPr>
        </a:p>
      </dgm:t>
    </dgm:pt>
    <dgm:pt modelId="{CE44C2B5-A35F-47EC-BD18-2E8AC44D5A1A}">
      <dgm:prSet phldrT="[Text]"/>
      <dgm:spPr/>
      <dgm:t>
        <a:bodyPr/>
        <a:lstStyle/>
        <a:p>
          <a:r>
            <a:rPr lang="fr-FR" dirty="0">
              <a:latin typeface="Cambria" panose="02040503050406030204" pitchFamily="18" charset="0"/>
              <a:ea typeface="Cambria" panose="02040503050406030204" pitchFamily="18" charset="0"/>
            </a:rPr>
            <a:t>4</a:t>
          </a:r>
        </a:p>
      </dgm:t>
    </dgm:pt>
    <dgm:pt modelId="{B746CD73-8FC9-469B-A1FC-7761CBD91D0F}" type="parTrans" cxnId="{1D2A939D-B389-42ED-8D64-13AE15DCA3E0}">
      <dgm:prSet/>
      <dgm:spPr/>
      <dgm:t>
        <a:bodyPr/>
        <a:lstStyle/>
        <a:p>
          <a:endParaRPr lang="fr-FR">
            <a:latin typeface="Cambria" panose="02040503050406030204" pitchFamily="18" charset="0"/>
            <a:ea typeface="Cambria" panose="02040503050406030204" pitchFamily="18" charset="0"/>
          </a:endParaRPr>
        </a:p>
      </dgm:t>
    </dgm:pt>
    <dgm:pt modelId="{D49DF2D1-450C-4626-8A8D-1BA60BD6B856}" type="sibTrans" cxnId="{1D2A939D-B389-42ED-8D64-13AE15DCA3E0}">
      <dgm:prSet/>
      <dgm:spPr/>
      <dgm:t>
        <a:bodyPr/>
        <a:lstStyle/>
        <a:p>
          <a:endParaRPr lang="fr-FR">
            <a:latin typeface="Cambria" panose="02040503050406030204" pitchFamily="18" charset="0"/>
            <a:ea typeface="Cambria" panose="02040503050406030204" pitchFamily="18" charset="0"/>
          </a:endParaRPr>
        </a:p>
      </dgm:t>
    </dgm:pt>
    <dgm:pt modelId="{BA3EE8E6-2B39-42F8-9E45-45028F184E2D}">
      <dgm:prSet phldrT="[Text]"/>
      <dgm:spPr/>
      <dgm:t>
        <a:bodyPr/>
        <a:lstStyle/>
        <a:p>
          <a:pPr>
            <a:buNone/>
          </a:pPr>
          <a:r>
            <a:rPr lang="fr-FR" dirty="0">
              <a:latin typeface="Cambria" panose="02040503050406030204" pitchFamily="18" charset="0"/>
              <a:ea typeface="Cambria" panose="02040503050406030204" pitchFamily="18" charset="0"/>
            </a:rPr>
            <a:t>Perspectives au Cameroun</a:t>
          </a:r>
        </a:p>
      </dgm:t>
    </dgm:pt>
    <dgm:pt modelId="{8E91A12A-5EE2-4BC0-9EA1-21E6CD317256}" type="parTrans" cxnId="{89FD6CA3-AD49-4358-ABB3-B1D34A844155}">
      <dgm:prSet/>
      <dgm:spPr/>
      <dgm:t>
        <a:bodyPr/>
        <a:lstStyle/>
        <a:p>
          <a:endParaRPr lang="fr-FR">
            <a:latin typeface="Cambria" panose="02040503050406030204" pitchFamily="18" charset="0"/>
            <a:ea typeface="Cambria" panose="02040503050406030204" pitchFamily="18" charset="0"/>
          </a:endParaRPr>
        </a:p>
      </dgm:t>
    </dgm:pt>
    <dgm:pt modelId="{E6367684-3A26-4EF8-9A7D-919A82DCC84A}" type="sibTrans" cxnId="{89FD6CA3-AD49-4358-ABB3-B1D34A844155}">
      <dgm:prSet/>
      <dgm:spPr/>
      <dgm:t>
        <a:bodyPr/>
        <a:lstStyle/>
        <a:p>
          <a:endParaRPr lang="fr-FR">
            <a:latin typeface="Cambria" panose="02040503050406030204" pitchFamily="18" charset="0"/>
            <a:ea typeface="Cambria" panose="02040503050406030204" pitchFamily="18" charset="0"/>
          </a:endParaRPr>
        </a:p>
      </dgm:t>
    </dgm:pt>
    <dgm:pt modelId="{241CC0C7-B702-443A-9B34-1D872E8BBEE3}" type="pres">
      <dgm:prSet presAssocID="{E62DAD3C-683A-41CB-9E28-712F68F18929}" presName="linearFlow" presStyleCnt="0">
        <dgm:presLayoutVars>
          <dgm:dir/>
          <dgm:animLvl val="lvl"/>
          <dgm:resizeHandles val="exact"/>
        </dgm:presLayoutVars>
      </dgm:prSet>
      <dgm:spPr/>
    </dgm:pt>
    <dgm:pt modelId="{0DBEB80C-1C8E-498C-BC07-41A13FBDFE4A}" type="pres">
      <dgm:prSet presAssocID="{2B05DC62-A820-4326-B142-4CCE727F4238}" presName="composite" presStyleCnt="0"/>
      <dgm:spPr/>
    </dgm:pt>
    <dgm:pt modelId="{B2E607A5-B3D4-4F26-8B1F-277CD483A7F1}" type="pres">
      <dgm:prSet presAssocID="{2B05DC62-A820-4326-B142-4CCE727F4238}" presName="parentText" presStyleLbl="alignNode1" presStyleIdx="0" presStyleCnt="4">
        <dgm:presLayoutVars>
          <dgm:chMax val="1"/>
          <dgm:bulletEnabled val="1"/>
        </dgm:presLayoutVars>
      </dgm:prSet>
      <dgm:spPr/>
    </dgm:pt>
    <dgm:pt modelId="{68E1F133-9DAE-4A19-8A25-261FB63B4403}" type="pres">
      <dgm:prSet presAssocID="{2B05DC62-A820-4326-B142-4CCE727F4238}" presName="descendantText" presStyleLbl="alignAcc1" presStyleIdx="0" presStyleCnt="4" custLinFactNeighborX="0">
        <dgm:presLayoutVars>
          <dgm:bulletEnabled val="1"/>
        </dgm:presLayoutVars>
      </dgm:prSet>
      <dgm:spPr>
        <a:xfrm rot="5400000">
          <a:off x="5480738" y="-4300595"/>
          <a:ext cx="1091044" cy="9702578"/>
        </a:xfrm>
        <a:prstGeom prst="round2SameRect">
          <a:avLst/>
        </a:prstGeom>
      </dgm:spPr>
    </dgm:pt>
    <dgm:pt modelId="{28FA9AF2-2937-4F1B-8C37-33C0F998EA06}" type="pres">
      <dgm:prSet presAssocID="{933400C2-BE04-440C-B250-0B067B42632A}" presName="sp" presStyleCnt="0"/>
      <dgm:spPr/>
    </dgm:pt>
    <dgm:pt modelId="{3E8E7560-4801-41DE-91AB-3DBCAE2EB01F}" type="pres">
      <dgm:prSet presAssocID="{BFC250B5-D7EF-43B7-B4BD-AE4F01B9420D}" presName="composite" presStyleCnt="0"/>
      <dgm:spPr/>
    </dgm:pt>
    <dgm:pt modelId="{F131C0C9-14EC-46B7-82C5-219798579497}" type="pres">
      <dgm:prSet presAssocID="{BFC250B5-D7EF-43B7-B4BD-AE4F01B9420D}" presName="parentText" presStyleLbl="alignNode1" presStyleIdx="1" presStyleCnt="4">
        <dgm:presLayoutVars>
          <dgm:chMax val="1"/>
          <dgm:bulletEnabled val="1"/>
        </dgm:presLayoutVars>
      </dgm:prSet>
      <dgm:spPr/>
    </dgm:pt>
    <dgm:pt modelId="{24BC295C-8A56-4CE3-85ED-DC2C4A0C65FA}" type="pres">
      <dgm:prSet presAssocID="{BFC250B5-D7EF-43B7-B4BD-AE4F01B9420D}" presName="descendantText" presStyleLbl="alignAcc1" presStyleIdx="1" presStyleCnt="4" custLinFactNeighborX="0">
        <dgm:presLayoutVars>
          <dgm:bulletEnabled val="1"/>
        </dgm:presLayoutVars>
      </dgm:prSet>
      <dgm:spPr>
        <a:xfrm rot="5400000">
          <a:off x="5480738" y="-2764878"/>
          <a:ext cx="1091044" cy="9702578"/>
        </a:xfrm>
        <a:prstGeom prst="round2SameRect">
          <a:avLst/>
        </a:prstGeom>
      </dgm:spPr>
    </dgm:pt>
    <dgm:pt modelId="{DF654A63-F91F-414F-A7E0-C174C132A36D}" type="pres">
      <dgm:prSet presAssocID="{8C675437-998A-41AD-BAE4-940C8DE1F8EF}" presName="sp" presStyleCnt="0"/>
      <dgm:spPr/>
    </dgm:pt>
    <dgm:pt modelId="{4D13F328-81A9-4D2C-A697-79AF1BE06F95}" type="pres">
      <dgm:prSet presAssocID="{4599F508-4DCB-4095-AC7A-2BBAA302DE59}" presName="composite" presStyleCnt="0"/>
      <dgm:spPr/>
    </dgm:pt>
    <dgm:pt modelId="{22CE0B53-7208-47A7-ADFC-592B8EB93376}" type="pres">
      <dgm:prSet presAssocID="{4599F508-4DCB-4095-AC7A-2BBAA302DE59}" presName="parentText" presStyleLbl="alignNode1" presStyleIdx="2" presStyleCnt="4">
        <dgm:presLayoutVars>
          <dgm:chMax val="1"/>
          <dgm:bulletEnabled val="1"/>
        </dgm:presLayoutVars>
      </dgm:prSet>
      <dgm:spPr/>
    </dgm:pt>
    <dgm:pt modelId="{16F70EEB-5A88-49D3-9F85-C80C6279F690}" type="pres">
      <dgm:prSet presAssocID="{4599F508-4DCB-4095-AC7A-2BBAA302DE59}" presName="descendantText" presStyleLbl="alignAcc1" presStyleIdx="2" presStyleCnt="4" custLinFactNeighborX="0">
        <dgm:presLayoutVars>
          <dgm:bulletEnabled val="1"/>
        </dgm:presLayoutVars>
      </dgm:prSet>
      <dgm:spPr/>
    </dgm:pt>
    <dgm:pt modelId="{7213A0C8-B1D4-4A2A-8D61-08C2693D0300}" type="pres">
      <dgm:prSet presAssocID="{47AC2DD5-BB0F-4CD7-8435-BF5D96FC2E7D}" presName="sp" presStyleCnt="0"/>
      <dgm:spPr/>
    </dgm:pt>
    <dgm:pt modelId="{43B4D42A-9617-4599-B800-E5F8B3ABA1B3}" type="pres">
      <dgm:prSet presAssocID="{CE44C2B5-A35F-47EC-BD18-2E8AC44D5A1A}" presName="composite" presStyleCnt="0"/>
      <dgm:spPr/>
    </dgm:pt>
    <dgm:pt modelId="{2D38E172-C2D2-42A0-8CC6-620B503FCF62}" type="pres">
      <dgm:prSet presAssocID="{CE44C2B5-A35F-47EC-BD18-2E8AC44D5A1A}" presName="parentText" presStyleLbl="alignNode1" presStyleIdx="3" presStyleCnt="4">
        <dgm:presLayoutVars>
          <dgm:chMax val="1"/>
          <dgm:bulletEnabled val="1"/>
        </dgm:presLayoutVars>
      </dgm:prSet>
      <dgm:spPr/>
    </dgm:pt>
    <dgm:pt modelId="{52DACF64-8930-47FD-ABED-F16A1DE2073C}" type="pres">
      <dgm:prSet presAssocID="{CE44C2B5-A35F-47EC-BD18-2E8AC44D5A1A}" presName="descendantText" presStyleLbl="alignAcc1" presStyleIdx="3" presStyleCnt="4" custLinFactNeighborY="0">
        <dgm:presLayoutVars>
          <dgm:bulletEnabled val="1"/>
        </dgm:presLayoutVars>
      </dgm:prSet>
      <dgm:spPr/>
    </dgm:pt>
  </dgm:ptLst>
  <dgm:cxnLst>
    <dgm:cxn modelId="{72A07140-EDD9-46E9-B824-4676969BBC33}" type="presOf" srcId="{2B05DC62-A820-4326-B142-4CCE727F4238}" destId="{B2E607A5-B3D4-4F26-8B1F-277CD483A7F1}" srcOrd="0" destOrd="0" presId="urn:microsoft.com/office/officeart/2005/8/layout/chevron2"/>
    <dgm:cxn modelId="{0776065E-7323-4F85-9BF0-62997F6FB7BB}" type="presOf" srcId="{BFC250B5-D7EF-43B7-B4BD-AE4F01B9420D}" destId="{F131C0C9-14EC-46B7-82C5-219798579497}" srcOrd="0" destOrd="0" presId="urn:microsoft.com/office/officeart/2005/8/layout/chevron2"/>
    <dgm:cxn modelId="{ADD4D763-D05A-4223-B4E3-E58B0DBA3FF0}" srcId="{E62DAD3C-683A-41CB-9E28-712F68F18929}" destId="{BFC250B5-D7EF-43B7-B4BD-AE4F01B9420D}" srcOrd="1" destOrd="0" parTransId="{7E044180-0688-4805-94C6-ED0091552D8D}" sibTransId="{8C675437-998A-41AD-BAE4-940C8DE1F8EF}"/>
    <dgm:cxn modelId="{721B5A4A-9921-44F4-B1BE-9DC53D1C2881}" type="presOf" srcId="{A5BA9065-97FF-430D-969E-4E30791E53A7}" destId="{68E1F133-9DAE-4A19-8A25-261FB63B4403}" srcOrd="0" destOrd="0" presId="urn:microsoft.com/office/officeart/2005/8/layout/chevron2"/>
    <dgm:cxn modelId="{6A74F94A-C01E-40B6-B2EA-971B8F880553}" type="presOf" srcId="{BA3EE8E6-2B39-42F8-9E45-45028F184E2D}" destId="{52DACF64-8930-47FD-ABED-F16A1DE2073C}" srcOrd="0" destOrd="0" presId="urn:microsoft.com/office/officeart/2005/8/layout/chevron2"/>
    <dgm:cxn modelId="{694A0B52-6FB7-4482-B4AC-BE87D4B5B257}" type="presOf" srcId="{4599F508-4DCB-4095-AC7A-2BBAA302DE59}" destId="{22CE0B53-7208-47A7-ADFC-592B8EB93376}" srcOrd="0" destOrd="0" presId="urn:microsoft.com/office/officeart/2005/8/layout/chevron2"/>
    <dgm:cxn modelId="{B0BDEF54-C921-4757-B30C-F4B7CC8DD3DE}" srcId="{BFC250B5-D7EF-43B7-B4BD-AE4F01B9420D}" destId="{41A6C984-39FE-4173-9EB4-575EAC8745C0}" srcOrd="0" destOrd="0" parTransId="{E81104DE-3FBF-4038-8261-C09DA9C17685}" sibTransId="{85DB9106-FA48-4A3B-A909-083FC14BEAA8}"/>
    <dgm:cxn modelId="{83641B98-3E8A-41EF-86A7-A64BFB2CED5D}" srcId="{E62DAD3C-683A-41CB-9E28-712F68F18929}" destId="{4599F508-4DCB-4095-AC7A-2BBAA302DE59}" srcOrd="2" destOrd="0" parTransId="{6357CAE7-E875-4E34-BE91-D021C7BA8BF7}" sibTransId="{47AC2DD5-BB0F-4CD7-8435-BF5D96FC2E7D}"/>
    <dgm:cxn modelId="{1D2A939D-B389-42ED-8D64-13AE15DCA3E0}" srcId="{E62DAD3C-683A-41CB-9E28-712F68F18929}" destId="{CE44C2B5-A35F-47EC-BD18-2E8AC44D5A1A}" srcOrd="3" destOrd="0" parTransId="{B746CD73-8FC9-469B-A1FC-7761CBD91D0F}" sibTransId="{D49DF2D1-450C-4626-8A8D-1BA60BD6B856}"/>
    <dgm:cxn modelId="{89FD6CA3-AD49-4358-ABB3-B1D34A844155}" srcId="{CE44C2B5-A35F-47EC-BD18-2E8AC44D5A1A}" destId="{BA3EE8E6-2B39-42F8-9E45-45028F184E2D}" srcOrd="0" destOrd="0" parTransId="{8E91A12A-5EE2-4BC0-9EA1-21E6CD317256}" sibTransId="{E6367684-3A26-4EF8-9A7D-919A82DCC84A}"/>
    <dgm:cxn modelId="{14A031B2-64EB-4008-8B97-D778936F7965}" type="presOf" srcId="{3C9C11C7-5319-4494-8F2A-12CCEDE3AEEC}" destId="{16F70EEB-5A88-49D3-9F85-C80C6279F690}" srcOrd="0" destOrd="0" presId="urn:microsoft.com/office/officeart/2005/8/layout/chevron2"/>
    <dgm:cxn modelId="{7DEBA6B3-9490-48D1-8FE0-77158CE3E1BF}" type="presOf" srcId="{41A6C984-39FE-4173-9EB4-575EAC8745C0}" destId="{24BC295C-8A56-4CE3-85ED-DC2C4A0C65FA}" srcOrd="0" destOrd="0" presId="urn:microsoft.com/office/officeart/2005/8/layout/chevron2"/>
    <dgm:cxn modelId="{C9BFD0C0-4070-45C8-8356-A3EEC2B9EAC5}" type="presOf" srcId="{CE44C2B5-A35F-47EC-BD18-2E8AC44D5A1A}" destId="{2D38E172-C2D2-42A0-8CC6-620B503FCF62}" srcOrd="0" destOrd="0" presId="urn:microsoft.com/office/officeart/2005/8/layout/chevron2"/>
    <dgm:cxn modelId="{6BDF7EC7-F673-43B3-8349-0C15E44055C2}" type="presOf" srcId="{E62DAD3C-683A-41CB-9E28-712F68F18929}" destId="{241CC0C7-B702-443A-9B34-1D872E8BBEE3}" srcOrd="0" destOrd="0" presId="urn:microsoft.com/office/officeart/2005/8/layout/chevron2"/>
    <dgm:cxn modelId="{A95AD0CA-D1C6-48B6-9C1A-710B0EB4D057}" srcId="{E62DAD3C-683A-41CB-9E28-712F68F18929}" destId="{2B05DC62-A820-4326-B142-4CCE727F4238}" srcOrd="0" destOrd="0" parTransId="{516C3BD9-5D0D-4390-9588-68348A2A476E}" sibTransId="{933400C2-BE04-440C-B250-0B067B42632A}"/>
    <dgm:cxn modelId="{D43286CE-53C3-427A-A9F8-8E731D2F8966}" srcId="{2B05DC62-A820-4326-B142-4CCE727F4238}" destId="{A5BA9065-97FF-430D-969E-4E30791E53A7}" srcOrd="0" destOrd="0" parTransId="{27490618-8DCB-4A32-B140-094CB67DBD76}" sibTransId="{F6861AB3-8C03-4667-9FB0-945A6F614E48}"/>
    <dgm:cxn modelId="{BB4A08EB-5220-4AA1-91FB-8A491BFCD134}" srcId="{4599F508-4DCB-4095-AC7A-2BBAA302DE59}" destId="{3C9C11C7-5319-4494-8F2A-12CCEDE3AEEC}" srcOrd="0" destOrd="0" parTransId="{DDE1B954-19CC-4E85-BE01-DA6072B2B038}" sibTransId="{AEB33511-3369-4C2B-BA5E-05481B76D1EB}"/>
    <dgm:cxn modelId="{04222D47-9603-4508-BE58-D81AFECB91B5}" type="presParOf" srcId="{241CC0C7-B702-443A-9B34-1D872E8BBEE3}" destId="{0DBEB80C-1C8E-498C-BC07-41A13FBDFE4A}" srcOrd="0" destOrd="0" presId="urn:microsoft.com/office/officeart/2005/8/layout/chevron2"/>
    <dgm:cxn modelId="{C69FC301-8261-4B2B-AD0A-FAE5A3A46F4E}" type="presParOf" srcId="{0DBEB80C-1C8E-498C-BC07-41A13FBDFE4A}" destId="{B2E607A5-B3D4-4F26-8B1F-277CD483A7F1}" srcOrd="0" destOrd="0" presId="urn:microsoft.com/office/officeart/2005/8/layout/chevron2"/>
    <dgm:cxn modelId="{5DB4A7BD-1F70-4083-A914-EC0C5CB7A31E}" type="presParOf" srcId="{0DBEB80C-1C8E-498C-BC07-41A13FBDFE4A}" destId="{68E1F133-9DAE-4A19-8A25-261FB63B4403}" srcOrd="1" destOrd="0" presId="urn:microsoft.com/office/officeart/2005/8/layout/chevron2"/>
    <dgm:cxn modelId="{E4035BBA-3E93-4D41-8B54-8B2057795CC8}" type="presParOf" srcId="{241CC0C7-B702-443A-9B34-1D872E8BBEE3}" destId="{28FA9AF2-2937-4F1B-8C37-33C0F998EA06}" srcOrd="1" destOrd="0" presId="urn:microsoft.com/office/officeart/2005/8/layout/chevron2"/>
    <dgm:cxn modelId="{BDBA79EF-B43E-42B3-A2AC-4CF5557C3542}" type="presParOf" srcId="{241CC0C7-B702-443A-9B34-1D872E8BBEE3}" destId="{3E8E7560-4801-41DE-91AB-3DBCAE2EB01F}" srcOrd="2" destOrd="0" presId="urn:microsoft.com/office/officeart/2005/8/layout/chevron2"/>
    <dgm:cxn modelId="{72393F57-46E7-40B3-B01F-4A95E75B6683}" type="presParOf" srcId="{3E8E7560-4801-41DE-91AB-3DBCAE2EB01F}" destId="{F131C0C9-14EC-46B7-82C5-219798579497}" srcOrd="0" destOrd="0" presId="urn:microsoft.com/office/officeart/2005/8/layout/chevron2"/>
    <dgm:cxn modelId="{FE1BBDE0-6BEE-4DB6-ADE1-128D40831FCD}" type="presParOf" srcId="{3E8E7560-4801-41DE-91AB-3DBCAE2EB01F}" destId="{24BC295C-8A56-4CE3-85ED-DC2C4A0C65FA}" srcOrd="1" destOrd="0" presId="urn:microsoft.com/office/officeart/2005/8/layout/chevron2"/>
    <dgm:cxn modelId="{C0E20E0B-D525-4475-8682-D33B27B45DE4}" type="presParOf" srcId="{241CC0C7-B702-443A-9B34-1D872E8BBEE3}" destId="{DF654A63-F91F-414F-A7E0-C174C132A36D}" srcOrd="3" destOrd="0" presId="urn:microsoft.com/office/officeart/2005/8/layout/chevron2"/>
    <dgm:cxn modelId="{E27B585B-2499-4074-B7FB-0182B6369D84}" type="presParOf" srcId="{241CC0C7-B702-443A-9B34-1D872E8BBEE3}" destId="{4D13F328-81A9-4D2C-A697-79AF1BE06F95}" srcOrd="4" destOrd="0" presId="urn:microsoft.com/office/officeart/2005/8/layout/chevron2"/>
    <dgm:cxn modelId="{D644C98A-2344-4E10-AB2F-FBF572F60CB1}" type="presParOf" srcId="{4D13F328-81A9-4D2C-A697-79AF1BE06F95}" destId="{22CE0B53-7208-47A7-ADFC-592B8EB93376}" srcOrd="0" destOrd="0" presId="urn:microsoft.com/office/officeart/2005/8/layout/chevron2"/>
    <dgm:cxn modelId="{4E634AD5-1477-4E13-A1E5-1BC0FE694C55}" type="presParOf" srcId="{4D13F328-81A9-4D2C-A697-79AF1BE06F95}" destId="{16F70EEB-5A88-49D3-9F85-C80C6279F690}" srcOrd="1" destOrd="0" presId="urn:microsoft.com/office/officeart/2005/8/layout/chevron2"/>
    <dgm:cxn modelId="{0EBCA984-8663-4956-86AE-673172FBDB6C}" type="presParOf" srcId="{241CC0C7-B702-443A-9B34-1D872E8BBEE3}" destId="{7213A0C8-B1D4-4A2A-8D61-08C2693D0300}" srcOrd="5" destOrd="0" presId="urn:microsoft.com/office/officeart/2005/8/layout/chevron2"/>
    <dgm:cxn modelId="{714E95C1-DD9F-4D8E-9AA5-06CCA9DB1063}" type="presParOf" srcId="{241CC0C7-B702-443A-9B34-1D872E8BBEE3}" destId="{43B4D42A-9617-4599-B800-E5F8B3ABA1B3}" srcOrd="6" destOrd="0" presId="urn:microsoft.com/office/officeart/2005/8/layout/chevron2"/>
    <dgm:cxn modelId="{0C55C780-3F30-412D-ABD1-BC5B18309A78}" type="presParOf" srcId="{43B4D42A-9617-4599-B800-E5F8B3ABA1B3}" destId="{2D38E172-C2D2-42A0-8CC6-620B503FCF62}" srcOrd="0" destOrd="0" presId="urn:microsoft.com/office/officeart/2005/8/layout/chevron2"/>
    <dgm:cxn modelId="{D44969FE-5976-48CE-BF50-A3E8F0A70833}" type="presParOf" srcId="{43B4D42A-9617-4599-B800-E5F8B3ABA1B3}" destId="{52DACF64-8930-47FD-ABED-F16A1DE2073C}"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62DAD3C-683A-41CB-9E28-712F68F18929}"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fr-FR"/>
        </a:p>
      </dgm:t>
    </dgm:pt>
    <dgm:pt modelId="{A5BA9065-97FF-430D-969E-4E30791E53A7}">
      <dgm:prSet phldrT="[Text]" custT="1"/>
      <dgm:spPr>
        <a:solidFill>
          <a:schemeClr val="bg1">
            <a:alpha val="90000"/>
          </a:schemeClr>
        </a:solidFill>
      </dgm:spPr>
      <dgm:t>
        <a:bodyPr/>
        <a:lstStyle/>
        <a:p>
          <a:pPr>
            <a:buNone/>
          </a:pPr>
          <a:r>
            <a:rPr lang="fr-FR" sz="4000" dirty="0">
              <a:solidFill>
                <a:schemeClr val="tx1"/>
              </a:solidFill>
              <a:latin typeface="Cambria" panose="02040503050406030204" pitchFamily="18" charset="0"/>
              <a:ea typeface="Cambria" panose="02040503050406030204" pitchFamily="18" charset="0"/>
            </a:rPr>
            <a:t>Logiciel Libre vs Open Source</a:t>
          </a:r>
        </a:p>
      </dgm:t>
    </dgm:pt>
    <dgm:pt modelId="{27490618-8DCB-4A32-B140-094CB67DBD76}" type="parTrans" cxnId="{D43286CE-53C3-427A-A9F8-8E731D2F8966}">
      <dgm:prSet/>
      <dgm:spPr/>
      <dgm:t>
        <a:bodyPr/>
        <a:lstStyle/>
        <a:p>
          <a:endParaRPr lang="fr-FR">
            <a:latin typeface="Cambria" panose="02040503050406030204" pitchFamily="18" charset="0"/>
            <a:ea typeface="Cambria" panose="02040503050406030204" pitchFamily="18" charset="0"/>
          </a:endParaRPr>
        </a:p>
      </dgm:t>
    </dgm:pt>
    <dgm:pt modelId="{F6861AB3-8C03-4667-9FB0-945A6F614E48}" type="sibTrans" cxnId="{D43286CE-53C3-427A-A9F8-8E731D2F8966}">
      <dgm:prSet/>
      <dgm:spPr/>
      <dgm:t>
        <a:bodyPr/>
        <a:lstStyle/>
        <a:p>
          <a:endParaRPr lang="fr-FR">
            <a:latin typeface="Cambria" panose="02040503050406030204" pitchFamily="18" charset="0"/>
            <a:ea typeface="Cambria" panose="02040503050406030204" pitchFamily="18" charset="0"/>
          </a:endParaRPr>
        </a:p>
      </dgm:t>
    </dgm:pt>
    <dgm:pt modelId="{2B05DC62-A820-4326-B142-4CCE727F4238}">
      <dgm:prSet phldrT="[Text]"/>
      <dgm:spPr/>
      <dgm:t>
        <a:bodyPr/>
        <a:lstStyle/>
        <a:p>
          <a:r>
            <a:rPr lang="fr-FR" dirty="0">
              <a:latin typeface="Cambria" panose="02040503050406030204" pitchFamily="18" charset="0"/>
              <a:ea typeface="Cambria" panose="02040503050406030204" pitchFamily="18" charset="0"/>
            </a:rPr>
            <a:t>1</a:t>
          </a:r>
        </a:p>
      </dgm:t>
    </dgm:pt>
    <dgm:pt modelId="{516C3BD9-5D0D-4390-9588-68348A2A476E}" type="parTrans" cxnId="{A95AD0CA-D1C6-48B6-9C1A-710B0EB4D057}">
      <dgm:prSet/>
      <dgm:spPr/>
      <dgm:t>
        <a:bodyPr/>
        <a:lstStyle/>
        <a:p>
          <a:endParaRPr lang="fr-FR">
            <a:latin typeface="Cambria" panose="02040503050406030204" pitchFamily="18" charset="0"/>
            <a:ea typeface="Cambria" panose="02040503050406030204" pitchFamily="18" charset="0"/>
          </a:endParaRPr>
        </a:p>
      </dgm:t>
    </dgm:pt>
    <dgm:pt modelId="{933400C2-BE04-440C-B250-0B067B42632A}" type="sibTrans" cxnId="{A95AD0CA-D1C6-48B6-9C1A-710B0EB4D057}">
      <dgm:prSet/>
      <dgm:spPr/>
      <dgm:t>
        <a:bodyPr/>
        <a:lstStyle/>
        <a:p>
          <a:endParaRPr lang="fr-FR">
            <a:latin typeface="Cambria" panose="02040503050406030204" pitchFamily="18" charset="0"/>
            <a:ea typeface="Cambria" panose="02040503050406030204" pitchFamily="18" charset="0"/>
          </a:endParaRPr>
        </a:p>
      </dgm:t>
    </dgm:pt>
    <dgm:pt modelId="{BFC250B5-D7EF-43B7-B4BD-AE4F01B9420D}">
      <dgm:prSet phldrT="[Text]"/>
      <dgm:spPr/>
      <dgm:t>
        <a:bodyPr/>
        <a:lstStyle/>
        <a:p>
          <a:r>
            <a:rPr lang="fr-FR" dirty="0">
              <a:latin typeface="Cambria" panose="02040503050406030204" pitchFamily="18" charset="0"/>
              <a:ea typeface="Cambria" panose="02040503050406030204" pitchFamily="18" charset="0"/>
            </a:rPr>
            <a:t>2</a:t>
          </a:r>
        </a:p>
      </dgm:t>
    </dgm:pt>
    <dgm:pt modelId="{7E044180-0688-4805-94C6-ED0091552D8D}" type="parTrans" cxnId="{ADD4D763-D05A-4223-B4E3-E58B0DBA3FF0}">
      <dgm:prSet/>
      <dgm:spPr/>
      <dgm:t>
        <a:bodyPr/>
        <a:lstStyle/>
        <a:p>
          <a:endParaRPr lang="fr-FR">
            <a:latin typeface="Cambria" panose="02040503050406030204" pitchFamily="18" charset="0"/>
            <a:ea typeface="Cambria" panose="02040503050406030204" pitchFamily="18" charset="0"/>
          </a:endParaRPr>
        </a:p>
      </dgm:t>
    </dgm:pt>
    <dgm:pt modelId="{8C675437-998A-41AD-BAE4-940C8DE1F8EF}" type="sibTrans" cxnId="{ADD4D763-D05A-4223-B4E3-E58B0DBA3FF0}">
      <dgm:prSet/>
      <dgm:spPr/>
      <dgm:t>
        <a:bodyPr/>
        <a:lstStyle/>
        <a:p>
          <a:endParaRPr lang="fr-FR">
            <a:latin typeface="Cambria" panose="02040503050406030204" pitchFamily="18" charset="0"/>
            <a:ea typeface="Cambria" panose="02040503050406030204" pitchFamily="18" charset="0"/>
          </a:endParaRPr>
        </a:p>
      </dgm:t>
    </dgm:pt>
    <dgm:pt modelId="{41A6C984-39FE-4173-9EB4-575EAC8745C0}">
      <dgm:prSet phldrT="[Text]" custT="1"/>
      <dgm:spPr/>
      <dgm:t>
        <a:bodyPr/>
        <a:lstStyle/>
        <a:p>
          <a:pPr>
            <a:buNone/>
          </a:pPr>
          <a:r>
            <a:rPr lang="fr-FR" sz="4000" dirty="0">
              <a:latin typeface="Cambria" panose="02040503050406030204" pitchFamily="18" charset="0"/>
              <a:ea typeface="Cambria" panose="02040503050406030204" pitchFamily="18" charset="0"/>
            </a:rPr>
            <a:t>Importance et Enjeux</a:t>
          </a:r>
        </a:p>
      </dgm:t>
    </dgm:pt>
    <dgm:pt modelId="{E81104DE-3FBF-4038-8261-C09DA9C17685}" type="parTrans" cxnId="{B0BDEF54-C921-4757-B30C-F4B7CC8DD3DE}">
      <dgm:prSet/>
      <dgm:spPr/>
      <dgm:t>
        <a:bodyPr/>
        <a:lstStyle/>
        <a:p>
          <a:endParaRPr lang="fr-FR">
            <a:latin typeface="Cambria" panose="02040503050406030204" pitchFamily="18" charset="0"/>
            <a:ea typeface="Cambria" panose="02040503050406030204" pitchFamily="18" charset="0"/>
          </a:endParaRPr>
        </a:p>
      </dgm:t>
    </dgm:pt>
    <dgm:pt modelId="{85DB9106-FA48-4A3B-A909-083FC14BEAA8}" type="sibTrans" cxnId="{B0BDEF54-C921-4757-B30C-F4B7CC8DD3DE}">
      <dgm:prSet/>
      <dgm:spPr/>
      <dgm:t>
        <a:bodyPr/>
        <a:lstStyle/>
        <a:p>
          <a:endParaRPr lang="fr-FR">
            <a:latin typeface="Cambria" panose="02040503050406030204" pitchFamily="18" charset="0"/>
            <a:ea typeface="Cambria" panose="02040503050406030204" pitchFamily="18" charset="0"/>
          </a:endParaRPr>
        </a:p>
      </dgm:t>
    </dgm:pt>
    <dgm:pt modelId="{4599F508-4DCB-4095-AC7A-2BBAA302DE59}">
      <dgm:prSet phldrT="[Text]"/>
      <dgm:spPr/>
      <dgm:t>
        <a:bodyPr/>
        <a:lstStyle/>
        <a:p>
          <a:r>
            <a:rPr lang="fr-FR" dirty="0">
              <a:latin typeface="Cambria" panose="02040503050406030204" pitchFamily="18" charset="0"/>
              <a:ea typeface="Cambria" panose="02040503050406030204" pitchFamily="18" charset="0"/>
            </a:rPr>
            <a:t>3</a:t>
          </a:r>
        </a:p>
      </dgm:t>
    </dgm:pt>
    <dgm:pt modelId="{6357CAE7-E875-4E34-BE91-D021C7BA8BF7}" type="parTrans" cxnId="{83641B98-3E8A-41EF-86A7-A64BFB2CED5D}">
      <dgm:prSet/>
      <dgm:spPr/>
      <dgm:t>
        <a:bodyPr/>
        <a:lstStyle/>
        <a:p>
          <a:endParaRPr lang="fr-FR">
            <a:latin typeface="Cambria" panose="02040503050406030204" pitchFamily="18" charset="0"/>
            <a:ea typeface="Cambria" panose="02040503050406030204" pitchFamily="18" charset="0"/>
          </a:endParaRPr>
        </a:p>
      </dgm:t>
    </dgm:pt>
    <dgm:pt modelId="{47AC2DD5-BB0F-4CD7-8435-BF5D96FC2E7D}" type="sibTrans" cxnId="{83641B98-3E8A-41EF-86A7-A64BFB2CED5D}">
      <dgm:prSet/>
      <dgm:spPr/>
      <dgm:t>
        <a:bodyPr/>
        <a:lstStyle/>
        <a:p>
          <a:endParaRPr lang="fr-FR">
            <a:latin typeface="Cambria" panose="02040503050406030204" pitchFamily="18" charset="0"/>
            <a:ea typeface="Cambria" panose="02040503050406030204" pitchFamily="18" charset="0"/>
          </a:endParaRPr>
        </a:p>
      </dgm:t>
    </dgm:pt>
    <dgm:pt modelId="{3C9C11C7-5319-4494-8F2A-12CCEDE3AEEC}">
      <dgm:prSet phldrT="[Text]" custT="1"/>
      <dgm:spPr>
        <a:solidFill>
          <a:srgbClr val="4472C4">
            <a:lumMod val="75000"/>
            <a:alpha val="90000"/>
          </a:srgbClr>
        </a:solidFill>
        <a:ln w="12700" cap="flat" cmpd="sng" algn="ctr">
          <a:solidFill>
            <a:srgbClr val="4472C4">
              <a:hueOff val="0"/>
              <a:satOff val="0"/>
              <a:lumOff val="0"/>
              <a:alphaOff val="0"/>
            </a:srgbClr>
          </a:solidFill>
          <a:prstDash val="solid"/>
          <a:miter lim="800000"/>
        </a:ln>
        <a:effectLst/>
      </dgm:spPr>
      <dgm:t>
        <a:bodyPr spcFirstLastPara="0" vert="horz" wrap="square" lIns="284480" tIns="25400" rIns="25400" bIns="25400" numCol="1" spcCol="1270" anchor="ctr" anchorCtr="0"/>
        <a:lstStyle/>
        <a:p>
          <a:pPr marL="285750" lvl="1" indent="-285750" algn="l" defTabSz="1778000">
            <a:lnSpc>
              <a:spcPct val="90000"/>
            </a:lnSpc>
            <a:spcBef>
              <a:spcPct val="0"/>
            </a:spcBef>
            <a:spcAft>
              <a:spcPct val="15000"/>
            </a:spcAft>
            <a:buNone/>
          </a:pPr>
          <a:r>
            <a:rPr lang="fr-FR" sz="4000" kern="1200" dirty="0">
              <a:solidFill>
                <a:prstClr val="white"/>
              </a:solidFill>
              <a:latin typeface="Cambria" panose="02040503050406030204" pitchFamily="18" charset="0"/>
              <a:ea typeface="Cambria" panose="02040503050406030204" pitchFamily="18" charset="0"/>
              <a:cs typeface="+mn-cs"/>
            </a:rPr>
            <a:t>Applications concrètes et bonnes pratiques</a:t>
          </a:r>
        </a:p>
      </dgm:t>
    </dgm:pt>
    <dgm:pt modelId="{DDE1B954-19CC-4E85-BE01-DA6072B2B038}" type="parTrans" cxnId="{BB4A08EB-5220-4AA1-91FB-8A491BFCD134}">
      <dgm:prSet/>
      <dgm:spPr/>
      <dgm:t>
        <a:bodyPr/>
        <a:lstStyle/>
        <a:p>
          <a:endParaRPr lang="fr-FR">
            <a:latin typeface="Cambria" panose="02040503050406030204" pitchFamily="18" charset="0"/>
            <a:ea typeface="Cambria" panose="02040503050406030204" pitchFamily="18" charset="0"/>
          </a:endParaRPr>
        </a:p>
      </dgm:t>
    </dgm:pt>
    <dgm:pt modelId="{AEB33511-3369-4C2B-BA5E-05481B76D1EB}" type="sibTrans" cxnId="{BB4A08EB-5220-4AA1-91FB-8A491BFCD134}">
      <dgm:prSet/>
      <dgm:spPr/>
      <dgm:t>
        <a:bodyPr/>
        <a:lstStyle/>
        <a:p>
          <a:endParaRPr lang="fr-FR">
            <a:latin typeface="Cambria" panose="02040503050406030204" pitchFamily="18" charset="0"/>
            <a:ea typeface="Cambria" panose="02040503050406030204" pitchFamily="18" charset="0"/>
          </a:endParaRPr>
        </a:p>
      </dgm:t>
    </dgm:pt>
    <dgm:pt modelId="{CE44C2B5-A35F-47EC-BD18-2E8AC44D5A1A}">
      <dgm:prSet phldrT="[Text]"/>
      <dgm:spPr/>
      <dgm:t>
        <a:bodyPr/>
        <a:lstStyle/>
        <a:p>
          <a:r>
            <a:rPr lang="fr-FR" dirty="0">
              <a:latin typeface="Cambria" panose="02040503050406030204" pitchFamily="18" charset="0"/>
              <a:ea typeface="Cambria" panose="02040503050406030204" pitchFamily="18" charset="0"/>
            </a:rPr>
            <a:t>4</a:t>
          </a:r>
        </a:p>
      </dgm:t>
    </dgm:pt>
    <dgm:pt modelId="{B746CD73-8FC9-469B-A1FC-7761CBD91D0F}" type="parTrans" cxnId="{1D2A939D-B389-42ED-8D64-13AE15DCA3E0}">
      <dgm:prSet/>
      <dgm:spPr/>
      <dgm:t>
        <a:bodyPr/>
        <a:lstStyle/>
        <a:p>
          <a:endParaRPr lang="fr-FR">
            <a:latin typeface="Cambria" panose="02040503050406030204" pitchFamily="18" charset="0"/>
            <a:ea typeface="Cambria" panose="02040503050406030204" pitchFamily="18" charset="0"/>
          </a:endParaRPr>
        </a:p>
      </dgm:t>
    </dgm:pt>
    <dgm:pt modelId="{D49DF2D1-450C-4626-8A8D-1BA60BD6B856}" type="sibTrans" cxnId="{1D2A939D-B389-42ED-8D64-13AE15DCA3E0}">
      <dgm:prSet/>
      <dgm:spPr/>
      <dgm:t>
        <a:bodyPr/>
        <a:lstStyle/>
        <a:p>
          <a:endParaRPr lang="fr-FR">
            <a:latin typeface="Cambria" panose="02040503050406030204" pitchFamily="18" charset="0"/>
            <a:ea typeface="Cambria" panose="02040503050406030204" pitchFamily="18" charset="0"/>
          </a:endParaRPr>
        </a:p>
      </dgm:t>
    </dgm:pt>
    <dgm:pt modelId="{BA3EE8E6-2B39-42F8-9E45-45028F184E2D}">
      <dgm:prSet phldrT="[Text]" custT="1"/>
      <dgm:spPr>
        <a:solidFill>
          <a:prstClr val="white">
            <a:alpha val="90000"/>
            <a:hueOff val="0"/>
            <a:satOff val="0"/>
            <a:lumOff val="0"/>
            <a:alphaOff val="0"/>
          </a:prstClr>
        </a:solidFill>
        <a:ln w="12700" cap="flat" cmpd="sng" algn="ctr">
          <a:solidFill>
            <a:srgbClr val="4472C4">
              <a:hueOff val="0"/>
              <a:satOff val="0"/>
              <a:lumOff val="0"/>
              <a:alphaOff val="0"/>
            </a:srgbClr>
          </a:solidFill>
          <a:prstDash val="solid"/>
          <a:miter lim="800000"/>
        </a:ln>
        <a:effectLst/>
      </dgm:spPr>
      <dgm:t>
        <a:bodyPr spcFirstLastPara="0" vert="horz" wrap="square" lIns="284480" tIns="25400" rIns="25400" bIns="25400" numCol="1" spcCol="1270" anchor="ctr" anchorCtr="0"/>
        <a:lstStyle/>
        <a:p>
          <a:pPr marL="285750" lvl="1" indent="-285750" algn="l" defTabSz="1778000">
            <a:lnSpc>
              <a:spcPct val="90000"/>
            </a:lnSpc>
            <a:spcBef>
              <a:spcPct val="0"/>
            </a:spcBef>
            <a:spcAft>
              <a:spcPct val="15000"/>
            </a:spcAft>
            <a:buNone/>
          </a:pPr>
          <a:r>
            <a:rPr lang="fr-FR" sz="4000" kern="1200" dirty="0">
              <a:solidFill>
                <a:prstClr val="black">
                  <a:hueOff val="0"/>
                  <a:satOff val="0"/>
                  <a:lumOff val="0"/>
                  <a:alphaOff val="0"/>
                </a:prstClr>
              </a:solidFill>
              <a:latin typeface="Cambria" panose="02040503050406030204" pitchFamily="18" charset="0"/>
              <a:ea typeface="Cambria" panose="02040503050406030204" pitchFamily="18" charset="0"/>
              <a:cs typeface="+mn-cs"/>
            </a:rPr>
            <a:t>Perspectives au Cameroun</a:t>
          </a:r>
        </a:p>
      </dgm:t>
    </dgm:pt>
    <dgm:pt modelId="{8E91A12A-5EE2-4BC0-9EA1-21E6CD317256}" type="parTrans" cxnId="{89FD6CA3-AD49-4358-ABB3-B1D34A844155}">
      <dgm:prSet/>
      <dgm:spPr/>
      <dgm:t>
        <a:bodyPr/>
        <a:lstStyle/>
        <a:p>
          <a:endParaRPr lang="fr-FR">
            <a:latin typeface="Cambria" panose="02040503050406030204" pitchFamily="18" charset="0"/>
            <a:ea typeface="Cambria" panose="02040503050406030204" pitchFamily="18" charset="0"/>
          </a:endParaRPr>
        </a:p>
      </dgm:t>
    </dgm:pt>
    <dgm:pt modelId="{E6367684-3A26-4EF8-9A7D-919A82DCC84A}" type="sibTrans" cxnId="{89FD6CA3-AD49-4358-ABB3-B1D34A844155}">
      <dgm:prSet/>
      <dgm:spPr/>
      <dgm:t>
        <a:bodyPr/>
        <a:lstStyle/>
        <a:p>
          <a:endParaRPr lang="fr-FR">
            <a:latin typeface="Cambria" panose="02040503050406030204" pitchFamily="18" charset="0"/>
            <a:ea typeface="Cambria" panose="02040503050406030204" pitchFamily="18" charset="0"/>
          </a:endParaRPr>
        </a:p>
      </dgm:t>
    </dgm:pt>
    <dgm:pt modelId="{241CC0C7-B702-443A-9B34-1D872E8BBEE3}" type="pres">
      <dgm:prSet presAssocID="{E62DAD3C-683A-41CB-9E28-712F68F18929}" presName="linearFlow" presStyleCnt="0">
        <dgm:presLayoutVars>
          <dgm:dir/>
          <dgm:animLvl val="lvl"/>
          <dgm:resizeHandles val="exact"/>
        </dgm:presLayoutVars>
      </dgm:prSet>
      <dgm:spPr/>
    </dgm:pt>
    <dgm:pt modelId="{0DBEB80C-1C8E-498C-BC07-41A13FBDFE4A}" type="pres">
      <dgm:prSet presAssocID="{2B05DC62-A820-4326-B142-4CCE727F4238}" presName="composite" presStyleCnt="0"/>
      <dgm:spPr/>
    </dgm:pt>
    <dgm:pt modelId="{B2E607A5-B3D4-4F26-8B1F-277CD483A7F1}" type="pres">
      <dgm:prSet presAssocID="{2B05DC62-A820-4326-B142-4CCE727F4238}" presName="parentText" presStyleLbl="alignNode1" presStyleIdx="0" presStyleCnt="4">
        <dgm:presLayoutVars>
          <dgm:chMax val="1"/>
          <dgm:bulletEnabled val="1"/>
        </dgm:presLayoutVars>
      </dgm:prSet>
      <dgm:spPr/>
    </dgm:pt>
    <dgm:pt modelId="{68E1F133-9DAE-4A19-8A25-261FB63B4403}" type="pres">
      <dgm:prSet presAssocID="{2B05DC62-A820-4326-B142-4CCE727F4238}" presName="descendantText" presStyleLbl="alignAcc1" presStyleIdx="0" presStyleCnt="4" custLinFactNeighborX="0">
        <dgm:presLayoutVars>
          <dgm:bulletEnabled val="1"/>
        </dgm:presLayoutVars>
      </dgm:prSet>
      <dgm:spPr/>
    </dgm:pt>
    <dgm:pt modelId="{28FA9AF2-2937-4F1B-8C37-33C0F998EA06}" type="pres">
      <dgm:prSet presAssocID="{933400C2-BE04-440C-B250-0B067B42632A}" presName="sp" presStyleCnt="0"/>
      <dgm:spPr/>
    </dgm:pt>
    <dgm:pt modelId="{3E8E7560-4801-41DE-91AB-3DBCAE2EB01F}" type="pres">
      <dgm:prSet presAssocID="{BFC250B5-D7EF-43B7-B4BD-AE4F01B9420D}" presName="composite" presStyleCnt="0"/>
      <dgm:spPr/>
    </dgm:pt>
    <dgm:pt modelId="{F131C0C9-14EC-46B7-82C5-219798579497}" type="pres">
      <dgm:prSet presAssocID="{BFC250B5-D7EF-43B7-B4BD-AE4F01B9420D}" presName="parentText" presStyleLbl="alignNode1" presStyleIdx="1" presStyleCnt="4">
        <dgm:presLayoutVars>
          <dgm:chMax val="1"/>
          <dgm:bulletEnabled val="1"/>
        </dgm:presLayoutVars>
      </dgm:prSet>
      <dgm:spPr/>
    </dgm:pt>
    <dgm:pt modelId="{24BC295C-8A56-4CE3-85ED-DC2C4A0C65FA}" type="pres">
      <dgm:prSet presAssocID="{BFC250B5-D7EF-43B7-B4BD-AE4F01B9420D}" presName="descendantText" presStyleLbl="alignAcc1" presStyleIdx="1" presStyleCnt="4" custLinFactNeighborX="0">
        <dgm:presLayoutVars>
          <dgm:bulletEnabled val="1"/>
        </dgm:presLayoutVars>
      </dgm:prSet>
      <dgm:spPr/>
    </dgm:pt>
    <dgm:pt modelId="{DF654A63-F91F-414F-A7E0-C174C132A36D}" type="pres">
      <dgm:prSet presAssocID="{8C675437-998A-41AD-BAE4-940C8DE1F8EF}" presName="sp" presStyleCnt="0"/>
      <dgm:spPr/>
    </dgm:pt>
    <dgm:pt modelId="{4D13F328-81A9-4D2C-A697-79AF1BE06F95}" type="pres">
      <dgm:prSet presAssocID="{4599F508-4DCB-4095-AC7A-2BBAA302DE59}" presName="composite" presStyleCnt="0"/>
      <dgm:spPr/>
    </dgm:pt>
    <dgm:pt modelId="{22CE0B53-7208-47A7-ADFC-592B8EB93376}" type="pres">
      <dgm:prSet presAssocID="{4599F508-4DCB-4095-AC7A-2BBAA302DE59}" presName="parentText" presStyleLbl="alignNode1" presStyleIdx="2" presStyleCnt="4">
        <dgm:presLayoutVars>
          <dgm:chMax val="1"/>
          <dgm:bulletEnabled val="1"/>
        </dgm:presLayoutVars>
      </dgm:prSet>
      <dgm:spPr/>
    </dgm:pt>
    <dgm:pt modelId="{16F70EEB-5A88-49D3-9F85-C80C6279F690}" type="pres">
      <dgm:prSet presAssocID="{4599F508-4DCB-4095-AC7A-2BBAA302DE59}" presName="descendantText" presStyleLbl="alignAcc1" presStyleIdx="2" presStyleCnt="4" custLinFactNeighborX="0">
        <dgm:presLayoutVars>
          <dgm:bulletEnabled val="1"/>
        </dgm:presLayoutVars>
      </dgm:prSet>
      <dgm:spPr>
        <a:xfrm rot="5400000">
          <a:off x="5480738" y="-1229161"/>
          <a:ext cx="1091044" cy="9702578"/>
        </a:xfrm>
        <a:prstGeom prst="round2SameRect">
          <a:avLst/>
        </a:prstGeom>
      </dgm:spPr>
    </dgm:pt>
    <dgm:pt modelId="{7213A0C8-B1D4-4A2A-8D61-08C2693D0300}" type="pres">
      <dgm:prSet presAssocID="{47AC2DD5-BB0F-4CD7-8435-BF5D96FC2E7D}" presName="sp" presStyleCnt="0"/>
      <dgm:spPr/>
    </dgm:pt>
    <dgm:pt modelId="{43B4D42A-9617-4599-B800-E5F8B3ABA1B3}" type="pres">
      <dgm:prSet presAssocID="{CE44C2B5-A35F-47EC-BD18-2E8AC44D5A1A}" presName="composite" presStyleCnt="0"/>
      <dgm:spPr/>
    </dgm:pt>
    <dgm:pt modelId="{2D38E172-C2D2-42A0-8CC6-620B503FCF62}" type="pres">
      <dgm:prSet presAssocID="{CE44C2B5-A35F-47EC-BD18-2E8AC44D5A1A}" presName="parentText" presStyleLbl="alignNode1" presStyleIdx="3" presStyleCnt="4">
        <dgm:presLayoutVars>
          <dgm:chMax val="1"/>
          <dgm:bulletEnabled val="1"/>
        </dgm:presLayoutVars>
      </dgm:prSet>
      <dgm:spPr/>
    </dgm:pt>
    <dgm:pt modelId="{52DACF64-8930-47FD-ABED-F16A1DE2073C}" type="pres">
      <dgm:prSet presAssocID="{CE44C2B5-A35F-47EC-BD18-2E8AC44D5A1A}" presName="descendantText" presStyleLbl="alignAcc1" presStyleIdx="3" presStyleCnt="4" custLinFactNeighborY="0">
        <dgm:presLayoutVars>
          <dgm:bulletEnabled val="1"/>
        </dgm:presLayoutVars>
      </dgm:prSet>
      <dgm:spPr>
        <a:xfrm rot="5400000">
          <a:off x="5480738" y="306555"/>
          <a:ext cx="1091044" cy="9702578"/>
        </a:xfrm>
        <a:prstGeom prst="round2SameRect">
          <a:avLst/>
        </a:prstGeom>
      </dgm:spPr>
    </dgm:pt>
  </dgm:ptLst>
  <dgm:cxnLst>
    <dgm:cxn modelId="{72A07140-EDD9-46E9-B824-4676969BBC33}" type="presOf" srcId="{2B05DC62-A820-4326-B142-4CCE727F4238}" destId="{B2E607A5-B3D4-4F26-8B1F-277CD483A7F1}" srcOrd="0" destOrd="0" presId="urn:microsoft.com/office/officeart/2005/8/layout/chevron2"/>
    <dgm:cxn modelId="{0776065E-7323-4F85-9BF0-62997F6FB7BB}" type="presOf" srcId="{BFC250B5-D7EF-43B7-B4BD-AE4F01B9420D}" destId="{F131C0C9-14EC-46B7-82C5-219798579497}" srcOrd="0" destOrd="0" presId="urn:microsoft.com/office/officeart/2005/8/layout/chevron2"/>
    <dgm:cxn modelId="{ADD4D763-D05A-4223-B4E3-E58B0DBA3FF0}" srcId="{E62DAD3C-683A-41CB-9E28-712F68F18929}" destId="{BFC250B5-D7EF-43B7-B4BD-AE4F01B9420D}" srcOrd="1" destOrd="0" parTransId="{7E044180-0688-4805-94C6-ED0091552D8D}" sibTransId="{8C675437-998A-41AD-BAE4-940C8DE1F8EF}"/>
    <dgm:cxn modelId="{721B5A4A-9921-44F4-B1BE-9DC53D1C2881}" type="presOf" srcId="{A5BA9065-97FF-430D-969E-4E30791E53A7}" destId="{68E1F133-9DAE-4A19-8A25-261FB63B4403}" srcOrd="0" destOrd="0" presId="urn:microsoft.com/office/officeart/2005/8/layout/chevron2"/>
    <dgm:cxn modelId="{6A74F94A-C01E-40B6-B2EA-971B8F880553}" type="presOf" srcId="{BA3EE8E6-2B39-42F8-9E45-45028F184E2D}" destId="{52DACF64-8930-47FD-ABED-F16A1DE2073C}" srcOrd="0" destOrd="0" presId="urn:microsoft.com/office/officeart/2005/8/layout/chevron2"/>
    <dgm:cxn modelId="{694A0B52-6FB7-4482-B4AC-BE87D4B5B257}" type="presOf" srcId="{4599F508-4DCB-4095-AC7A-2BBAA302DE59}" destId="{22CE0B53-7208-47A7-ADFC-592B8EB93376}" srcOrd="0" destOrd="0" presId="urn:microsoft.com/office/officeart/2005/8/layout/chevron2"/>
    <dgm:cxn modelId="{B0BDEF54-C921-4757-B30C-F4B7CC8DD3DE}" srcId="{BFC250B5-D7EF-43B7-B4BD-AE4F01B9420D}" destId="{41A6C984-39FE-4173-9EB4-575EAC8745C0}" srcOrd="0" destOrd="0" parTransId="{E81104DE-3FBF-4038-8261-C09DA9C17685}" sibTransId="{85DB9106-FA48-4A3B-A909-083FC14BEAA8}"/>
    <dgm:cxn modelId="{83641B98-3E8A-41EF-86A7-A64BFB2CED5D}" srcId="{E62DAD3C-683A-41CB-9E28-712F68F18929}" destId="{4599F508-4DCB-4095-AC7A-2BBAA302DE59}" srcOrd="2" destOrd="0" parTransId="{6357CAE7-E875-4E34-BE91-D021C7BA8BF7}" sibTransId="{47AC2DD5-BB0F-4CD7-8435-BF5D96FC2E7D}"/>
    <dgm:cxn modelId="{1D2A939D-B389-42ED-8D64-13AE15DCA3E0}" srcId="{E62DAD3C-683A-41CB-9E28-712F68F18929}" destId="{CE44C2B5-A35F-47EC-BD18-2E8AC44D5A1A}" srcOrd="3" destOrd="0" parTransId="{B746CD73-8FC9-469B-A1FC-7761CBD91D0F}" sibTransId="{D49DF2D1-450C-4626-8A8D-1BA60BD6B856}"/>
    <dgm:cxn modelId="{89FD6CA3-AD49-4358-ABB3-B1D34A844155}" srcId="{CE44C2B5-A35F-47EC-BD18-2E8AC44D5A1A}" destId="{BA3EE8E6-2B39-42F8-9E45-45028F184E2D}" srcOrd="0" destOrd="0" parTransId="{8E91A12A-5EE2-4BC0-9EA1-21E6CD317256}" sibTransId="{E6367684-3A26-4EF8-9A7D-919A82DCC84A}"/>
    <dgm:cxn modelId="{14A031B2-64EB-4008-8B97-D778936F7965}" type="presOf" srcId="{3C9C11C7-5319-4494-8F2A-12CCEDE3AEEC}" destId="{16F70EEB-5A88-49D3-9F85-C80C6279F690}" srcOrd="0" destOrd="0" presId="urn:microsoft.com/office/officeart/2005/8/layout/chevron2"/>
    <dgm:cxn modelId="{7DEBA6B3-9490-48D1-8FE0-77158CE3E1BF}" type="presOf" srcId="{41A6C984-39FE-4173-9EB4-575EAC8745C0}" destId="{24BC295C-8A56-4CE3-85ED-DC2C4A0C65FA}" srcOrd="0" destOrd="0" presId="urn:microsoft.com/office/officeart/2005/8/layout/chevron2"/>
    <dgm:cxn modelId="{C9BFD0C0-4070-45C8-8356-A3EEC2B9EAC5}" type="presOf" srcId="{CE44C2B5-A35F-47EC-BD18-2E8AC44D5A1A}" destId="{2D38E172-C2D2-42A0-8CC6-620B503FCF62}" srcOrd="0" destOrd="0" presId="urn:microsoft.com/office/officeart/2005/8/layout/chevron2"/>
    <dgm:cxn modelId="{6BDF7EC7-F673-43B3-8349-0C15E44055C2}" type="presOf" srcId="{E62DAD3C-683A-41CB-9E28-712F68F18929}" destId="{241CC0C7-B702-443A-9B34-1D872E8BBEE3}" srcOrd="0" destOrd="0" presId="urn:microsoft.com/office/officeart/2005/8/layout/chevron2"/>
    <dgm:cxn modelId="{A95AD0CA-D1C6-48B6-9C1A-710B0EB4D057}" srcId="{E62DAD3C-683A-41CB-9E28-712F68F18929}" destId="{2B05DC62-A820-4326-B142-4CCE727F4238}" srcOrd="0" destOrd="0" parTransId="{516C3BD9-5D0D-4390-9588-68348A2A476E}" sibTransId="{933400C2-BE04-440C-B250-0B067B42632A}"/>
    <dgm:cxn modelId="{D43286CE-53C3-427A-A9F8-8E731D2F8966}" srcId="{2B05DC62-A820-4326-B142-4CCE727F4238}" destId="{A5BA9065-97FF-430D-969E-4E30791E53A7}" srcOrd="0" destOrd="0" parTransId="{27490618-8DCB-4A32-B140-094CB67DBD76}" sibTransId="{F6861AB3-8C03-4667-9FB0-945A6F614E48}"/>
    <dgm:cxn modelId="{BB4A08EB-5220-4AA1-91FB-8A491BFCD134}" srcId="{4599F508-4DCB-4095-AC7A-2BBAA302DE59}" destId="{3C9C11C7-5319-4494-8F2A-12CCEDE3AEEC}" srcOrd="0" destOrd="0" parTransId="{DDE1B954-19CC-4E85-BE01-DA6072B2B038}" sibTransId="{AEB33511-3369-4C2B-BA5E-05481B76D1EB}"/>
    <dgm:cxn modelId="{04222D47-9603-4508-BE58-D81AFECB91B5}" type="presParOf" srcId="{241CC0C7-B702-443A-9B34-1D872E8BBEE3}" destId="{0DBEB80C-1C8E-498C-BC07-41A13FBDFE4A}" srcOrd="0" destOrd="0" presId="urn:microsoft.com/office/officeart/2005/8/layout/chevron2"/>
    <dgm:cxn modelId="{C69FC301-8261-4B2B-AD0A-FAE5A3A46F4E}" type="presParOf" srcId="{0DBEB80C-1C8E-498C-BC07-41A13FBDFE4A}" destId="{B2E607A5-B3D4-4F26-8B1F-277CD483A7F1}" srcOrd="0" destOrd="0" presId="urn:microsoft.com/office/officeart/2005/8/layout/chevron2"/>
    <dgm:cxn modelId="{5DB4A7BD-1F70-4083-A914-EC0C5CB7A31E}" type="presParOf" srcId="{0DBEB80C-1C8E-498C-BC07-41A13FBDFE4A}" destId="{68E1F133-9DAE-4A19-8A25-261FB63B4403}" srcOrd="1" destOrd="0" presId="urn:microsoft.com/office/officeart/2005/8/layout/chevron2"/>
    <dgm:cxn modelId="{E4035BBA-3E93-4D41-8B54-8B2057795CC8}" type="presParOf" srcId="{241CC0C7-B702-443A-9B34-1D872E8BBEE3}" destId="{28FA9AF2-2937-4F1B-8C37-33C0F998EA06}" srcOrd="1" destOrd="0" presId="urn:microsoft.com/office/officeart/2005/8/layout/chevron2"/>
    <dgm:cxn modelId="{BDBA79EF-B43E-42B3-A2AC-4CF5557C3542}" type="presParOf" srcId="{241CC0C7-B702-443A-9B34-1D872E8BBEE3}" destId="{3E8E7560-4801-41DE-91AB-3DBCAE2EB01F}" srcOrd="2" destOrd="0" presId="urn:microsoft.com/office/officeart/2005/8/layout/chevron2"/>
    <dgm:cxn modelId="{72393F57-46E7-40B3-B01F-4A95E75B6683}" type="presParOf" srcId="{3E8E7560-4801-41DE-91AB-3DBCAE2EB01F}" destId="{F131C0C9-14EC-46B7-82C5-219798579497}" srcOrd="0" destOrd="0" presId="urn:microsoft.com/office/officeart/2005/8/layout/chevron2"/>
    <dgm:cxn modelId="{FE1BBDE0-6BEE-4DB6-ADE1-128D40831FCD}" type="presParOf" srcId="{3E8E7560-4801-41DE-91AB-3DBCAE2EB01F}" destId="{24BC295C-8A56-4CE3-85ED-DC2C4A0C65FA}" srcOrd="1" destOrd="0" presId="urn:microsoft.com/office/officeart/2005/8/layout/chevron2"/>
    <dgm:cxn modelId="{C0E20E0B-D525-4475-8682-D33B27B45DE4}" type="presParOf" srcId="{241CC0C7-B702-443A-9B34-1D872E8BBEE3}" destId="{DF654A63-F91F-414F-A7E0-C174C132A36D}" srcOrd="3" destOrd="0" presId="urn:microsoft.com/office/officeart/2005/8/layout/chevron2"/>
    <dgm:cxn modelId="{E27B585B-2499-4074-B7FB-0182B6369D84}" type="presParOf" srcId="{241CC0C7-B702-443A-9B34-1D872E8BBEE3}" destId="{4D13F328-81A9-4D2C-A697-79AF1BE06F95}" srcOrd="4" destOrd="0" presId="urn:microsoft.com/office/officeart/2005/8/layout/chevron2"/>
    <dgm:cxn modelId="{D644C98A-2344-4E10-AB2F-FBF572F60CB1}" type="presParOf" srcId="{4D13F328-81A9-4D2C-A697-79AF1BE06F95}" destId="{22CE0B53-7208-47A7-ADFC-592B8EB93376}" srcOrd="0" destOrd="0" presId="urn:microsoft.com/office/officeart/2005/8/layout/chevron2"/>
    <dgm:cxn modelId="{4E634AD5-1477-4E13-A1E5-1BC0FE694C55}" type="presParOf" srcId="{4D13F328-81A9-4D2C-A697-79AF1BE06F95}" destId="{16F70EEB-5A88-49D3-9F85-C80C6279F690}" srcOrd="1" destOrd="0" presId="urn:microsoft.com/office/officeart/2005/8/layout/chevron2"/>
    <dgm:cxn modelId="{0EBCA984-8663-4956-86AE-673172FBDB6C}" type="presParOf" srcId="{241CC0C7-B702-443A-9B34-1D872E8BBEE3}" destId="{7213A0C8-B1D4-4A2A-8D61-08C2693D0300}" srcOrd="5" destOrd="0" presId="urn:microsoft.com/office/officeart/2005/8/layout/chevron2"/>
    <dgm:cxn modelId="{714E95C1-DD9F-4D8E-9AA5-06CCA9DB1063}" type="presParOf" srcId="{241CC0C7-B702-443A-9B34-1D872E8BBEE3}" destId="{43B4D42A-9617-4599-B800-E5F8B3ABA1B3}" srcOrd="6" destOrd="0" presId="urn:microsoft.com/office/officeart/2005/8/layout/chevron2"/>
    <dgm:cxn modelId="{0C55C780-3F30-412D-ABD1-BC5B18309A78}" type="presParOf" srcId="{43B4D42A-9617-4599-B800-E5F8B3ABA1B3}" destId="{2D38E172-C2D2-42A0-8CC6-620B503FCF62}" srcOrd="0" destOrd="0" presId="urn:microsoft.com/office/officeart/2005/8/layout/chevron2"/>
    <dgm:cxn modelId="{D44969FE-5976-48CE-BF50-A3E8F0A70833}" type="presParOf" srcId="{43B4D42A-9617-4599-B800-E5F8B3ABA1B3}" destId="{52DACF64-8930-47FD-ABED-F16A1DE2073C}"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62DAD3C-683A-41CB-9E28-712F68F18929}"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fr-FR"/>
        </a:p>
      </dgm:t>
    </dgm:pt>
    <dgm:pt modelId="{A5BA9065-97FF-430D-969E-4E30791E53A7}">
      <dgm:prSet phldrT="[Text]" custT="1"/>
      <dgm:spPr>
        <a:solidFill>
          <a:schemeClr val="bg1">
            <a:alpha val="90000"/>
          </a:schemeClr>
        </a:solidFill>
      </dgm:spPr>
      <dgm:t>
        <a:bodyPr/>
        <a:lstStyle/>
        <a:p>
          <a:pPr>
            <a:buNone/>
          </a:pPr>
          <a:r>
            <a:rPr lang="fr-FR" sz="4000" dirty="0">
              <a:solidFill>
                <a:schemeClr val="tx1"/>
              </a:solidFill>
              <a:latin typeface="Cambria" panose="02040503050406030204" pitchFamily="18" charset="0"/>
              <a:ea typeface="Cambria" panose="02040503050406030204" pitchFamily="18" charset="0"/>
            </a:rPr>
            <a:t>Logiciel Libre vs Open Source</a:t>
          </a:r>
        </a:p>
      </dgm:t>
    </dgm:pt>
    <dgm:pt modelId="{27490618-8DCB-4A32-B140-094CB67DBD76}" type="parTrans" cxnId="{D43286CE-53C3-427A-A9F8-8E731D2F8966}">
      <dgm:prSet/>
      <dgm:spPr/>
      <dgm:t>
        <a:bodyPr/>
        <a:lstStyle/>
        <a:p>
          <a:endParaRPr lang="fr-FR">
            <a:latin typeface="Cambria" panose="02040503050406030204" pitchFamily="18" charset="0"/>
            <a:ea typeface="Cambria" panose="02040503050406030204" pitchFamily="18" charset="0"/>
          </a:endParaRPr>
        </a:p>
      </dgm:t>
    </dgm:pt>
    <dgm:pt modelId="{F6861AB3-8C03-4667-9FB0-945A6F614E48}" type="sibTrans" cxnId="{D43286CE-53C3-427A-A9F8-8E731D2F8966}">
      <dgm:prSet/>
      <dgm:spPr/>
      <dgm:t>
        <a:bodyPr/>
        <a:lstStyle/>
        <a:p>
          <a:endParaRPr lang="fr-FR">
            <a:latin typeface="Cambria" panose="02040503050406030204" pitchFamily="18" charset="0"/>
            <a:ea typeface="Cambria" panose="02040503050406030204" pitchFamily="18" charset="0"/>
          </a:endParaRPr>
        </a:p>
      </dgm:t>
    </dgm:pt>
    <dgm:pt modelId="{2B05DC62-A820-4326-B142-4CCE727F4238}">
      <dgm:prSet phldrT="[Text]"/>
      <dgm:spPr/>
      <dgm:t>
        <a:bodyPr/>
        <a:lstStyle/>
        <a:p>
          <a:r>
            <a:rPr lang="fr-FR" dirty="0">
              <a:latin typeface="Cambria" panose="02040503050406030204" pitchFamily="18" charset="0"/>
              <a:ea typeface="Cambria" panose="02040503050406030204" pitchFamily="18" charset="0"/>
            </a:rPr>
            <a:t>1</a:t>
          </a:r>
        </a:p>
      </dgm:t>
    </dgm:pt>
    <dgm:pt modelId="{516C3BD9-5D0D-4390-9588-68348A2A476E}" type="parTrans" cxnId="{A95AD0CA-D1C6-48B6-9C1A-710B0EB4D057}">
      <dgm:prSet/>
      <dgm:spPr/>
      <dgm:t>
        <a:bodyPr/>
        <a:lstStyle/>
        <a:p>
          <a:endParaRPr lang="fr-FR">
            <a:latin typeface="Cambria" panose="02040503050406030204" pitchFamily="18" charset="0"/>
            <a:ea typeface="Cambria" panose="02040503050406030204" pitchFamily="18" charset="0"/>
          </a:endParaRPr>
        </a:p>
      </dgm:t>
    </dgm:pt>
    <dgm:pt modelId="{933400C2-BE04-440C-B250-0B067B42632A}" type="sibTrans" cxnId="{A95AD0CA-D1C6-48B6-9C1A-710B0EB4D057}">
      <dgm:prSet/>
      <dgm:spPr/>
      <dgm:t>
        <a:bodyPr/>
        <a:lstStyle/>
        <a:p>
          <a:endParaRPr lang="fr-FR">
            <a:latin typeface="Cambria" panose="02040503050406030204" pitchFamily="18" charset="0"/>
            <a:ea typeface="Cambria" panose="02040503050406030204" pitchFamily="18" charset="0"/>
          </a:endParaRPr>
        </a:p>
      </dgm:t>
    </dgm:pt>
    <dgm:pt modelId="{BFC250B5-D7EF-43B7-B4BD-AE4F01B9420D}">
      <dgm:prSet phldrT="[Text]"/>
      <dgm:spPr/>
      <dgm:t>
        <a:bodyPr/>
        <a:lstStyle/>
        <a:p>
          <a:r>
            <a:rPr lang="fr-FR" dirty="0">
              <a:latin typeface="Cambria" panose="02040503050406030204" pitchFamily="18" charset="0"/>
              <a:ea typeface="Cambria" panose="02040503050406030204" pitchFamily="18" charset="0"/>
            </a:rPr>
            <a:t>2</a:t>
          </a:r>
        </a:p>
      </dgm:t>
    </dgm:pt>
    <dgm:pt modelId="{7E044180-0688-4805-94C6-ED0091552D8D}" type="parTrans" cxnId="{ADD4D763-D05A-4223-B4E3-E58B0DBA3FF0}">
      <dgm:prSet/>
      <dgm:spPr/>
      <dgm:t>
        <a:bodyPr/>
        <a:lstStyle/>
        <a:p>
          <a:endParaRPr lang="fr-FR">
            <a:latin typeface="Cambria" panose="02040503050406030204" pitchFamily="18" charset="0"/>
            <a:ea typeface="Cambria" panose="02040503050406030204" pitchFamily="18" charset="0"/>
          </a:endParaRPr>
        </a:p>
      </dgm:t>
    </dgm:pt>
    <dgm:pt modelId="{8C675437-998A-41AD-BAE4-940C8DE1F8EF}" type="sibTrans" cxnId="{ADD4D763-D05A-4223-B4E3-E58B0DBA3FF0}">
      <dgm:prSet/>
      <dgm:spPr/>
      <dgm:t>
        <a:bodyPr/>
        <a:lstStyle/>
        <a:p>
          <a:endParaRPr lang="fr-FR">
            <a:latin typeface="Cambria" panose="02040503050406030204" pitchFamily="18" charset="0"/>
            <a:ea typeface="Cambria" panose="02040503050406030204" pitchFamily="18" charset="0"/>
          </a:endParaRPr>
        </a:p>
      </dgm:t>
    </dgm:pt>
    <dgm:pt modelId="{41A6C984-39FE-4173-9EB4-575EAC8745C0}">
      <dgm:prSet phldrT="[Text]" custT="1"/>
      <dgm:spPr/>
      <dgm:t>
        <a:bodyPr/>
        <a:lstStyle/>
        <a:p>
          <a:pPr>
            <a:buNone/>
          </a:pPr>
          <a:r>
            <a:rPr lang="fr-FR" sz="4000" dirty="0">
              <a:latin typeface="Cambria" panose="02040503050406030204" pitchFamily="18" charset="0"/>
              <a:ea typeface="Cambria" panose="02040503050406030204" pitchFamily="18" charset="0"/>
            </a:rPr>
            <a:t>Importance et Enjeux</a:t>
          </a:r>
        </a:p>
      </dgm:t>
    </dgm:pt>
    <dgm:pt modelId="{E81104DE-3FBF-4038-8261-C09DA9C17685}" type="parTrans" cxnId="{B0BDEF54-C921-4757-B30C-F4B7CC8DD3DE}">
      <dgm:prSet/>
      <dgm:spPr/>
      <dgm:t>
        <a:bodyPr/>
        <a:lstStyle/>
        <a:p>
          <a:endParaRPr lang="fr-FR">
            <a:latin typeface="Cambria" panose="02040503050406030204" pitchFamily="18" charset="0"/>
            <a:ea typeface="Cambria" panose="02040503050406030204" pitchFamily="18" charset="0"/>
          </a:endParaRPr>
        </a:p>
      </dgm:t>
    </dgm:pt>
    <dgm:pt modelId="{85DB9106-FA48-4A3B-A909-083FC14BEAA8}" type="sibTrans" cxnId="{B0BDEF54-C921-4757-B30C-F4B7CC8DD3DE}">
      <dgm:prSet/>
      <dgm:spPr/>
      <dgm:t>
        <a:bodyPr/>
        <a:lstStyle/>
        <a:p>
          <a:endParaRPr lang="fr-FR">
            <a:latin typeface="Cambria" panose="02040503050406030204" pitchFamily="18" charset="0"/>
            <a:ea typeface="Cambria" panose="02040503050406030204" pitchFamily="18" charset="0"/>
          </a:endParaRPr>
        </a:p>
      </dgm:t>
    </dgm:pt>
    <dgm:pt modelId="{4599F508-4DCB-4095-AC7A-2BBAA302DE59}">
      <dgm:prSet phldrT="[Text]"/>
      <dgm:spPr/>
      <dgm:t>
        <a:bodyPr/>
        <a:lstStyle/>
        <a:p>
          <a:r>
            <a:rPr lang="fr-FR" dirty="0">
              <a:latin typeface="Cambria" panose="02040503050406030204" pitchFamily="18" charset="0"/>
              <a:ea typeface="Cambria" panose="02040503050406030204" pitchFamily="18" charset="0"/>
            </a:rPr>
            <a:t>3</a:t>
          </a:r>
        </a:p>
      </dgm:t>
    </dgm:pt>
    <dgm:pt modelId="{6357CAE7-E875-4E34-BE91-D021C7BA8BF7}" type="parTrans" cxnId="{83641B98-3E8A-41EF-86A7-A64BFB2CED5D}">
      <dgm:prSet/>
      <dgm:spPr/>
      <dgm:t>
        <a:bodyPr/>
        <a:lstStyle/>
        <a:p>
          <a:endParaRPr lang="fr-FR">
            <a:latin typeface="Cambria" panose="02040503050406030204" pitchFamily="18" charset="0"/>
            <a:ea typeface="Cambria" panose="02040503050406030204" pitchFamily="18" charset="0"/>
          </a:endParaRPr>
        </a:p>
      </dgm:t>
    </dgm:pt>
    <dgm:pt modelId="{47AC2DD5-BB0F-4CD7-8435-BF5D96FC2E7D}" type="sibTrans" cxnId="{83641B98-3E8A-41EF-86A7-A64BFB2CED5D}">
      <dgm:prSet/>
      <dgm:spPr/>
      <dgm:t>
        <a:bodyPr/>
        <a:lstStyle/>
        <a:p>
          <a:endParaRPr lang="fr-FR">
            <a:latin typeface="Cambria" panose="02040503050406030204" pitchFamily="18" charset="0"/>
            <a:ea typeface="Cambria" panose="02040503050406030204" pitchFamily="18" charset="0"/>
          </a:endParaRPr>
        </a:p>
      </dgm:t>
    </dgm:pt>
    <dgm:pt modelId="{3C9C11C7-5319-4494-8F2A-12CCEDE3AEEC}">
      <dgm:prSet phldrT="[Text]" custT="1"/>
      <dgm:spPr>
        <a:solidFill>
          <a:prstClr val="white">
            <a:alpha val="90000"/>
            <a:hueOff val="0"/>
            <a:satOff val="0"/>
            <a:lumOff val="0"/>
            <a:alphaOff val="0"/>
          </a:prstClr>
        </a:solidFill>
        <a:ln w="12700" cap="flat" cmpd="sng" algn="ctr">
          <a:solidFill>
            <a:srgbClr val="4472C4">
              <a:hueOff val="0"/>
              <a:satOff val="0"/>
              <a:lumOff val="0"/>
              <a:alphaOff val="0"/>
            </a:srgbClr>
          </a:solidFill>
          <a:prstDash val="solid"/>
          <a:miter lim="800000"/>
        </a:ln>
        <a:effectLst/>
      </dgm:spPr>
      <dgm:t>
        <a:bodyPr spcFirstLastPara="0" vert="horz" wrap="square" lIns="284480" tIns="25400" rIns="25400" bIns="25400" numCol="1" spcCol="1270" anchor="ctr" anchorCtr="0"/>
        <a:lstStyle/>
        <a:p>
          <a:pPr marL="285750" lvl="1" indent="-285750" algn="l" defTabSz="1778000">
            <a:lnSpc>
              <a:spcPct val="90000"/>
            </a:lnSpc>
            <a:spcBef>
              <a:spcPct val="0"/>
            </a:spcBef>
            <a:spcAft>
              <a:spcPct val="15000"/>
            </a:spcAft>
            <a:buNone/>
          </a:pPr>
          <a:r>
            <a:rPr lang="fr-FR" sz="4000" kern="1200" dirty="0">
              <a:solidFill>
                <a:prstClr val="black">
                  <a:hueOff val="0"/>
                  <a:satOff val="0"/>
                  <a:lumOff val="0"/>
                  <a:alphaOff val="0"/>
                </a:prstClr>
              </a:solidFill>
              <a:latin typeface="Cambria" panose="02040503050406030204" pitchFamily="18" charset="0"/>
              <a:ea typeface="Cambria" panose="02040503050406030204" pitchFamily="18" charset="0"/>
              <a:cs typeface="+mn-cs"/>
            </a:rPr>
            <a:t>Applications concrètes et bonnes pratiques</a:t>
          </a:r>
        </a:p>
      </dgm:t>
    </dgm:pt>
    <dgm:pt modelId="{DDE1B954-19CC-4E85-BE01-DA6072B2B038}" type="parTrans" cxnId="{BB4A08EB-5220-4AA1-91FB-8A491BFCD134}">
      <dgm:prSet/>
      <dgm:spPr/>
      <dgm:t>
        <a:bodyPr/>
        <a:lstStyle/>
        <a:p>
          <a:endParaRPr lang="fr-FR">
            <a:latin typeface="Cambria" panose="02040503050406030204" pitchFamily="18" charset="0"/>
            <a:ea typeface="Cambria" panose="02040503050406030204" pitchFamily="18" charset="0"/>
          </a:endParaRPr>
        </a:p>
      </dgm:t>
    </dgm:pt>
    <dgm:pt modelId="{AEB33511-3369-4C2B-BA5E-05481B76D1EB}" type="sibTrans" cxnId="{BB4A08EB-5220-4AA1-91FB-8A491BFCD134}">
      <dgm:prSet/>
      <dgm:spPr/>
      <dgm:t>
        <a:bodyPr/>
        <a:lstStyle/>
        <a:p>
          <a:endParaRPr lang="fr-FR">
            <a:latin typeface="Cambria" panose="02040503050406030204" pitchFamily="18" charset="0"/>
            <a:ea typeface="Cambria" panose="02040503050406030204" pitchFamily="18" charset="0"/>
          </a:endParaRPr>
        </a:p>
      </dgm:t>
    </dgm:pt>
    <dgm:pt modelId="{CE44C2B5-A35F-47EC-BD18-2E8AC44D5A1A}">
      <dgm:prSet phldrT="[Text]"/>
      <dgm:spPr/>
      <dgm:t>
        <a:bodyPr/>
        <a:lstStyle/>
        <a:p>
          <a:r>
            <a:rPr lang="fr-FR" dirty="0">
              <a:latin typeface="Cambria" panose="02040503050406030204" pitchFamily="18" charset="0"/>
              <a:ea typeface="Cambria" panose="02040503050406030204" pitchFamily="18" charset="0"/>
            </a:rPr>
            <a:t>4</a:t>
          </a:r>
        </a:p>
      </dgm:t>
    </dgm:pt>
    <dgm:pt modelId="{B746CD73-8FC9-469B-A1FC-7761CBD91D0F}" type="parTrans" cxnId="{1D2A939D-B389-42ED-8D64-13AE15DCA3E0}">
      <dgm:prSet/>
      <dgm:spPr/>
      <dgm:t>
        <a:bodyPr/>
        <a:lstStyle/>
        <a:p>
          <a:endParaRPr lang="fr-FR">
            <a:latin typeface="Cambria" panose="02040503050406030204" pitchFamily="18" charset="0"/>
            <a:ea typeface="Cambria" panose="02040503050406030204" pitchFamily="18" charset="0"/>
          </a:endParaRPr>
        </a:p>
      </dgm:t>
    </dgm:pt>
    <dgm:pt modelId="{D49DF2D1-450C-4626-8A8D-1BA60BD6B856}" type="sibTrans" cxnId="{1D2A939D-B389-42ED-8D64-13AE15DCA3E0}">
      <dgm:prSet/>
      <dgm:spPr/>
      <dgm:t>
        <a:bodyPr/>
        <a:lstStyle/>
        <a:p>
          <a:endParaRPr lang="fr-FR">
            <a:latin typeface="Cambria" panose="02040503050406030204" pitchFamily="18" charset="0"/>
            <a:ea typeface="Cambria" panose="02040503050406030204" pitchFamily="18" charset="0"/>
          </a:endParaRPr>
        </a:p>
      </dgm:t>
    </dgm:pt>
    <dgm:pt modelId="{BA3EE8E6-2B39-42F8-9E45-45028F184E2D}">
      <dgm:prSet phldrT="[Text]" custT="1"/>
      <dgm:spPr>
        <a:solidFill>
          <a:srgbClr val="4472C4">
            <a:lumMod val="75000"/>
            <a:alpha val="90000"/>
          </a:srgbClr>
        </a:solidFill>
        <a:ln w="12700" cap="flat" cmpd="sng" algn="ctr">
          <a:solidFill>
            <a:srgbClr val="4472C4">
              <a:hueOff val="0"/>
              <a:satOff val="0"/>
              <a:lumOff val="0"/>
              <a:alphaOff val="0"/>
            </a:srgbClr>
          </a:solidFill>
          <a:prstDash val="solid"/>
          <a:miter lim="800000"/>
        </a:ln>
        <a:effectLst/>
      </dgm:spPr>
      <dgm:t>
        <a:bodyPr spcFirstLastPara="0" vert="horz" wrap="square" lIns="284480" tIns="25400" rIns="25400" bIns="25400" numCol="1" spcCol="1270" anchor="ctr" anchorCtr="0"/>
        <a:lstStyle/>
        <a:p>
          <a:pPr marL="285750" lvl="1" indent="-285750" algn="l" defTabSz="1778000">
            <a:lnSpc>
              <a:spcPct val="90000"/>
            </a:lnSpc>
            <a:spcBef>
              <a:spcPct val="0"/>
            </a:spcBef>
            <a:spcAft>
              <a:spcPct val="15000"/>
            </a:spcAft>
            <a:buNone/>
          </a:pPr>
          <a:r>
            <a:rPr lang="fr-FR" sz="4000" kern="1200" dirty="0">
              <a:solidFill>
                <a:prstClr val="white"/>
              </a:solidFill>
              <a:latin typeface="Cambria" panose="02040503050406030204" pitchFamily="18" charset="0"/>
              <a:ea typeface="Cambria" panose="02040503050406030204" pitchFamily="18" charset="0"/>
              <a:cs typeface="+mn-cs"/>
            </a:rPr>
            <a:t>Perspectives au Cameroun</a:t>
          </a:r>
        </a:p>
      </dgm:t>
    </dgm:pt>
    <dgm:pt modelId="{8E91A12A-5EE2-4BC0-9EA1-21E6CD317256}" type="parTrans" cxnId="{89FD6CA3-AD49-4358-ABB3-B1D34A844155}">
      <dgm:prSet/>
      <dgm:spPr/>
      <dgm:t>
        <a:bodyPr/>
        <a:lstStyle/>
        <a:p>
          <a:endParaRPr lang="fr-FR">
            <a:latin typeface="Cambria" panose="02040503050406030204" pitchFamily="18" charset="0"/>
            <a:ea typeface="Cambria" panose="02040503050406030204" pitchFamily="18" charset="0"/>
          </a:endParaRPr>
        </a:p>
      </dgm:t>
    </dgm:pt>
    <dgm:pt modelId="{E6367684-3A26-4EF8-9A7D-919A82DCC84A}" type="sibTrans" cxnId="{89FD6CA3-AD49-4358-ABB3-B1D34A844155}">
      <dgm:prSet/>
      <dgm:spPr/>
      <dgm:t>
        <a:bodyPr/>
        <a:lstStyle/>
        <a:p>
          <a:endParaRPr lang="fr-FR">
            <a:latin typeface="Cambria" panose="02040503050406030204" pitchFamily="18" charset="0"/>
            <a:ea typeface="Cambria" panose="02040503050406030204" pitchFamily="18" charset="0"/>
          </a:endParaRPr>
        </a:p>
      </dgm:t>
    </dgm:pt>
    <dgm:pt modelId="{241CC0C7-B702-443A-9B34-1D872E8BBEE3}" type="pres">
      <dgm:prSet presAssocID="{E62DAD3C-683A-41CB-9E28-712F68F18929}" presName="linearFlow" presStyleCnt="0">
        <dgm:presLayoutVars>
          <dgm:dir/>
          <dgm:animLvl val="lvl"/>
          <dgm:resizeHandles val="exact"/>
        </dgm:presLayoutVars>
      </dgm:prSet>
      <dgm:spPr/>
    </dgm:pt>
    <dgm:pt modelId="{0DBEB80C-1C8E-498C-BC07-41A13FBDFE4A}" type="pres">
      <dgm:prSet presAssocID="{2B05DC62-A820-4326-B142-4CCE727F4238}" presName="composite" presStyleCnt="0"/>
      <dgm:spPr/>
    </dgm:pt>
    <dgm:pt modelId="{B2E607A5-B3D4-4F26-8B1F-277CD483A7F1}" type="pres">
      <dgm:prSet presAssocID="{2B05DC62-A820-4326-B142-4CCE727F4238}" presName="parentText" presStyleLbl="alignNode1" presStyleIdx="0" presStyleCnt="4">
        <dgm:presLayoutVars>
          <dgm:chMax val="1"/>
          <dgm:bulletEnabled val="1"/>
        </dgm:presLayoutVars>
      </dgm:prSet>
      <dgm:spPr/>
    </dgm:pt>
    <dgm:pt modelId="{68E1F133-9DAE-4A19-8A25-261FB63B4403}" type="pres">
      <dgm:prSet presAssocID="{2B05DC62-A820-4326-B142-4CCE727F4238}" presName="descendantText" presStyleLbl="alignAcc1" presStyleIdx="0" presStyleCnt="4" custLinFactNeighborX="0">
        <dgm:presLayoutVars>
          <dgm:bulletEnabled val="1"/>
        </dgm:presLayoutVars>
      </dgm:prSet>
      <dgm:spPr/>
    </dgm:pt>
    <dgm:pt modelId="{28FA9AF2-2937-4F1B-8C37-33C0F998EA06}" type="pres">
      <dgm:prSet presAssocID="{933400C2-BE04-440C-B250-0B067B42632A}" presName="sp" presStyleCnt="0"/>
      <dgm:spPr/>
    </dgm:pt>
    <dgm:pt modelId="{3E8E7560-4801-41DE-91AB-3DBCAE2EB01F}" type="pres">
      <dgm:prSet presAssocID="{BFC250B5-D7EF-43B7-B4BD-AE4F01B9420D}" presName="composite" presStyleCnt="0"/>
      <dgm:spPr/>
    </dgm:pt>
    <dgm:pt modelId="{F131C0C9-14EC-46B7-82C5-219798579497}" type="pres">
      <dgm:prSet presAssocID="{BFC250B5-D7EF-43B7-B4BD-AE4F01B9420D}" presName="parentText" presStyleLbl="alignNode1" presStyleIdx="1" presStyleCnt="4">
        <dgm:presLayoutVars>
          <dgm:chMax val="1"/>
          <dgm:bulletEnabled val="1"/>
        </dgm:presLayoutVars>
      </dgm:prSet>
      <dgm:spPr/>
    </dgm:pt>
    <dgm:pt modelId="{24BC295C-8A56-4CE3-85ED-DC2C4A0C65FA}" type="pres">
      <dgm:prSet presAssocID="{BFC250B5-D7EF-43B7-B4BD-AE4F01B9420D}" presName="descendantText" presStyleLbl="alignAcc1" presStyleIdx="1" presStyleCnt="4" custLinFactNeighborX="0">
        <dgm:presLayoutVars>
          <dgm:bulletEnabled val="1"/>
        </dgm:presLayoutVars>
      </dgm:prSet>
      <dgm:spPr/>
    </dgm:pt>
    <dgm:pt modelId="{DF654A63-F91F-414F-A7E0-C174C132A36D}" type="pres">
      <dgm:prSet presAssocID="{8C675437-998A-41AD-BAE4-940C8DE1F8EF}" presName="sp" presStyleCnt="0"/>
      <dgm:spPr/>
    </dgm:pt>
    <dgm:pt modelId="{4D13F328-81A9-4D2C-A697-79AF1BE06F95}" type="pres">
      <dgm:prSet presAssocID="{4599F508-4DCB-4095-AC7A-2BBAA302DE59}" presName="composite" presStyleCnt="0"/>
      <dgm:spPr/>
    </dgm:pt>
    <dgm:pt modelId="{22CE0B53-7208-47A7-ADFC-592B8EB93376}" type="pres">
      <dgm:prSet presAssocID="{4599F508-4DCB-4095-AC7A-2BBAA302DE59}" presName="parentText" presStyleLbl="alignNode1" presStyleIdx="2" presStyleCnt="4">
        <dgm:presLayoutVars>
          <dgm:chMax val="1"/>
          <dgm:bulletEnabled val="1"/>
        </dgm:presLayoutVars>
      </dgm:prSet>
      <dgm:spPr/>
    </dgm:pt>
    <dgm:pt modelId="{16F70EEB-5A88-49D3-9F85-C80C6279F690}" type="pres">
      <dgm:prSet presAssocID="{4599F508-4DCB-4095-AC7A-2BBAA302DE59}" presName="descendantText" presStyleLbl="alignAcc1" presStyleIdx="2" presStyleCnt="4" custLinFactNeighborX="0">
        <dgm:presLayoutVars>
          <dgm:bulletEnabled val="1"/>
        </dgm:presLayoutVars>
      </dgm:prSet>
      <dgm:spPr>
        <a:xfrm rot="5400000">
          <a:off x="5480738" y="-1229161"/>
          <a:ext cx="1091044" cy="9702578"/>
        </a:xfrm>
        <a:prstGeom prst="round2SameRect">
          <a:avLst/>
        </a:prstGeom>
      </dgm:spPr>
    </dgm:pt>
    <dgm:pt modelId="{7213A0C8-B1D4-4A2A-8D61-08C2693D0300}" type="pres">
      <dgm:prSet presAssocID="{47AC2DD5-BB0F-4CD7-8435-BF5D96FC2E7D}" presName="sp" presStyleCnt="0"/>
      <dgm:spPr/>
    </dgm:pt>
    <dgm:pt modelId="{43B4D42A-9617-4599-B800-E5F8B3ABA1B3}" type="pres">
      <dgm:prSet presAssocID="{CE44C2B5-A35F-47EC-BD18-2E8AC44D5A1A}" presName="composite" presStyleCnt="0"/>
      <dgm:spPr/>
    </dgm:pt>
    <dgm:pt modelId="{2D38E172-C2D2-42A0-8CC6-620B503FCF62}" type="pres">
      <dgm:prSet presAssocID="{CE44C2B5-A35F-47EC-BD18-2E8AC44D5A1A}" presName="parentText" presStyleLbl="alignNode1" presStyleIdx="3" presStyleCnt="4">
        <dgm:presLayoutVars>
          <dgm:chMax val="1"/>
          <dgm:bulletEnabled val="1"/>
        </dgm:presLayoutVars>
      </dgm:prSet>
      <dgm:spPr/>
    </dgm:pt>
    <dgm:pt modelId="{52DACF64-8930-47FD-ABED-F16A1DE2073C}" type="pres">
      <dgm:prSet presAssocID="{CE44C2B5-A35F-47EC-BD18-2E8AC44D5A1A}" presName="descendantText" presStyleLbl="alignAcc1" presStyleIdx="3" presStyleCnt="4" custLinFactNeighborY="0">
        <dgm:presLayoutVars>
          <dgm:bulletEnabled val="1"/>
        </dgm:presLayoutVars>
      </dgm:prSet>
      <dgm:spPr>
        <a:xfrm rot="5400000">
          <a:off x="5480738" y="306555"/>
          <a:ext cx="1091044" cy="9702578"/>
        </a:xfrm>
        <a:prstGeom prst="round2SameRect">
          <a:avLst/>
        </a:prstGeom>
      </dgm:spPr>
    </dgm:pt>
  </dgm:ptLst>
  <dgm:cxnLst>
    <dgm:cxn modelId="{72A07140-EDD9-46E9-B824-4676969BBC33}" type="presOf" srcId="{2B05DC62-A820-4326-B142-4CCE727F4238}" destId="{B2E607A5-B3D4-4F26-8B1F-277CD483A7F1}" srcOrd="0" destOrd="0" presId="urn:microsoft.com/office/officeart/2005/8/layout/chevron2"/>
    <dgm:cxn modelId="{0776065E-7323-4F85-9BF0-62997F6FB7BB}" type="presOf" srcId="{BFC250B5-D7EF-43B7-B4BD-AE4F01B9420D}" destId="{F131C0C9-14EC-46B7-82C5-219798579497}" srcOrd="0" destOrd="0" presId="urn:microsoft.com/office/officeart/2005/8/layout/chevron2"/>
    <dgm:cxn modelId="{ADD4D763-D05A-4223-B4E3-E58B0DBA3FF0}" srcId="{E62DAD3C-683A-41CB-9E28-712F68F18929}" destId="{BFC250B5-D7EF-43B7-B4BD-AE4F01B9420D}" srcOrd="1" destOrd="0" parTransId="{7E044180-0688-4805-94C6-ED0091552D8D}" sibTransId="{8C675437-998A-41AD-BAE4-940C8DE1F8EF}"/>
    <dgm:cxn modelId="{721B5A4A-9921-44F4-B1BE-9DC53D1C2881}" type="presOf" srcId="{A5BA9065-97FF-430D-969E-4E30791E53A7}" destId="{68E1F133-9DAE-4A19-8A25-261FB63B4403}" srcOrd="0" destOrd="0" presId="urn:microsoft.com/office/officeart/2005/8/layout/chevron2"/>
    <dgm:cxn modelId="{6A74F94A-C01E-40B6-B2EA-971B8F880553}" type="presOf" srcId="{BA3EE8E6-2B39-42F8-9E45-45028F184E2D}" destId="{52DACF64-8930-47FD-ABED-F16A1DE2073C}" srcOrd="0" destOrd="0" presId="urn:microsoft.com/office/officeart/2005/8/layout/chevron2"/>
    <dgm:cxn modelId="{694A0B52-6FB7-4482-B4AC-BE87D4B5B257}" type="presOf" srcId="{4599F508-4DCB-4095-AC7A-2BBAA302DE59}" destId="{22CE0B53-7208-47A7-ADFC-592B8EB93376}" srcOrd="0" destOrd="0" presId="urn:microsoft.com/office/officeart/2005/8/layout/chevron2"/>
    <dgm:cxn modelId="{B0BDEF54-C921-4757-B30C-F4B7CC8DD3DE}" srcId="{BFC250B5-D7EF-43B7-B4BD-AE4F01B9420D}" destId="{41A6C984-39FE-4173-9EB4-575EAC8745C0}" srcOrd="0" destOrd="0" parTransId="{E81104DE-3FBF-4038-8261-C09DA9C17685}" sibTransId="{85DB9106-FA48-4A3B-A909-083FC14BEAA8}"/>
    <dgm:cxn modelId="{83641B98-3E8A-41EF-86A7-A64BFB2CED5D}" srcId="{E62DAD3C-683A-41CB-9E28-712F68F18929}" destId="{4599F508-4DCB-4095-AC7A-2BBAA302DE59}" srcOrd="2" destOrd="0" parTransId="{6357CAE7-E875-4E34-BE91-D021C7BA8BF7}" sibTransId="{47AC2DD5-BB0F-4CD7-8435-BF5D96FC2E7D}"/>
    <dgm:cxn modelId="{1D2A939D-B389-42ED-8D64-13AE15DCA3E0}" srcId="{E62DAD3C-683A-41CB-9E28-712F68F18929}" destId="{CE44C2B5-A35F-47EC-BD18-2E8AC44D5A1A}" srcOrd="3" destOrd="0" parTransId="{B746CD73-8FC9-469B-A1FC-7761CBD91D0F}" sibTransId="{D49DF2D1-450C-4626-8A8D-1BA60BD6B856}"/>
    <dgm:cxn modelId="{89FD6CA3-AD49-4358-ABB3-B1D34A844155}" srcId="{CE44C2B5-A35F-47EC-BD18-2E8AC44D5A1A}" destId="{BA3EE8E6-2B39-42F8-9E45-45028F184E2D}" srcOrd="0" destOrd="0" parTransId="{8E91A12A-5EE2-4BC0-9EA1-21E6CD317256}" sibTransId="{E6367684-3A26-4EF8-9A7D-919A82DCC84A}"/>
    <dgm:cxn modelId="{14A031B2-64EB-4008-8B97-D778936F7965}" type="presOf" srcId="{3C9C11C7-5319-4494-8F2A-12CCEDE3AEEC}" destId="{16F70EEB-5A88-49D3-9F85-C80C6279F690}" srcOrd="0" destOrd="0" presId="urn:microsoft.com/office/officeart/2005/8/layout/chevron2"/>
    <dgm:cxn modelId="{7DEBA6B3-9490-48D1-8FE0-77158CE3E1BF}" type="presOf" srcId="{41A6C984-39FE-4173-9EB4-575EAC8745C0}" destId="{24BC295C-8A56-4CE3-85ED-DC2C4A0C65FA}" srcOrd="0" destOrd="0" presId="urn:microsoft.com/office/officeart/2005/8/layout/chevron2"/>
    <dgm:cxn modelId="{C9BFD0C0-4070-45C8-8356-A3EEC2B9EAC5}" type="presOf" srcId="{CE44C2B5-A35F-47EC-BD18-2E8AC44D5A1A}" destId="{2D38E172-C2D2-42A0-8CC6-620B503FCF62}" srcOrd="0" destOrd="0" presId="urn:microsoft.com/office/officeart/2005/8/layout/chevron2"/>
    <dgm:cxn modelId="{6BDF7EC7-F673-43B3-8349-0C15E44055C2}" type="presOf" srcId="{E62DAD3C-683A-41CB-9E28-712F68F18929}" destId="{241CC0C7-B702-443A-9B34-1D872E8BBEE3}" srcOrd="0" destOrd="0" presId="urn:microsoft.com/office/officeart/2005/8/layout/chevron2"/>
    <dgm:cxn modelId="{A95AD0CA-D1C6-48B6-9C1A-710B0EB4D057}" srcId="{E62DAD3C-683A-41CB-9E28-712F68F18929}" destId="{2B05DC62-A820-4326-B142-4CCE727F4238}" srcOrd="0" destOrd="0" parTransId="{516C3BD9-5D0D-4390-9588-68348A2A476E}" sibTransId="{933400C2-BE04-440C-B250-0B067B42632A}"/>
    <dgm:cxn modelId="{D43286CE-53C3-427A-A9F8-8E731D2F8966}" srcId="{2B05DC62-A820-4326-B142-4CCE727F4238}" destId="{A5BA9065-97FF-430D-969E-4E30791E53A7}" srcOrd="0" destOrd="0" parTransId="{27490618-8DCB-4A32-B140-094CB67DBD76}" sibTransId="{F6861AB3-8C03-4667-9FB0-945A6F614E48}"/>
    <dgm:cxn modelId="{BB4A08EB-5220-4AA1-91FB-8A491BFCD134}" srcId="{4599F508-4DCB-4095-AC7A-2BBAA302DE59}" destId="{3C9C11C7-5319-4494-8F2A-12CCEDE3AEEC}" srcOrd="0" destOrd="0" parTransId="{DDE1B954-19CC-4E85-BE01-DA6072B2B038}" sibTransId="{AEB33511-3369-4C2B-BA5E-05481B76D1EB}"/>
    <dgm:cxn modelId="{04222D47-9603-4508-BE58-D81AFECB91B5}" type="presParOf" srcId="{241CC0C7-B702-443A-9B34-1D872E8BBEE3}" destId="{0DBEB80C-1C8E-498C-BC07-41A13FBDFE4A}" srcOrd="0" destOrd="0" presId="urn:microsoft.com/office/officeart/2005/8/layout/chevron2"/>
    <dgm:cxn modelId="{C69FC301-8261-4B2B-AD0A-FAE5A3A46F4E}" type="presParOf" srcId="{0DBEB80C-1C8E-498C-BC07-41A13FBDFE4A}" destId="{B2E607A5-B3D4-4F26-8B1F-277CD483A7F1}" srcOrd="0" destOrd="0" presId="urn:microsoft.com/office/officeart/2005/8/layout/chevron2"/>
    <dgm:cxn modelId="{5DB4A7BD-1F70-4083-A914-EC0C5CB7A31E}" type="presParOf" srcId="{0DBEB80C-1C8E-498C-BC07-41A13FBDFE4A}" destId="{68E1F133-9DAE-4A19-8A25-261FB63B4403}" srcOrd="1" destOrd="0" presId="urn:microsoft.com/office/officeart/2005/8/layout/chevron2"/>
    <dgm:cxn modelId="{E4035BBA-3E93-4D41-8B54-8B2057795CC8}" type="presParOf" srcId="{241CC0C7-B702-443A-9B34-1D872E8BBEE3}" destId="{28FA9AF2-2937-4F1B-8C37-33C0F998EA06}" srcOrd="1" destOrd="0" presId="urn:microsoft.com/office/officeart/2005/8/layout/chevron2"/>
    <dgm:cxn modelId="{BDBA79EF-B43E-42B3-A2AC-4CF5557C3542}" type="presParOf" srcId="{241CC0C7-B702-443A-9B34-1D872E8BBEE3}" destId="{3E8E7560-4801-41DE-91AB-3DBCAE2EB01F}" srcOrd="2" destOrd="0" presId="urn:microsoft.com/office/officeart/2005/8/layout/chevron2"/>
    <dgm:cxn modelId="{72393F57-46E7-40B3-B01F-4A95E75B6683}" type="presParOf" srcId="{3E8E7560-4801-41DE-91AB-3DBCAE2EB01F}" destId="{F131C0C9-14EC-46B7-82C5-219798579497}" srcOrd="0" destOrd="0" presId="urn:microsoft.com/office/officeart/2005/8/layout/chevron2"/>
    <dgm:cxn modelId="{FE1BBDE0-6BEE-4DB6-ADE1-128D40831FCD}" type="presParOf" srcId="{3E8E7560-4801-41DE-91AB-3DBCAE2EB01F}" destId="{24BC295C-8A56-4CE3-85ED-DC2C4A0C65FA}" srcOrd="1" destOrd="0" presId="urn:microsoft.com/office/officeart/2005/8/layout/chevron2"/>
    <dgm:cxn modelId="{C0E20E0B-D525-4475-8682-D33B27B45DE4}" type="presParOf" srcId="{241CC0C7-B702-443A-9B34-1D872E8BBEE3}" destId="{DF654A63-F91F-414F-A7E0-C174C132A36D}" srcOrd="3" destOrd="0" presId="urn:microsoft.com/office/officeart/2005/8/layout/chevron2"/>
    <dgm:cxn modelId="{E27B585B-2499-4074-B7FB-0182B6369D84}" type="presParOf" srcId="{241CC0C7-B702-443A-9B34-1D872E8BBEE3}" destId="{4D13F328-81A9-4D2C-A697-79AF1BE06F95}" srcOrd="4" destOrd="0" presId="urn:microsoft.com/office/officeart/2005/8/layout/chevron2"/>
    <dgm:cxn modelId="{D644C98A-2344-4E10-AB2F-FBF572F60CB1}" type="presParOf" srcId="{4D13F328-81A9-4D2C-A697-79AF1BE06F95}" destId="{22CE0B53-7208-47A7-ADFC-592B8EB93376}" srcOrd="0" destOrd="0" presId="urn:microsoft.com/office/officeart/2005/8/layout/chevron2"/>
    <dgm:cxn modelId="{4E634AD5-1477-4E13-A1E5-1BC0FE694C55}" type="presParOf" srcId="{4D13F328-81A9-4D2C-A697-79AF1BE06F95}" destId="{16F70EEB-5A88-49D3-9F85-C80C6279F690}" srcOrd="1" destOrd="0" presId="urn:microsoft.com/office/officeart/2005/8/layout/chevron2"/>
    <dgm:cxn modelId="{0EBCA984-8663-4956-86AE-673172FBDB6C}" type="presParOf" srcId="{241CC0C7-B702-443A-9B34-1D872E8BBEE3}" destId="{7213A0C8-B1D4-4A2A-8D61-08C2693D0300}" srcOrd="5" destOrd="0" presId="urn:microsoft.com/office/officeart/2005/8/layout/chevron2"/>
    <dgm:cxn modelId="{714E95C1-DD9F-4D8E-9AA5-06CCA9DB1063}" type="presParOf" srcId="{241CC0C7-B702-443A-9B34-1D872E8BBEE3}" destId="{43B4D42A-9617-4599-B800-E5F8B3ABA1B3}" srcOrd="6" destOrd="0" presId="urn:microsoft.com/office/officeart/2005/8/layout/chevron2"/>
    <dgm:cxn modelId="{0C55C780-3F30-412D-ABD1-BC5B18309A78}" type="presParOf" srcId="{43B4D42A-9617-4599-B800-E5F8B3ABA1B3}" destId="{2D38E172-C2D2-42A0-8CC6-620B503FCF62}" srcOrd="0" destOrd="0" presId="urn:microsoft.com/office/officeart/2005/8/layout/chevron2"/>
    <dgm:cxn modelId="{D44969FE-5976-48CE-BF50-A3E8F0A70833}" type="presParOf" srcId="{43B4D42A-9617-4599-B800-E5F8B3ABA1B3}" destId="{52DACF64-8930-47FD-ABED-F16A1DE2073C}"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E607A5-B3D4-4F26-8B1F-277CD483A7F1}">
      <dsp:nvSpPr>
        <dsp:cNvPr id="0" name=""/>
        <dsp:cNvSpPr/>
      </dsp:nvSpPr>
      <dsp:spPr>
        <a:xfrm rot="5400000">
          <a:off x="-179747" y="180063"/>
          <a:ext cx="1198317" cy="8388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FR" sz="2400" kern="1200" dirty="0">
              <a:latin typeface="Cambria" panose="02040503050406030204" pitchFamily="18" charset="0"/>
              <a:ea typeface="Cambria" panose="02040503050406030204" pitchFamily="18" charset="0"/>
            </a:rPr>
            <a:t>1</a:t>
          </a:r>
        </a:p>
      </dsp:txBody>
      <dsp:txXfrm rot="-5400000">
        <a:off x="1" y="419726"/>
        <a:ext cx="838822" cy="359495"/>
      </dsp:txXfrm>
    </dsp:sp>
    <dsp:sp modelId="{68E1F133-9DAE-4A19-8A25-261FB63B4403}">
      <dsp:nvSpPr>
        <dsp:cNvPr id="0" name=""/>
        <dsp:cNvSpPr/>
      </dsp:nvSpPr>
      <dsp:spPr>
        <a:xfrm rot="5400000">
          <a:off x="5287757" y="-4448620"/>
          <a:ext cx="778906" cy="967677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latin typeface="Cambria" panose="02040503050406030204" pitchFamily="18" charset="0"/>
              <a:ea typeface="Cambria" panose="02040503050406030204" pitchFamily="18" charset="0"/>
            </a:rPr>
            <a:t>Logiciel Libre vs Open Source</a:t>
          </a:r>
        </a:p>
      </dsp:txBody>
      <dsp:txXfrm rot="-5400000">
        <a:off x="838822" y="38338"/>
        <a:ext cx="9638754" cy="702860"/>
      </dsp:txXfrm>
    </dsp:sp>
    <dsp:sp modelId="{F131C0C9-14EC-46B7-82C5-219798579497}">
      <dsp:nvSpPr>
        <dsp:cNvPr id="0" name=""/>
        <dsp:cNvSpPr/>
      </dsp:nvSpPr>
      <dsp:spPr>
        <a:xfrm rot="5400000">
          <a:off x="-179747" y="1230859"/>
          <a:ext cx="1198317" cy="8388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FR" sz="2400" kern="1200" dirty="0">
              <a:latin typeface="Cambria" panose="02040503050406030204" pitchFamily="18" charset="0"/>
              <a:ea typeface="Cambria" panose="02040503050406030204" pitchFamily="18" charset="0"/>
            </a:rPr>
            <a:t>2</a:t>
          </a:r>
        </a:p>
      </dsp:txBody>
      <dsp:txXfrm rot="-5400000">
        <a:off x="1" y="1470522"/>
        <a:ext cx="838822" cy="359495"/>
      </dsp:txXfrm>
    </dsp:sp>
    <dsp:sp modelId="{24BC295C-8A56-4CE3-85ED-DC2C4A0C65FA}">
      <dsp:nvSpPr>
        <dsp:cNvPr id="0" name=""/>
        <dsp:cNvSpPr/>
      </dsp:nvSpPr>
      <dsp:spPr>
        <a:xfrm rot="5400000">
          <a:off x="5287757" y="-3397823"/>
          <a:ext cx="778906" cy="967677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latin typeface="Cambria" panose="02040503050406030204" pitchFamily="18" charset="0"/>
              <a:ea typeface="Cambria" panose="02040503050406030204" pitchFamily="18" charset="0"/>
            </a:rPr>
            <a:t>Importance et Enjeux</a:t>
          </a:r>
        </a:p>
      </dsp:txBody>
      <dsp:txXfrm rot="-5400000">
        <a:off x="838822" y="1089135"/>
        <a:ext cx="9638754" cy="702860"/>
      </dsp:txXfrm>
    </dsp:sp>
    <dsp:sp modelId="{22CE0B53-7208-47A7-ADFC-592B8EB93376}">
      <dsp:nvSpPr>
        <dsp:cNvPr id="0" name=""/>
        <dsp:cNvSpPr/>
      </dsp:nvSpPr>
      <dsp:spPr>
        <a:xfrm rot="5400000">
          <a:off x="-179747" y="2281656"/>
          <a:ext cx="1198317" cy="8388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FR" sz="2400" kern="1200" dirty="0">
              <a:latin typeface="Cambria" panose="02040503050406030204" pitchFamily="18" charset="0"/>
              <a:ea typeface="Cambria" panose="02040503050406030204" pitchFamily="18" charset="0"/>
            </a:rPr>
            <a:t>3</a:t>
          </a:r>
        </a:p>
      </dsp:txBody>
      <dsp:txXfrm rot="-5400000">
        <a:off x="1" y="2521319"/>
        <a:ext cx="838822" cy="359495"/>
      </dsp:txXfrm>
    </dsp:sp>
    <dsp:sp modelId="{16F70EEB-5A88-49D3-9F85-C80C6279F690}">
      <dsp:nvSpPr>
        <dsp:cNvPr id="0" name=""/>
        <dsp:cNvSpPr/>
      </dsp:nvSpPr>
      <dsp:spPr>
        <a:xfrm rot="5400000">
          <a:off x="5287757" y="-2347027"/>
          <a:ext cx="778906" cy="967677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latin typeface="Cambria" panose="02040503050406030204" pitchFamily="18" charset="0"/>
              <a:ea typeface="Cambria" panose="02040503050406030204" pitchFamily="18" charset="0"/>
            </a:rPr>
            <a:t>Applications concrètes et bonnes pratiques</a:t>
          </a:r>
        </a:p>
      </dsp:txBody>
      <dsp:txXfrm rot="-5400000">
        <a:off x="838822" y="2139931"/>
        <a:ext cx="9638754" cy="702860"/>
      </dsp:txXfrm>
    </dsp:sp>
    <dsp:sp modelId="{2D38E172-C2D2-42A0-8CC6-620B503FCF62}">
      <dsp:nvSpPr>
        <dsp:cNvPr id="0" name=""/>
        <dsp:cNvSpPr/>
      </dsp:nvSpPr>
      <dsp:spPr>
        <a:xfrm rot="5400000">
          <a:off x="-179747" y="3332452"/>
          <a:ext cx="1198317" cy="8388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FR" sz="2400" kern="1200" dirty="0">
              <a:latin typeface="Cambria" panose="02040503050406030204" pitchFamily="18" charset="0"/>
              <a:ea typeface="Cambria" panose="02040503050406030204" pitchFamily="18" charset="0"/>
            </a:rPr>
            <a:t>4</a:t>
          </a:r>
        </a:p>
      </dsp:txBody>
      <dsp:txXfrm rot="-5400000">
        <a:off x="1" y="3572115"/>
        <a:ext cx="838822" cy="359495"/>
      </dsp:txXfrm>
    </dsp:sp>
    <dsp:sp modelId="{52DACF64-8930-47FD-ABED-F16A1DE2073C}">
      <dsp:nvSpPr>
        <dsp:cNvPr id="0" name=""/>
        <dsp:cNvSpPr/>
      </dsp:nvSpPr>
      <dsp:spPr>
        <a:xfrm rot="5400000">
          <a:off x="5287757" y="-1296230"/>
          <a:ext cx="778906" cy="967677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latin typeface="Cambria" panose="02040503050406030204" pitchFamily="18" charset="0"/>
              <a:ea typeface="Cambria" panose="02040503050406030204" pitchFamily="18" charset="0"/>
            </a:rPr>
            <a:t>Perspectives au Cameroun</a:t>
          </a:r>
        </a:p>
      </dsp:txBody>
      <dsp:txXfrm rot="-5400000">
        <a:off x="838822" y="3190728"/>
        <a:ext cx="9638754" cy="7028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E607A5-B3D4-4F26-8B1F-277CD483A7F1}">
      <dsp:nvSpPr>
        <dsp:cNvPr id="0" name=""/>
        <dsp:cNvSpPr/>
      </dsp:nvSpPr>
      <dsp:spPr>
        <a:xfrm rot="5400000">
          <a:off x="-179747" y="180063"/>
          <a:ext cx="1198317" cy="8388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FR" sz="2400" kern="1200" dirty="0">
              <a:latin typeface="Cambria" panose="02040503050406030204" pitchFamily="18" charset="0"/>
              <a:ea typeface="Cambria" panose="02040503050406030204" pitchFamily="18" charset="0"/>
            </a:rPr>
            <a:t>1</a:t>
          </a:r>
        </a:p>
      </dsp:txBody>
      <dsp:txXfrm rot="-5400000">
        <a:off x="1" y="419726"/>
        <a:ext cx="838822" cy="359495"/>
      </dsp:txXfrm>
    </dsp:sp>
    <dsp:sp modelId="{68E1F133-9DAE-4A19-8A25-261FB63B4403}">
      <dsp:nvSpPr>
        <dsp:cNvPr id="0" name=""/>
        <dsp:cNvSpPr/>
      </dsp:nvSpPr>
      <dsp:spPr>
        <a:xfrm rot="5400000">
          <a:off x="5287757" y="-4448620"/>
          <a:ext cx="778906" cy="967677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latin typeface="Cambria" panose="02040503050406030204" pitchFamily="18" charset="0"/>
              <a:ea typeface="Cambria" panose="02040503050406030204" pitchFamily="18" charset="0"/>
            </a:rPr>
            <a:t>Logiciel Libre vs Open Source</a:t>
          </a:r>
        </a:p>
      </dsp:txBody>
      <dsp:txXfrm rot="-5400000">
        <a:off x="838822" y="38338"/>
        <a:ext cx="9638754" cy="702860"/>
      </dsp:txXfrm>
    </dsp:sp>
    <dsp:sp modelId="{F131C0C9-14EC-46B7-82C5-219798579497}">
      <dsp:nvSpPr>
        <dsp:cNvPr id="0" name=""/>
        <dsp:cNvSpPr/>
      </dsp:nvSpPr>
      <dsp:spPr>
        <a:xfrm rot="5400000">
          <a:off x="-179747" y="1230859"/>
          <a:ext cx="1198317" cy="8388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FR" sz="2400" kern="1200" dirty="0">
              <a:latin typeface="Cambria" panose="02040503050406030204" pitchFamily="18" charset="0"/>
              <a:ea typeface="Cambria" panose="02040503050406030204" pitchFamily="18" charset="0"/>
            </a:rPr>
            <a:t>2</a:t>
          </a:r>
        </a:p>
      </dsp:txBody>
      <dsp:txXfrm rot="-5400000">
        <a:off x="1" y="1470522"/>
        <a:ext cx="838822" cy="359495"/>
      </dsp:txXfrm>
    </dsp:sp>
    <dsp:sp modelId="{24BC295C-8A56-4CE3-85ED-DC2C4A0C65FA}">
      <dsp:nvSpPr>
        <dsp:cNvPr id="0" name=""/>
        <dsp:cNvSpPr/>
      </dsp:nvSpPr>
      <dsp:spPr>
        <a:xfrm rot="5400000">
          <a:off x="5287757" y="-3397823"/>
          <a:ext cx="778906" cy="967677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latin typeface="Cambria" panose="02040503050406030204" pitchFamily="18" charset="0"/>
              <a:ea typeface="Cambria" panose="02040503050406030204" pitchFamily="18" charset="0"/>
            </a:rPr>
            <a:t>Importance et Enjeux</a:t>
          </a:r>
        </a:p>
      </dsp:txBody>
      <dsp:txXfrm rot="-5400000">
        <a:off x="838822" y="1089135"/>
        <a:ext cx="9638754" cy="702860"/>
      </dsp:txXfrm>
    </dsp:sp>
    <dsp:sp modelId="{22CE0B53-7208-47A7-ADFC-592B8EB93376}">
      <dsp:nvSpPr>
        <dsp:cNvPr id="0" name=""/>
        <dsp:cNvSpPr/>
      </dsp:nvSpPr>
      <dsp:spPr>
        <a:xfrm rot="5400000">
          <a:off x="-179747" y="2281656"/>
          <a:ext cx="1198317" cy="8388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FR" sz="2400" kern="1200" dirty="0">
              <a:latin typeface="Cambria" panose="02040503050406030204" pitchFamily="18" charset="0"/>
              <a:ea typeface="Cambria" panose="02040503050406030204" pitchFamily="18" charset="0"/>
            </a:rPr>
            <a:t>3</a:t>
          </a:r>
        </a:p>
      </dsp:txBody>
      <dsp:txXfrm rot="-5400000">
        <a:off x="1" y="2521319"/>
        <a:ext cx="838822" cy="359495"/>
      </dsp:txXfrm>
    </dsp:sp>
    <dsp:sp modelId="{16F70EEB-5A88-49D3-9F85-C80C6279F690}">
      <dsp:nvSpPr>
        <dsp:cNvPr id="0" name=""/>
        <dsp:cNvSpPr/>
      </dsp:nvSpPr>
      <dsp:spPr>
        <a:xfrm rot="5400000">
          <a:off x="5287757" y="-2347027"/>
          <a:ext cx="778906" cy="967677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latin typeface="Cambria" panose="02040503050406030204" pitchFamily="18" charset="0"/>
              <a:ea typeface="Cambria" panose="02040503050406030204" pitchFamily="18" charset="0"/>
            </a:rPr>
            <a:t>Applications concrètes et bonnes pratiques</a:t>
          </a:r>
        </a:p>
      </dsp:txBody>
      <dsp:txXfrm rot="-5400000">
        <a:off x="838822" y="2139931"/>
        <a:ext cx="9638754" cy="702860"/>
      </dsp:txXfrm>
    </dsp:sp>
    <dsp:sp modelId="{2D38E172-C2D2-42A0-8CC6-620B503FCF62}">
      <dsp:nvSpPr>
        <dsp:cNvPr id="0" name=""/>
        <dsp:cNvSpPr/>
      </dsp:nvSpPr>
      <dsp:spPr>
        <a:xfrm rot="5400000">
          <a:off x="-179747" y="3332452"/>
          <a:ext cx="1198317" cy="8388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FR" sz="2400" kern="1200" dirty="0">
              <a:latin typeface="Cambria" panose="02040503050406030204" pitchFamily="18" charset="0"/>
              <a:ea typeface="Cambria" panose="02040503050406030204" pitchFamily="18" charset="0"/>
            </a:rPr>
            <a:t>4</a:t>
          </a:r>
        </a:p>
      </dsp:txBody>
      <dsp:txXfrm rot="-5400000">
        <a:off x="1" y="3572115"/>
        <a:ext cx="838822" cy="359495"/>
      </dsp:txXfrm>
    </dsp:sp>
    <dsp:sp modelId="{52DACF64-8930-47FD-ABED-F16A1DE2073C}">
      <dsp:nvSpPr>
        <dsp:cNvPr id="0" name=""/>
        <dsp:cNvSpPr/>
      </dsp:nvSpPr>
      <dsp:spPr>
        <a:xfrm rot="5400000">
          <a:off x="5287757" y="-1296230"/>
          <a:ext cx="778906" cy="967677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latin typeface="Cambria" panose="02040503050406030204" pitchFamily="18" charset="0"/>
              <a:ea typeface="Cambria" panose="02040503050406030204" pitchFamily="18" charset="0"/>
            </a:rPr>
            <a:t>Perspectives au Cameroun</a:t>
          </a:r>
        </a:p>
      </dsp:txBody>
      <dsp:txXfrm rot="-5400000">
        <a:off x="838822" y="3190728"/>
        <a:ext cx="9638754" cy="7028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E607A5-B3D4-4F26-8B1F-277CD483A7F1}">
      <dsp:nvSpPr>
        <dsp:cNvPr id="0" name=""/>
        <dsp:cNvSpPr/>
      </dsp:nvSpPr>
      <dsp:spPr>
        <a:xfrm rot="5400000">
          <a:off x="-251779" y="256951"/>
          <a:ext cx="1678530" cy="117497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r>
            <a:rPr lang="fr-FR" sz="3400" kern="1200" dirty="0">
              <a:latin typeface="Cambria" panose="02040503050406030204" pitchFamily="18" charset="0"/>
              <a:ea typeface="Cambria" panose="02040503050406030204" pitchFamily="18" charset="0"/>
            </a:rPr>
            <a:t>1</a:t>
          </a:r>
        </a:p>
      </dsp:txBody>
      <dsp:txXfrm rot="-5400000">
        <a:off x="1" y="592658"/>
        <a:ext cx="1174971" cy="503559"/>
      </dsp:txXfrm>
    </dsp:sp>
    <dsp:sp modelId="{68E1F133-9DAE-4A19-8A25-261FB63B4403}">
      <dsp:nvSpPr>
        <dsp:cNvPr id="0" name=""/>
        <dsp:cNvSpPr/>
      </dsp:nvSpPr>
      <dsp:spPr>
        <a:xfrm rot="5400000">
          <a:off x="5480738" y="-4300595"/>
          <a:ext cx="1091044" cy="9702578"/>
        </a:xfrm>
        <a:prstGeom prst="round2SameRect">
          <a:avLst/>
        </a:prstGeom>
        <a:solidFill>
          <a:schemeClr val="accent1">
            <a:lumMod val="75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solidFill>
                <a:schemeClr val="bg1"/>
              </a:solidFill>
              <a:latin typeface="Cambria" panose="02040503050406030204" pitchFamily="18" charset="0"/>
              <a:ea typeface="Cambria" panose="02040503050406030204" pitchFamily="18" charset="0"/>
            </a:rPr>
            <a:t>Logiciel Libre vs Open Source</a:t>
          </a:r>
        </a:p>
      </dsp:txBody>
      <dsp:txXfrm rot="-5400000">
        <a:off x="1174971" y="58432"/>
        <a:ext cx="9649318" cy="984524"/>
      </dsp:txXfrm>
    </dsp:sp>
    <dsp:sp modelId="{F131C0C9-14EC-46B7-82C5-219798579497}">
      <dsp:nvSpPr>
        <dsp:cNvPr id="0" name=""/>
        <dsp:cNvSpPr/>
      </dsp:nvSpPr>
      <dsp:spPr>
        <a:xfrm rot="5400000">
          <a:off x="-251779" y="1792668"/>
          <a:ext cx="1678530" cy="117497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r>
            <a:rPr lang="fr-FR" sz="3400" kern="1200" dirty="0">
              <a:latin typeface="Cambria" panose="02040503050406030204" pitchFamily="18" charset="0"/>
              <a:ea typeface="Cambria" panose="02040503050406030204" pitchFamily="18" charset="0"/>
            </a:rPr>
            <a:t>2</a:t>
          </a:r>
        </a:p>
      </dsp:txBody>
      <dsp:txXfrm rot="-5400000">
        <a:off x="1" y="2128375"/>
        <a:ext cx="1174971" cy="503559"/>
      </dsp:txXfrm>
    </dsp:sp>
    <dsp:sp modelId="{24BC295C-8A56-4CE3-85ED-DC2C4A0C65FA}">
      <dsp:nvSpPr>
        <dsp:cNvPr id="0" name=""/>
        <dsp:cNvSpPr/>
      </dsp:nvSpPr>
      <dsp:spPr>
        <a:xfrm rot="5400000">
          <a:off x="5480738" y="-2764878"/>
          <a:ext cx="1091044" cy="9702578"/>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latin typeface="Cambria" panose="02040503050406030204" pitchFamily="18" charset="0"/>
              <a:ea typeface="Cambria" panose="02040503050406030204" pitchFamily="18" charset="0"/>
            </a:rPr>
            <a:t>Importance et Enjeux</a:t>
          </a:r>
        </a:p>
      </dsp:txBody>
      <dsp:txXfrm rot="-5400000">
        <a:off x="1174971" y="1594149"/>
        <a:ext cx="9649318" cy="984524"/>
      </dsp:txXfrm>
    </dsp:sp>
    <dsp:sp modelId="{22CE0B53-7208-47A7-ADFC-592B8EB93376}">
      <dsp:nvSpPr>
        <dsp:cNvPr id="0" name=""/>
        <dsp:cNvSpPr/>
      </dsp:nvSpPr>
      <dsp:spPr>
        <a:xfrm rot="5400000">
          <a:off x="-251779" y="3328385"/>
          <a:ext cx="1678530" cy="117497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r>
            <a:rPr lang="fr-FR" sz="3400" kern="1200" dirty="0">
              <a:latin typeface="Cambria" panose="02040503050406030204" pitchFamily="18" charset="0"/>
              <a:ea typeface="Cambria" panose="02040503050406030204" pitchFamily="18" charset="0"/>
            </a:rPr>
            <a:t>3</a:t>
          </a:r>
        </a:p>
      </dsp:txBody>
      <dsp:txXfrm rot="-5400000">
        <a:off x="1" y="3664092"/>
        <a:ext cx="1174971" cy="503559"/>
      </dsp:txXfrm>
    </dsp:sp>
    <dsp:sp modelId="{16F70EEB-5A88-49D3-9F85-C80C6279F690}">
      <dsp:nvSpPr>
        <dsp:cNvPr id="0" name=""/>
        <dsp:cNvSpPr/>
      </dsp:nvSpPr>
      <dsp:spPr>
        <a:xfrm rot="5400000">
          <a:off x="5480738" y="-1229161"/>
          <a:ext cx="1091044" cy="9702578"/>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latin typeface="Cambria" panose="02040503050406030204" pitchFamily="18" charset="0"/>
              <a:ea typeface="Cambria" panose="02040503050406030204" pitchFamily="18" charset="0"/>
            </a:rPr>
            <a:t>Applications concrètes et bonnes pratiques</a:t>
          </a:r>
        </a:p>
      </dsp:txBody>
      <dsp:txXfrm rot="-5400000">
        <a:off x="1174971" y="3129866"/>
        <a:ext cx="9649318" cy="984524"/>
      </dsp:txXfrm>
    </dsp:sp>
    <dsp:sp modelId="{2D38E172-C2D2-42A0-8CC6-620B503FCF62}">
      <dsp:nvSpPr>
        <dsp:cNvPr id="0" name=""/>
        <dsp:cNvSpPr/>
      </dsp:nvSpPr>
      <dsp:spPr>
        <a:xfrm rot="5400000">
          <a:off x="-251779" y="4864102"/>
          <a:ext cx="1678530" cy="117497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r>
            <a:rPr lang="fr-FR" sz="3400" kern="1200" dirty="0">
              <a:latin typeface="Cambria" panose="02040503050406030204" pitchFamily="18" charset="0"/>
              <a:ea typeface="Cambria" panose="02040503050406030204" pitchFamily="18" charset="0"/>
            </a:rPr>
            <a:t>4</a:t>
          </a:r>
        </a:p>
      </dsp:txBody>
      <dsp:txXfrm rot="-5400000">
        <a:off x="1" y="5199809"/>
        <a:ext cx="1174971" cy="503559"/>
      </dsp:txXfrm>
    </dsp:sp>
    <dsp:sp modelId="{52DACF64-8930-47FD-ABED-F16A1DE2073C}">
      <dsp:nvSpPr>
        <dsp:cNvPr id="0" name=""/>
        <dsp:cNvSpPr/>
      </dsp:nvSpPr>
      <dsp:spPr>
        <a:xfrm rot="5400000">
          <a:off x="5480738" y="306555"/>
          <a:ext cx="1091044" cy="9702578"/>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latin typeface="Cambria" panose="02040503050406030204" pitchFamily="18" charset="0"/>
              <a:ea typeface="Cambria" panose="02040503050406030204" pitchFamily="18" charset="0"/>
            </a:rPr>
            <a:t>Perspectives au Cameroun</a:t>
          </a:r>
        </a:p>
      </dsp:txBody>
      <dsp:txXfrm rot="-5400000">
        <a:off x="1174971" y="4665582"/>
        <a:ext cx="9649318" cy="98452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E607A5-B3D4-4F26-8B1F-277CD483A7F1}">
      <dsp:nvSpPr>
        <dsp:cNvPr id="0" name=""/>
        <dsp:cNvSpPr/>
      </dsp:nvSpPr>
      <dsp:spPr>
        <a:xfrm rot="5400000">
          <a:off x="-251779" y="256951"/>
          <a:ext cx="1678530" cy="117497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r>
            <a:rPr lang="fr-FR" sz="3400" kern="1200" dirty="0">
              <a:latin typeface="Cambria" panose="02040503050406030204" pitchFamily="18" charset="0"/>
              <a:ea typeface="Cambria" panose="02040503050406030204" pitchFamily="18" charset="0"/>
            </a:rPr>
            <a:t>1</a:t>
          </a:r>
        </a:p>
      </dsp:txBody>
      <dsp:txXfrm rot="-5400000">
        <a:off x="1" y="592658"/>
        <a:ext cx="1174971" cy="503559"/>
      </dsp:txXfrm>
    </dsp:sp>
    <dsp:sp modelId="{68E1F133-9DAE-4A19-8A25-261FB63B4403}">
      <dsp:nvSpPr>
        <dsp:cNvPr id="0" name=""/>
        <dsp:cNvSpPr/>
      </dsp:nvSpPr>
      <dsp:spPr>
        <a:xfrm rot="5400000">
          <a:off x="5480738" y="-4300595"/>
          <a:ext cx="1091044" cy="9702578"/>
        </a:xfrm>
        <a:prstGeom prst="round2SameRect">
          <a:avLst/>
        </a:prstGeom>
        <a:solidFill>
          <a:prstClr val="white">
            <a:alpha val="90000"/>
            <a:hueOff val="0"/>
            <a:satOff val="0"/>
            <a:lumOff val="0"/>
            <a:alphaOff val="0"/>
          </a:prstClr>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solidFill>
                <a:prstClr val="black">
                  <a:hueOff val="0"/>
                  <a:satOff val="0"/>
                  <a:lumOff val="0"/>
                  <a:alphaOff val="0"/>
                </a:prstClr>
              </a:solidFill>
              <a:latin typeface="Cambria" panose="02040503050406030204" pitchFamily="18" charset="0"/>
              <a:ea typeface="Cambria" panose="02040503050406030204" pitchFamily="18" charset="0"/>
              <a:cs typeface="+mn-cs"/>
            </a:rPr>
            <a:t>Logiciel Libre vs Open Source</a:t>
          </a:r>
        </a:p>
      </dsp:txBody>
      <dsp:txXfrm rot="-5400000">
        <a:off x="1174971" y="58432"/>
        <a:ext cx="9649318" cy="984524"/>
      </dsp:txXfrm>
    </dsp:sp>
    <dsp:sp modelId="{F131C0C9-14EC-46B7-82C5-219798579497}">
      <dsp:nvSpPr>
        <dsp:cNvPr id="0" name=""/>
        <dsp:cNvSpPr/>
      </dsp:nvSpPr>
      <dsp:spPr>
        <a:xfrm rot="5400000">
          <a:off x="-251779" y="1792668"/>
          <a:ext cx="1678530" cy="117497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r>
            <a:rPr lang="fr-FR" sz="3400" kern="1200" dirty="0">
              <a:latin typeface="Cambria" panose="02040503050406030204" pitchFamily="18" charset="0"/>
              <a:ea typeface="Cambria" panose="02040503050406030204" pitchFamily="18" charset="0"/>
            </a:rPr>
            <a:t>2</a:t>
          </a:r>
        </a:p>
      </dsp:txBody>
      <dsp:txXfrm rot="-5400000">
        <a:off x="1" y="2128375"/>
        <a:ext cx="1174971" cy="503559"/>
      </dsp:txXfrm>
    </dsp:sp>
    <dsp:sp modelId="{24BC295C-8A56-4CE3-85ED-DC2C4A0C65FA}">
      <dsp:nvSpPr>
        <dsp:cNvPr id="0" name=""/>
        <dsp:cNvSpPr/>
      </dsp:nvSpPr>
      <dsp:spPr>
        <a:xfrm rot="5400000">
          <a:off x="5480738" y="-2764878"/>
          <a:ext cx="1091044" cy="9702578"/>
        </a:xfrm>
        <a:prstGeom prst="round2SameRect">
          <a:avLst/>
        </a:prstGeom>
        <a:solidFill>
          <a:srgbClr val="4472C4">
            <a:lumMod val="75000"/>
            <a:alpha val="90000"/>
          </a:srgbClr>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solidFill>
                <a:prstClr val="white"/>
              </a:solidFill>
              <a:latin typeface="Cambria" panose="02040503050406030204" pitchFamily="18" charset="0"/>
              <a:ea typeface="Cambria" panose="02040503050406030204" pitchFamily="18" charset="0"/>
              <a:cs typeface="+mn-cs"/>
            </a:rPr>
            <a:t>Importance et Enjeux</a:t>
          </a:r>
        </a:p>
      </dsp:txBody>
      <dsp:txXfrm rot="-5400000">
        <a:off x="1174971" y="1594149"/>
        <a:ext cx="9649318" cy="984524"/>
      </dsp:txXfrm>
    </dsp:sp>
    <dsp:sp modelId="{22CE0B53-7208-47A7-ADFC-592B8EB93376}">
      <dsp:nvSpPr>
        <dsp:cNvPr id="0" name=""/>
        <dsp:cNvSpPr/>
      </dsp:nvSpPr>
      <dsp:spPr>
        <a:xfrm rot="5400000">
          <a:off x="-251779" y="3328385"/>
          <a:ext cx="1678530" cy="117497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r>
            <a:rPr lang="fr-FR" sz="3400" kern="1200" dirty="0">
              <a:latin typeface="Cambria" panose="02040503050406030204" pitchFamily="18" charset="0"/>
              <a:ea typeface="Cambria" panose="02040503050406030204" pitchFamily="18" charset="0"/>
            </a:rPr>
            <a:t>3</a:t>
          </a:r>
        </a:p>
      </dsp:txBody>
      <dsp:txXfrm rot="-5400000">
        <a:off x="1" y="3664092"/>
        <a:ext cx="1174971" cy="503559"/>
      </dsp:txXfrm>
    </dsp:sp>
    <dsp:sp modelId="{16F70EEB-5A88-49D3-9F85-C80C6279F690}">
      <dsp:nvSpPr>
        <dsp:cNvPr id="0" name=""/>
        <dsp:cNvSpPr/>
      </dsp:nvSpPr>
      <dsp:spPr>
        <a:xfrm rot="5400000">
          <a:off x="5480738" y="-1229161"/>
          <a:ext cx="1091044" cy="9702578"/>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latin typeface="Cambria" panose="02040503050406030204" pitchFamily="18" charset="0"/>
              <a:ea typeface="Cambria" panose="02040503050406030204" pitchFamily="18" charset="0"/>
            </a:rPr>
            <a:t>Applications concrètes et bonnes pratiques</a:t>
          </a:r>
        </a:p>
      </dsp:txBody>
      <dsp:txXfrm rot="-5400000">
        <a:off x="1174971" y="3129866"/>
        <a:ext cx="9649318" cy="984524"/>
      </dsp:txXfrm>
    </dsp:sp>
    <dsp:sp modelId="{2D38E172-C2D2-42A0-8CC6-620B503FCF62}">
      <dsp:nvSpPr>
        <dsp:cNvPr id="0" name=""/>
        <dsp:cNvSpPr/>
      </dsp:nvSpPr>
      <dsp:spPr>
        <a:xfrm rot="5400000">
          <a:off x="-251779" y="4864102"/>
          <a:ext cx="1678530" cy="117497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r>
            <a:rPr lang="fr-FR" sz="3400" kern="1200" dirty="0">
              <a:latin typeface="Cambria" panose="02040503050406030204" pitchFamily="18" charset="0"/>
              <a:ea typeface="Cambria" panose="02040503050406030204" pitchFamily="18" charset="0"/>
            </a:rPr>
            <a:t>4</a:t>
          </a:r>
        </a:p>
      </dsp:txBody>
      <dsp:txXfrm rot="-5400000">
        <a:off x="1" y="5199809"/>
        <a:ext cx="1174971" cy="503559"/>
      </dsp:txXfrm>
    </dsp:sp>
    <dsp:sp modelId="{52DACF64-8930-47FD-ABED-F16A1DE2073C}">
      <dsp:nvSpPr>
        <dsp:cNvPr id="0" name=""/>
        <dsp:cNvSpPr/>
      </dsp:nvSpPr>
      <dsp:spPr>
        <a:xfrm rot="5400000">
          <a:off x="5480738" y="306555"/>
          <a:ext cx="1091044" cy="9702578"/>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latin typeface="Cambria" panose="02040503050406030204" pitchFamily="18" charset="0"/>
              <a:ea typeface="Cambria" panose="02040503050406030204" pitchFamily="18" charset="0"/>
            </a:rPr>
            <a:t>Perspectives au Cameroun</a:t>
          </a:r>
        </a:p>
      </dsp:txBody>
      <dsp:txXfrm rot="-5400000">
        <a:off x="1174971" y="4665582"/>
        <a:ext cx="9649318" cy="98452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E607A5-B3D4-4F26-8B1F-277CD483A7F1}">
      <dsp:nvSpPr>
        <dsp:cNvPr id="0" name=""/>
        <dsp:cNvSpPr/>
      </dsp:nvSpPr>
      <dsp:spPr>
        <a:xfrm rot="5400000">
          <a:off x="-251779" y="256951"/>
          <a:ext cx="1678530" cy="117497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r>
            <a:rPr lang="fr-FR" sz="3400" kern="1200" dirty="0">
              <a:latin typeface="Cambria" panose="02040503050406030204" pitchFamily="18" charset="0"/>
              <a:ea typeface="Cambria" panose="02040503050406030204" pitchFamily="18" charset="0"/>
            </a:rPr>
            <a:t>1</a:t>
          </a:r>
        </a:p>
      </dsp:txBody>
      <dsp:txXfrm rot="-5400000">
        <a:off x="1" y="592658"/>
        <a:ext cx="1174971" cy="503559"/>
      </dsp:txXfrm>
    </dsp:sp>
    <dsp:sp modelId="{68E1F133-9DAE-4A19-8A25-261FB63B4403}">
      <dsp:nvSpPr>
        <dsp:cNvPr id="0" name=""/>
        <dsp:cNvSpPr/>
      </dsp:nvSpPr>
      <dsp:spPr>
        <a:xfrm rot="5400000">
          <a:off x="5480738" y="-4300595"/>
          <a:ext cx="1091044" cy="9702578"/>
        </a:xfrm>
        <a:prstGeom prst="round2SameRect">
          <a:avLst/>
        </a:prstGeom>
        <a:solidFill>
          <a:schemeClr val="bg1">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solidFill>
                <a:schemeClr val="tx1"/>
              </a:solidFill>
              <a:latin typeface="Cambria" panose="02040503050406030204" pitchFamily="18" charset="0"/>
              <a:ea typeface="Cambria" panose="02040503050406030204" pitchFamily="18" charset="0"/>
            </a:rPr>
            <a:t>Logiciel Libre vs Open Source</a:t>
          </a:r>
        </a:p>
      </dsp:txBody>
      <dsp:txXfrm rot="-5400000">
        <a:off x="1174971" y="58432"/>
        <a:ext cx="9649318" cy="984524"/>
      </dsp:txXfrm>
    </dsp:sp>
    <dsp:sp modelId="{F131C0C9-14EC-46B7-82C5-219798579497}">
      <dsp:nvSpPr>
        <dsp:cNvPr id="0" name=""/>
        <dsp:cNvSpPr/>
      </dsp:nvSpPr>
      <dsp:spPr>
        <a:xfrm rot="5400000">
          <a:off x="-251779" y="1792668"/>
          <a:ext cx="1678530" cy="117497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r>
            <a:rPr lang="fr-FR" sz="3400" kern="1200" dirty="0">
              <a:latin typeface="Cambria" panose="02040503050406030204" pitchFamily="18" charset="0"/>
              <a:ea typeface="Cambria" panose="02040503050406030204" pitchFamily="18" charset="0"/>
            </a:rPr>
            <a:t>2</a:t>
          </a:r>
        </a:p>
      </dsp:txBody>
      <dsp:txXfrm rot="-5400000">
        <a:off x="1" y="2128375"/>
        <a:ext cx="1174971" cy="503559"/>
      </dsp:txXfrm>
    </dsp:sp>
    <dsp:sp modelId="{24BC295C-8A56-4CE3-85ED-DC2C4A0C65FA}">
      <dsp:nvSpPr>
        <dsp:cNvPr id="0" name=""/>
        <dsp:cNvSpPr/>
      </dsp:nvSpPr>
      <dsp:spPr>
        <a:xfrm rot="5400000">
          <a:off x="5480738" y="-2764878"/>
          <a:ext cx="1091044" cy="9702578"/>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latin typeface="Cambria" panose="02040503050406030204" pitchFamily="18" charset="0"/>
              <a:ea typeface="Cambria" panose="02040503050406030204" pitchFamily="18" charset="0"/>
            </a:rPr>
            <a:t>Importance et Enjeux</a:t>
          </a:r>
        </a:p>
      </dsp:txBody>
      <dsp:txXfrm rot="-5400000">
        <a:off x="1174971" y="1594149"/>
        <a:ext cx="9649318" cy="984524"/>
      </dsp:txXfrm>
    </dsp:sp>
    <dsp:sp modelId="{22CE0B53-7208-47A7-ADFC-592B8EB93376}">
      <dsp:nvSpPr>
        <dsp:cNvPr id="0" name=""/>
        <dsp:cNvSpPr/>
      </dsp:nvSpPr>
      <dsp:spPr>
        <a:xfrm rot="5400000">
          <a:off x="-251779" y="3328385"/>
          <a:ext cx="1678530" cy="117497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r>
            <a:rPr lang="fr-FR" sz="3400" kern="1200" dirty="0">
              <a:latin typeface="Cambria" panose="02040503050406030204" pitchFamily="18" charset="0"/>
              <a:ea typeface="Cambria" panose="02040503050406030204" pitchFamily="18" charset="0"/>
            </a:rPr>
            <a:t>3</a:t>
          </a:r>
        </a:p>
      </dsp:txBody>
      <dsp:txXfrm rot="-5400000">
        <a:off x="1" y="3664092"/>
        <a:ext cx="1174971" cy="503559"/>
      </dsp:txXfrm>
    </dsp:sp>
    <dsp:sp modelId="{16F70EEB-5A88-49D3-9F85-C80C6279F690}">
      <dsp:nvSpPr>
        <dsp:cNvPr id="0" name=""/>
        <dsp:cNvSpPr/>
      </dsp:nvSpPr>
      <dsp:spPr>
        <a:xfrm rot="5400000">
          <a:off x="5480738" y="-1229161"/>
          <a:ext cx="1091044" cy="9702578"/>
        </a:xfrm>
        <a:prstGeom prst="round2SameRect">
          <a:avLst/>
        </a:prstGeom>
        <a:solidFill>
          <a:srgbClr val="4472C4">
            <a:lumMod val="75000"/>
            <a:alpha val="90000"/>
          </a:srgbClr>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solidFill>
                <a:prstClr val="white"/>
              </a:solidFill>
              <a:latin typeface="Cambria" panose="02040503050406030204" pitchFamily="18" charset="0"/>
              <a:ea typeface="Cambria" panose="02040503050406030204" pitchFamily="18" charset="0"/>
              <a:cs typeface="+mn-cs"/>
            </a:rPr>
            <a:t>Applications concrètes et bonnes pratiques</a:t>
          </a:r>
        </a:p>
      </dsp:txBody>
      <dsp:txXfrm rot="-5400000">
        <a:off x="1174971" y="3129866"/>
        <a:ext cx="9649318" cy="984524"/>
      </dsp:txXfrm>
    </dsp:sp>
    <dsp:sp modelId="{2D38E172-C2D2-42A0-8CC6-620B503FCF62}">
      <dsp:nvSpPr>
        <dsp:cNvPr id="0" name=""/>
        <dsp:cNvSpPr/>
      </dsp:nvSpPr>
      <dsp:spPr>
        <a:xfrm rot="5400000">
          <a:off x="-251779" y="4864102"/>
          <a:ext cx="1678530" cy="117497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r>
            <a:rPr lang="fr-FR" sz="3400" kern="1200" dirty="0">
              <a:latin typeface="Cambria" panose="02040503050406030204" pitchFamily="18" charset="0"/>
              <a:ea typeface="Cambria" panose="02040503050406030204" pitchFamily="18" charset="0"/>
            </a:rPr>
            <a:t>4</a:t>
          </a:r>
        </a:p>
      </dsp:txBody>
      <dsp:txXfrm rot="-5400000">
        <a:off x="1" y="5199809"/>
        <a:ext cx="1174971" cy="503559"/>
      </dsp:txXfrm>
    </dsp:sp>
    <dsp:sp modelId="{52DACF64-8930-47FD-ABED-F16A1DE2073C}">
      <dsp:nvSpPr>
        <dsp:cNvPr id="0" name=""/>
        <dsp:cNvSpPr/>
      </dsp:nvSpPr>
      <dsp:spPr>
        <a:xfrm rot="5400000">
          <a:off x="5480738" y="306555"/>
          <a:ext cx="1091044" cy="9702578"/>
        </a:xfrm>
        <a:prstGeom prst="round2SameRect">
          <a:avLst/>
        </a:prstGeom>
        <a:solidFill>
          <a:prstClr val="white">
            <a:alpha val="90000"/>
            <a:hueOff val="0"/>
            <a:satOff val="0"/>
            <a:lumOff val="0"/>
            <a:alphaOff val="0"/>
          </a:prstClr>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solidFill>
                <a:prstClr val="black">
                  <a:hueOff val="0"/>
                  <a:satOff val="0"/>
                  <a:lumOff val="0"/>
                  <a:alphaOff val="0"/>
                </a:prstClr>
              </a:solidFill>
              <a:latin typeface="Cambria" panose="02040503050406030204" pitchFamily="18" charset="0"/>
              <a:ea typeface="Cambria" panose="02040503050406030204" pitchFamily="18" charset="0"/>
              <a:cs typeface="+mn-cs"/>
            </a:rPr>
            <a:t>Perspectives au Cameroun</a:t>
          </a:r>
        </a:p>
      </dsp:txBody>
      <dsp:txXfrm rot="-5400000">
        <a:off x="1174971" y="4665582"/>
        <a:ext cx="9649318" cy="98452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E607A5-B3D4-4F26-8B1F-277CD483A7F1}">
      <dsp:nvSpPr>
        <dsp:cNvPr id="0" name=""/>
        <dsp:cNvSpPr/>
      </dsp:nvSpPr>
      <dsp:spPr>
        <a:xfrm rot="5400000">
          <a:off x="-251779" y="256951"/>
          <a:ext cx="1678530" cy="117497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r>
            <a:rPr lang="fr-FR" sz="3400" kern="1200" dirty="0">
              <a:latin typeface="Cambria" panose="02040503050406030204" pitchFamily="18" charset="0"/>
              <a:ea typeface="Cambria" panose="02040503050406030204" pitchFamily="18" charset="0"/>
            </a:rPr>
            <a:t>1</a:t>
          </a:r>
        </a:p>
      </dsp:txBody>
      <dsp:txXfrm rot="-5400000">
        <a:off x="1" y="592658"/>
        <a:ext cx="1174971" cy="503559"/>
      </dsp:txXfrm>
    </dsp:sp>
    <dsp:sp modelId="{68E1F133-9DAE-4A19-8A25-261FB63B4403}">
      <dsp:nvSpPr>
        <dsp:cNvPr id="0" name=""/>
        <dsp:cNvSpPr/>
      </dsp:nvSpPr>
      <dsp:spPr>
        <a:xfrm rot="5400000">
          <a:off x="5480738" y="-4300595"/>
          <a:ext cx="1091044" cy="9702578"/>
        </a:xfrm>
        <a:prstGeom prst="round2SameRect">
          <a:avLst/>
        </a:prstGeom>
        <a:solidFill>
          <a:schemeClr val="bg1">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solidFill>
                <a:schemeClr val="tx1"/>
              </a:solidFill>
              <a:latin typeface="Cambria" panose="02040503050406030204" pitchFamily="18" charset="0"/>
              <a:ea typeface="Cambria" panose="02040503050406030204" pitchFamily="18" charset="0"/>
            </a:rPr>
            <a:t>Logiciel Libre vs Open Source</a:t>
          </a:r>
        </a:p>
      </dsp:txBody>
      <dsp:txXfrm rot="-5400000">
        <a:off x="1174971" y="58432"/>
        <a:ext cx="9649318" cy="984524"/>
      </dsp:txXfrm>
    </dsp:sp>
    <dsp:sp modelId="{F131C0C9-14EC-46B7-82C5-219798579497}">
      <dsp:nvSpPr>
        <dsp:cNvPr id="0" name=""/>
        <dsp:cNvSpPr/>
      </dsp:nvSpPr>
      <dsp:spPr>
        <a:xfrm rot="5400000">
          <a:off x="-251779" y="1792668"/>
          <a:ext cx="1678530" cy="117497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r>
            <a:rPr lang="fr-FR" sz="3400" kern="1200" dirty="0">
              <a:latin typeface="Cambria" panose="02040503050406030204" pitchFamily="18" charset="0"/>
              <a:ea typeface="Cambria" panose="02040503050406030204" pitchFamily="18" charset="0"/>
            </a:rPr>
            <a:t>2</a:t>
          </a:r>
        </a:p>
      </dsp:txBody>
      <dsp:txXfrm rot="-5400000">
        <a:off x="1" y="2128375"/>
        <a:ext cx="1174971" cy="503559"/>
      </dsp:txXfrm>
    </dsp:sp>
    <dsp:sp modelId="{24BC295C-8A56-4CE3-85ED-DC2C4A0C65FA}">
      <dsp:nvSpPr>
        <dsp:cNvPr id="0" name=""/>
        <dsp:cNvSpPr/>
      </dsp:nvSpPr>
      <dsp:spPr>
        <a:xfrm rot="5400000">
          <a:off x="5480738" y="-2764878"/>
          <a:ext cx="1091044" cy="9702578"/>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latin typeface="Cambria" panose="02040503050406030204" pitchFamily="18" charset="0"/>
              <a:ea typeface="Cambria" panose="02040503050406030204" pitchFamily="18" charset="0"/>
            </a:rPr>
            <a:t>Importance et Enjeux</a:t>
          </a:r>
        </a:p>
      </dsp:txBody>
      <dsp:txXfrm rot="-5400000">
        <a:off x="1174971" y="1594149"/>
        <a:ext cx="9649318" cy="984524"/>
      </dsp:txXfrm>
    </dsp:sp>
    <dsp:sp modelId="{22CE0B53-7208-47A7-ADFC-592B8EB93376}">
      <dsp:nvSpPr>
        <dsp:cNvPr id="0" name=""/>
        <dsp:cNvSpPr/>
      </dsp:nvSpPr>
      <dsp:spPr>
        <a:xfrm rot="5400000">
          <a:off x="-251779" y="3328385"/>
          <a:ext cx="1678530" cy="117497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r>
            <a:rPr lang="fr-FR" sz="3400" kern="1200" dirty="0">
              <a:latin typeface="Cambria" panose="02040503050406030204" pitchFamily="18" charset="0"/>
              <a:ea typeface="Cambria" panose="02040503050406030204" pitchFamily="18" charset="0"/>
            </a:rPr>
            <a:t>3</a:t>
          </a:r>
        </a:p>
      </dsp:txBody>
      <dsp:txXfrm rot="-5400000">
        <a:off x="1" y="3664092"/>
        <a:ext cx="1174971" cy="503559"/>
      </dsp:txXfrm>
    </dsp:sp>
    <dsp:sp modelId="{16F70EEB-5A88-49D3-9F85-C80C6279F690}">
      <dsp:nvSpPr>
        <dsp:cNvPr id="0" name=""/>
        <dsp:cNvSpPr/>
      </dsp:nvSpPr>
      <dsp:spPr>
        <a:xfrm rot="5400000">
          <a:off x="5480738" y="-1229161"/>
          <a:ext cx="1091044" cy="9702578"/>
        </a:xfrm>
        <a:prstGeom prst="round2SameRect">
          <a:avLst/>
        </a:prstGeom>
        <a:solidFill>
          <a:prstClr val="white">
            <a:alpha val="90000"/>
            <a:hueOff val="0"/>
            <a:satOff val="0"/>
            <a:lumOff val="0"/>
            <a:alphaOff val="0"/>
          </a:prstClr>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solidFill>
                <a:prstClr val="black">
                  <a:hueOff val="0"/>
                  <a:satOff val="0"/>
                  <a:lumOff val="0"/>
                  <a:alphaOff val="0"/>
                </a:prstClr>
              </a:solidFill>
              <a:latin typeface="Cambria" panose="02040503050406030204" pitchFamily="18" charset="0"/>
              <a:ea typeface="Cambria" panose="02040503050406030204" pitchFamily="18" charset="0"/>
              <a:cs typeface="+mn-cs"/>
            </a:rPr>
            <a:t>Applications concrètes et bonnes pratiques</a:t>
          </a:r>
        </a:p>
      </dsp:txBody>
      <dsp:txXfrm rot="-5400000">
        <a:off x="1174971" y="3129866"/>
        <a:ext cx="9649318" cy="984524"/>
      </dsp:txXfrm>
    </dsp:sp>
    <dsp:sp modelId="{2D38E172-C2D2-42A0-8CC6-620B503FCF62}">
      <dsp:nvSpPr>
        <dsp:cNvPr id="0" name=""/>
        <dsp:cNvSpPr/>
      </dsp:nvSpPr>
      <dsp:spPr>
        <a:xfrm rot="5400000">
          <a:off x="-251779" y="4864102"/>
          <a:ext cx="1678530" cy="117497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r>
            <a:rPr lang="fr-FR" sz="3400" kern="1200" dirty="0">
              <a:latin typeface="Cambria" panose="02040503050406030204" pitchFamily="18" charset="0"/>
              <a:ea typeface="Cambria" panose="02040503050406030204" pitchFamily="18" charset="0"/>
            </a:rPr>
            <a:t>4</a:t>
          </a:r>
        </a:p>
      </dsp:txBody>
      <dsp:txXfrm rot="-5400000">
        <a:off x="1" y="5199809"/>
        <a:ext cx="1174971" cy="503559"/>
      </dsp:txXfrm>
    </dsp:sp>
    <dsp:sp modelId="{52DACF64-8930-47FD-ABED-F16A1DE2073C}">
      <dsp:nvSpPr>
        <dsp:cNvPr id="0" name=""/>
        <dsp:cNvSpPr/>
      </dsp:nvSpPr>
      <dsp:spPr>
        <a:xfrm rot="5400000">
          <a:off x="5480738" y="306555"/>
          <a:ext cx="1091044" cy="9702578"/>
        </a:xfrm>
        <a:prstGeom prst="round2SameRect">
          <a:avLst/>
        </a:prstGeom>
        <a:solidFill>
          <a:srgbClr val="4472C4">
            <a:lumMod val="75000"/>
            <a:alpha val="90000"/>
          </a:srgbClr>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4480" tIns="25400" rIns="25400" bIns="25400" numCol="1" spcCol="1270" anchor="ctr" anchorCtr="0">
          <a:noAutofit/>
        </a:bodyPr>
        <a:lstStyle/>
        <a:p>
          <a:pPr marL="285750" lvl="1" indent="-285750" algn="l" defTabSz="1778000">
            <a:lnSpc>
              <a:spcPct val="90000"/>
            </a:lnSpc>
            <a:spcBef>
              <a:spcPct val="0"/>
            </a:spcBef>
            <a:spcAft>
              <a:spcPct val="15000"/>
            </a:spcAft>
            <a:buNone/>
          </a:pPr>
          <a:r>
            <a:rPr lang="fr-FR" sz="4000" kern="1200" dirty="0">
              <a:solidFill>
                <a:prstClr val="white"/>
              </a:solidFill>
              <a:latin typeface="Cambria" panose="02040503050406030204" pitchFamily="18" charset="0"/>
              <a:ea typeface="Cambria" panose="02040503050406030204" pitchFamily="18" charset="0"/>
              <a:cs typeface="+mn-cs"/>
            </a:rPr>
            <a:t>Perspectives au Cameroun</a:t>
          </a:r>
        </a:p>
      </dsp:txBody>
      <dsp:txXfrm rot="-5400000">
        <a:off x="1174971" y="4665582"/>
        <a:ext cx="9649318" cy="984524"/>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E29745-6D9C-4936-97BD-4260F4EDE449}" type="datetimeFigureOut">
              <a:rPr lang="fr-FR" smtClean="0"/>
              <a:t>08/10/2025</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348CA1-1A94-4BFE-8AB8-967ACB24B503}" type="slidenum">
              <a:rPr lang="fr-FR" smtClean="0"/>
              <a:t>‹#›</a:t>
            </a:fld>
            <a:endParaRPr lang="fr-FR"/>
          </a:p>
        </p:txBody>
      </p:sp>
    </p:spTree>
    <p:extLst>
      <p:ext uri="{BB962C8B-B14F-4D97-AF65-F5344CB8AC3E}">
        <p14:creationId xmlns:p14="http://schemas.microsoft.com/office/powerpoint/2010/main" val="5704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lement.io/case-studies/nato?utm_source=chatgpt.com"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en.wikipedia.org/wiki/Federated_Mission_Networking?utm_source=chatgpt.com"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logiciel libre insiste sur les libertés et l’éthique. Open source privilégie rapidité et mutualisation. En défense, ces deux approches se complètent. »</a:t>
            </a:r>
          </a:p>
        </p:txBody>
      </p:sp>
      <p:sp>
        <p:nvSpPr>
          <p:cNvPr id="4" name="Slide Number Placeholder 3"/>
          <p:cNvSpPr>
            <a:spLocks noGrp="1"/>
          </p:cNvSpPr>
          <p:nvPr>
            <p:ph type="sldNum" sz="quarter" idx="5"/>
          </p:nvPr>
        </p:nvSpPr>
        <p:spPr/>
        <p:txBody>
          <a:bodyPr/>
          <a:lstStyle/>
          <a:p>
            <a:fld id="{BE348CA1-1A94-4BFE-8AB8-967ACB24B503}" type="slidenum">
              <a:rPr lang="fr-FR" smtClean="0"/>
              <a:t>7</a:t>
            </a:fld>
            <a:endParaRPr lang="fr-FR"/>
          </a:p>
        </p:txBody>
      </p:sp>
    </p:spTree>
    <p:extLst>
      <p:ext uri="{BB962C8B-B14F-4D97-AF65-F5344CB8AC3E}">
        <p14:creationId xmlns:p14="http://schemas.microsoft.com/office/powerpoint/2010/main" val="3048454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Liberté d'utiliser (Usage pour toutes les missions).</a:t>
            </a:r>
          </a:p>
          <a:p>
            <a:r>
              <a:rPr lang="fr-FR" dirty="0"/>
              <a:t>Liberté d'étudier (Essentiel pour l'audit de sécurité et l'anti-backdoor).</a:t>
            </a:r>
          </a:p>
          <a:p>
            <a:r>
              <a:rPr lang="fr-FR" dirty="0"/>
              <a:t>Liberté de modifier (Clé pour l'adaptation aux besoins tactiques du théâtre).</a:t>
            </a:r>
          </a:p>
          <a:p>
            <a:r>
              <a:rPr lang="fr-FR" dirty="0"/>
              <a:t>Liberté de distribuer (Permet le partage sécurisé au sein de l'Armée sans coûts supplémentaires).</a:t>
            </a:r>
          </a:p>
          <a:p>
            <a:r>
              <a:rPr lang="fr-FR" dirty="0"/>
              <a:t>Analogie : L'Open Source fournit les plans complets, le manuel d'entretien et le droit d'améliorer le matériel.</a:t>
            </a:r>
          </a:p>
          <a:p>
            <a:endParaRPr lang="fr-FR" dirty="0"/>
          </a:p>
          <a:p>
            <a:endParaRPr lang="fr-FR" dirty="0"/>
          </a:p>
        </p:txBody>
      </p:sp>
      <p:sp>
        <p:nvSpPr>
          <p:cNvPr id="4" name="Slide Number Placeholder 3"/>
          <p:cNvSpPr>
            <a:spLocks noGrp="1"/>
          </p:cNvSpPr>
          <p:nvPr>
            <p:ph type="sldNum" sz="quarter" idx="5"/>
          </p:nvPr>
        </p:nvSpPr>
        <p:spPr/>
        <p:txBody>
          <a:bodyPr/>
          <a:lstStyle/>
          <a:p>
            <a:fld id="{BE348CA1-1A94-4BFE-8AB8-967ACB24B503}" type="slidenum">
              <a:rPr lang="fr-FR" smtClean="0"/>
              <a:t>10</a:t>
            </a:fld>
            <a:endParaRPr lang="fr-FR"/>
          </a:p>
        </p:txBody>
      </p:sp>
    </p:spTree>
    <p:extLst>
      <p:ext uri="{BB962C8B-B14F-4D97-AF65-F5344CB8AC3E}">
        <p14:creationId xmlns:p14="http://schemas.microsoft.com/office/powerpoint/2010/main" val="32357090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fr-FR" b="1" dirty="0" err="1"/>
              <a:t>TensorFlow</a:t>
            </a:r>
            <a:r>
              <a:rPr lang="fr-FR" dirty="0"/>
              <a:t> et </a:t>
            </a:r>
            <a:r>
              <a:rPr lang="fr-FR" b="1" dirty="0" err="1"/>
              <a:t>PyTorch</a:t>
            </a:r>
            <a:r>
              <a:rPr lang="fr-FR" dirty="0"/>
              <a:t> sont deux des bibliothèques les plus populaires pour le </a:t>
            </a:r>
            <a:r>
              <a:rPr lang="fr-FR" b="1" dirty="0"/>
              <a:t>développement et l’entraînement de modèles d’intelligence artificielle (IA)</a:t>
            </a:r>
            <a:r>
              <a:rPr lang="fr-FR" dirty="0"/>
              <a:t>, en particulier dans le domaine de </a:t>
            </a:r>
            <a:r>
              <a:rPr lang="fr-FR" b="1" dirty="0"/>
              <a:t>l’apprentissage profond (</a:t>
            </a:r>
            <a:r>
              <a:rPr lang="fr-FR" b="1" dirty="0" err="1"/>
              <a:t>Deep</a:t>
            </a:r>
            <a:r>
              <a:rPr lang="fr-FR" b="1" dirty="0"/>
              <a:t> Learning)</a:t>
            </a:r>
            <a:r>
              <a:rPr lang="fr-FR" dirty="0"/>
              <a:t>. Voici une comparaison claire entre les deux :</a:t>
            </a:r>
            <a:endParaRPr lang="fr-FR" b="1" dirty="0"/>
          </a:p>
          <a:p>
            <a:pPr>
              <a:buFont typeface="Arial" panose="020B0604020202020204" pitchFamily="34" charset="0"/>
              <a:buChar char="•"/>
            </a:pPr>
            <a:r>
              <a:rPr lang="fr-FR" b="1" dirty="0" err="1"/>
              <a:t>TensorFlow</a:t>
            </a:r>
            <a:r>
              <a:rPr lang="fr-FR" dirty="0"/>
              <a:t> :</a:t>
            </a:r>
          </a:p>
          <a:p>
            <a:pPr marL="742950" lvl="1" indent="-285750">
              <a:buFont typeface="Arial" panose="020B0604020202020204" pitchFamily="34" charset="0"/>
              <a:buChar char="•"/>
            </a:pPr>
            <a:r>
              <a:rPr lang="fr-FR" dirty="0"/>
              <a:t>Conçu initialement pour le déploiement à grande échelle (production).</a:t>
            </a:r>
          </a:p>
          <a:p>
            <a:pPr marL="742950" lvl="1" indent="-285750">
              <a:buFont typeface="Arial" panose="020B0604020202020204" pitchFamily="34" charset="0"/>
              <a:buChar char="•"/>
            </a:pPr>
            <a:r>
              <a:rPr lang="fr-FR" dirty="0"/>
              <a:t>Utilise des </a:t>
            </a:r>
            <a:r>
              <a:rPr lang="fr-FR" i="1" dirty="0"/>
              <a:t>graphes de calcul statiques</a:t>
            </a:r>
            <a:r>
              <a:rPr lang="fr-FR" dirty="0"/>
              <a:t> (définis avant exécution) — bien que </a:t>
            </a:r>
            <a:r>
              <a:rPr lang="fr-FR" dirty="0" err="1"/>
              <a:t>TensorFlow</a:t>
            </a:r>
            <a:r>
              <a:rPr lang="fr-FR" dirty="0"/>
              <a:t> 2.x introduise l’exécution </a:t>
            </a:r>
            <a:r>
              <a:rPr lang="fr-FR" i="1" dirty="0" err="1"/>
              <a:t>eager</a:t>
            </a:r>
            <a:r>
              <a:rPr lang="fr-FR" dirty="0"/>
              <a:t> pour plus de flexibilité.</a:t>
            </a:r>
          </a:p>
          <a:p>
            <a:pPr marL="742950" lvl="1" indent="-285750">
              <a:buFont typeface="Arial" panose="020B0604020202020204" pitchFamily="34" charset="0"/>
              <a:buChar char="•"/>
            </a:pPr>
            <a:r>
              <a:rPr lang="fr-FR" dirty="0"/>
              <a:t>Très adapté pour les applications industrielles et le déploiement sur le cloud.</a:t>
            </a:r>
          </a:p>
          <a:p>
            <a:pPr>
              <a:buFont typeface="Arial" panose="020B0604020202020204" pitchFamily="34" charset="0"/>
              <a:buChar char="•"/>
            </a:pPr>
            <a:r>
              <a:rPr lang="fr-FR" b="1" dirty="0" err="1"/>
              <a:t>PyTorch</a:t>
            </a:r>
            <a:r>
              <a:rPr lang="fr-FR" dirty="0"/>
              <a:t> :</a:t>
            </a:r>
          </a:p>
          <a:p>
            <a:pPr marL="742950" lvl="1" indent="-285750">
              <a:buFont typeface="Arial" panose="020B0604020202020204" pitchFamily="34" charset="0"/>
              <a:buChar char="•"/>
            </a:pPr>
            <a:r>
              <a:rPr lang="fr-FR" dirty="0"/>
              <a:t>Utilise des </a:t>
            </a:r>
            <a:r>
              <a:rPr lang="fr-FR" i="1" dirty="0"/>
              <a:t>graphes dynamiques</a:t>
            </a:r>
            <a:r>
              <a:rPr lang="fr-FR" dirty="0"/>
              <a:t> (définis à l’exécution), ce qui facilite le </a:t>
            </a:r>
            <a:r>
              <a:rPr lang="fr-FR" b="1" dirty="0"/>
              <a:t>débogage</a:t>
            </a:r>
            <a:r>
              <a:rPr lang="fr-FR" dirty="0"/>
              <a:t> et la </a:t>
            </a:r>
            <a:r>
              <a:rPr lang="fr-FR" b="1" dirty="0"/>
              <a:t>recherche expérimentale</a:t>
            </a:r>
            <a:r>
              <a:rPr lang="fr-FR" dirty="0"/>
              <a:t>.</a:t>
            </a:r>
          </a:p>
          <a:p>
            <a:pPr marL="742950" lvl="1" indent="-285750">
              <a:buFont typeface="Arial" panose="020B0604020202020204" pitchFamily="34" charset="0"/>
              <a:buChar char="•"/>
            </a:pPr>
            <a:r>
              <a:rPr lang="fr-FR" dirty="0"/>
              <a:t>Plus intuitif et « </a:t>
            </a:r>
            <a:r>
              <a:rPr lang="fr-FR" dirty="0" err="1"/>
              <a:t>pythonique</a:t>
            </a:r>
            <a:r>
              <a:rPr lang="fr-FR" dirty="0"/>
              <a:t> », souvent préféré par les chercheurs et universitaires.</a:t>
            </a:r>
          </a:p>
          <a:p>
            <a:endParaRPr lang="fr-FR" dirty="0"/>
          </a:p>
          <a:p>
            <a:r>
              <a:rPr lang="fr-FR" b="1" dirty="0" err="1"/>
              <a:t>Suricata</a:t>
            </a:r>
            <a:r>
              <a:rPr lang="fr-FR" dirty="0"/>
              <a:t> et </a:t>
            </a:r>
            <a:r>
              <a:rPr lang="fr-FR" b="1" dirty="0" err="1"/>
              <a:t>Zeek</a:t>
            </a:r>
            <a:r>
              <a:rPr lang="fr-FR" dirty="0"/>
              <a:t> (anciennement appelé </a:t>
            </a:r>
            <a:r>
              <a:rPr lang="fr-FR" b="1" dirty="0"/>
              <a:t>Bro</a:t>
            </a:r>
            <a:r>
              <a:rPr lang="fr-FR" dirty="0"/>
              <a:t>) sont deux outils open source très puissants utilisés pour la </a:t>
            </a:r>
            <a:r>
              <a:rPr lang="fr-FR" b="1" dirty="0"/>
              <a:t>cybersécurité</a:t>
            </a:r>
            <a:r>
              <a:rPr lang="fr-FR" dirty="0"/>
              <a:t>, notamment pour la </a:t>
            </a:r>
            <a:r>
              <a:rPr lang="fr-FR" b="1" dirty="0"/>
              <a:t>détection d’intrusions réseau (IDS)</a:t>
            </a:r>
            <a:r>
              <a:rPr lang="fr-FR" dirty="0"/>
              <a:t>, la </a:t>
            </a:r>
            <a:r>
              <a:rPr lang="fr-FR" b="1" dirty="0"/>
              <a:t>surveillance du trafic</a:t>
            </a:r>
            <a:r>
              <a:rPr lang="fr-FR" dirty="0"/>
              <a:t>, et l’</a:t>
            </a:r>
            <a:r>
              <a:rPr lang="fr-FR" b="1" dirty="0"/>
              <a:t>analyse des flux réseau</a:t>
            </a:r>
            <a:r>
              <a:rPr lang="fr-FR" dirty="0"/>
              <a:t>.</a:t>
            </a:r>
          </a:p>
          <a:p>
            <a:pPr>
              <a:buFont typeface="Arial" panose="020B0604020202020204" pitchFamily="34" charset="0"/>
              <a:buChar char="•"/>
            </a:pPr>
            <a:r>
              <a:rPr lang="fr-FR" dirty="0"/>
              <a:t>Focalisé sur la </a:t>
            </a:r>
            <a:r>
              <a:rPr lang="fr-FR" b="1" dirty="0"/>
              <a:t>détection d’intrusions</a:t>
            </a:r>
            <a:r>
              <a:rPr lang="fr-FR" dirty="0"/>
              <a:t> (IDS/IPS) en temps réel.</a:t>
            </a:r>
          </a:p>
          <a:p>
            <a:pPr>
              <a:buFont typeface="Arial" panose="020B0604020202020204" pitchFamily="34" charset="0"/>
              <a:buChar char="•"/>
            </a:pPr>
            <a:r>
              <a:rPr lang="fr-FR" dirty="0"/>
              <a:t>Utilise des </a:t>
            </a:r>
            <a:r>
              <a:rPr lang="fr-FR" b="1" dirty="0"/>
              <a:t>signatures</a:t>
            </a:r>
            <a:r>
              <a:rPr lang="fr-FR" dirty="0"/>
              <a:t> (comme celles de </a:t>
            </a:r>
            <a:r>
              <a:rPr lang="fr-FR" b="1" dirty="0" err="1"/>
              <a:t>Snort</a:t>
            </a:r>
            <a:r>
              <a:rPr lang="fr-FR" dirty="0"/>
              <a:t>) pour identifier des menaces connues.</a:t>
            </a:r>
          </a:p>
          <a:p>
            <a:pPr>
              <a:buFont typeface="Arial" panose="020B0604020202020204" pitchFamily="34" charset="0"/>
              <a:buChar char="•"/>
            </a:pPr>
            <a:r>
              <a:rPr lang="fr-FR" dirty="0"/>
              <a:t>Capable de :</a:t>
            </a:r>
          </a:p>
          <a:p>
            <a:pPr marL="742950" lvl="1" indent="-285750">
              <a:buFont typeface="Arial" panose="020B0604020202020204" pitchFamily="34" charset="0"/>
              <a:buChar char="•"/>
            </a:pPr>
            <a:r>
              <a:rPr lang="fr-FR" dirty="0"/>
              <a:t>Inspecter les </a:t>
            </a:r>
            <a:r>
              <a:rPr lang="fr-FR" b="1" dirty="0"/>
              <a:t>paquets</a:t>
            </a:r>
            <a:r>
              <a:rPr lang="fr-FR" dirty="0"/>
              <a:t> (L2 à L7),</a:t>
            </a:r>
          </a:p>
          <a:p>
            <a:pPr marL="742950" lvl="1" indent="-285750">
              <a:buFont typeface="Arial" panose="020B0604020202020204" pitchFamily="34" charset="0"/>
              <a:buChar char="•"/>
            </a:pPr>
            <a:r>
              <a:rPr lang="fr-FR" b="1" dirty="0"/>
              <a:t>Bloquer</a:t>
            </a:r>
            <a:r>
              <a:rPr lang="fr-FR" dirty="0"/>
              <a:t> les attaques (mode IPS),</a:t>
            </a:r>
          </a:p>
          <a:p>
            <a:pPr marL="742950" lvl="1" indent="-285750">
              <a:buFont typeface="Arial" panose="020B0604020202020204" pitchFamily="34" charset="0"/>
              <a:buChar char="•"/>
            </a:pPr>
            <a:r>
              <a:rPr lang="fr-FR" b="1" dirty="0"/>
              <a:t>Extraire des fichiers</a:t>
            </a:r>
            <a:r>
              <a:rPr lang="fr-FR" dirty="0"/>
              <a:t> du trafic,</a:t>
            </a:r>
          </a:p>
          <a:p>
            <a:pPr marL="742950" lvl="1" indent="-285750">
              <a:buFont typeface="Arial" panose="020B0604020202020204" pitchFamily="34" charset="0"/>
              <a:buChar char="•"/>
            </a:pPr>
            <a:r>
              <a:rPr lang="fr-FR" b="1" dirty="0"/>
              <a:t>Générer des alertes</a:t>
            </a:r>
            <a:r>
              <a:rPr lang="fr-FR" dirty="0"/>
              <a:t> détaillées (via </a:t>
            </a:r>
            <a:r>
              <a:rPr lang="fr-FR" i="1" dirty="0"/>
              <a:t>Eve JSON</a:t>
            </a:r>
            <a:r>
              <a:rPr lang="fr-FR" dirty="0"/>
              <a:t>),</a:t>
            </a:r>
          </a:p>
          <a:p>
            <a:pPr marL="742950" lvl="1" indent="-285750">
              <a:buFont typeface="Arial" panose="020B0604020202020204" pitchFamily="34" charset="0"/>
              <a:buChar char="•"/>
            </a:pPr>
            <a:r>
              <a:rPr lang="fr-FR" b="1" dirty="0"/>
              <a:t>Analyser les protocoles</a:t>
            </a:r>
            <a:r>
              <a:rPr lang="fr-FR" dirty="0"/>
              <a:t> (HTTP, TLS, DNS, SSH, etc.).</a:t>
            </a:r>
          </a:p>
          <a:p>
            <a:r>
              <a:rPr lang="fr-FR" dirty="0"/>
              <a:t>👉 Idéal pour les environnements où il faut </a:t>
            </a:r>
            <a:r>
              <a:rPr lang="fr-FR" b="1" dirty="0"/>
              <a:t>détecter et prévenir activement</a:t>
            </a:r>
            <a:r>
              <a:rPr lang="fr-FR" dirty="0"/>
              <a:t> les attaques réseau.</a:t>
            </a:r>
          </a:p>
          <a:p>
            <a:r>
              <a:rPr lang="fr-FR" b="1" dirty="0"/>
              <a:t>🧠 </a:t>
            </a:r>
            <a:r>
              <a:rPr lang="fr-FR" b="1" dirty="0" err="1"/>
              <a:t>Zeek</a:t>
            </a:r>
            <a:endParaRPr lang="fr-FR" b="1" dirty="0"/>
          </a:p>
          <a:p>
            <a:pPr>
              <a:buFont typeface="Arial" panose="020B0604020202020204" pitchFamily="34" charset="0"/>
              <a:buChar char="•"/>
            </a:pPr>
            <a:r>
              <a:rPr lang="fr-FR" dirty="0"/>
              <a:t>Fonctionne comme un </a:t>
            </a:r>
            <a:r>
              <a:rPr lang="fr-FR" b="1" dirty="0" err="1"/>
              <a:t>framework</a:t>
            </a:r>
            <a:r>
              <a:rPr lang="fr-FR" b="1" dirty="0"/>
              <a:t> d’analyse comportementale du trafic réseau</a:t>
            </a:r>
            <a:r>
              <a:rPr lang="fr-FR" dirty="0"/>
              <a:t>.</a:t>
            </a:r>
          </a:p>
          <a:p>
            <a:pPr>
              <a:buFont typeface="Arial" panose="020B0604020202020204" pitchFamily="34" charset="0"/>
              <a:buChar char="•"/>
            </a:pPr>
            <a:r>
              <a:rPr lang="fr-FR" dirty="0"/>
              <a:t>Utilise un </a:t>
            </a:r>
            <a:r>
              <a:rPr lang="fr-FR" b="1" dirty="0"/>
              <a:t>langage de script puissant</a:t>
            </a:r>
            <a:r>
              <a:rPr lang="fr-FR" dirty="0"/>
              <a:t> pour décrire des politiques de sécurité.</a:t>
            </a:r>
          </a:p>
          <a:p>
            <a:pPr>
              <a:buFont typeface="Arial" panose="020B0604020202020204" pitchFamily="34" charset="0"/>
              <a:buChar char="•"/>
            </a:pPr>
            <a:r>
              <a:rPr lang="fr-FR" dirty="0"/>
              <a:t>Fournit une </a:t>
            </a:r>
            <a:r>
              <a:rPr lang="fr-FR" b="1" dirty="0"/>
              <a:t>analyse contextuelle et comportementale</a:t>
            </a:r>
            <a:r>
              <a:rPr lang="fr-FR" dirty="0"/>
              <a:t> :</a:t>
            </a:r>
          </a:p>
          <a:p>
            <a:pPr marL="742950" lvl="1" indent="-285750">
              <a:buFont typeface="Arial" panose="020B0604020202020204" pitchFamily="34" charset="0"/>
              <a:buChar char="•"/>
            </a:pPr>
            <a:r>
              <a:rPr lang="fr-FR" dirty="0"/>
              <a:t>Détection d’activités anormales ou suspectes,</a:t>
            </a:r>
          </a:p>
          <a:p>
            <a:pPr marL="742950" lvl="1" indent="-285750">
              <a:buFont typeface="Arial" panose="020B0604020202020204" pitchFamily="34" charset="0"/>
              <a:buChar char="•"/>
            </a:pPr>
            <a:r>
              <a:rPr lang="fr-FR" dirty="0"/>
              <a:t>Journalisation riche des </a:t>
            </a:r>
            <a:r>
              <a:rPr lang="fr-FR" b="1" dirty="0"/>
              <a:t>métadonnées réseau</a:t>
            </a:r>
            <a:r>
              <a:rPr lang="fr-FR" dirty="0"/>
              <a:t> (connexions, DNS, HTTP, SSL, etc.),</a:t>
            </a:r>
          </a:p>
          <a:p>
            <a:pPr marL="742950" lvl="1" indent="-285750">
              <a:buFont typeface="Arial" panose="020B0604020202020204" pitchFamily="34" charset="0"/>
              <a:buChar char="•"/>
            </a:pPr>
            <a:r>
              <a:rPr lang="fr-FR" dirty="0"/>
              <a:t>Corrélation d’événements sur de longues périodes,</a:t>
            </a:r>
          </a:p>
          <a:p>
            <a:pPr marL="742950" lvl="1" indent="-285750">
              <a:buFont typeface="Arial" panose="020B0604020202020204" pitchFamily="34" charset="0"/>
              <a:buChar char="•"/>
            </a:pPr>
            <a:r>
              <a:rPr lang="fr-FR" dirty="0"/>
              <a:t>Intégration avec des outils SIEM (</a:t>
            </a:r>
            <a:r>
              <a:rPr lang="fr-FR" i="1" dirty="0"/>
              <a:t>Security Information and Event Management</a:t>
            </a:r>
            <a:r>
              <a:rPr lang="fr-FR" dirty="0"/>
              <a:t>).</a:t>
            </a:r>
          </a:p>
          <a:p>
            <a:endParaRPr lang="fr-FR" dirty="0"/>
          </a:p>
        </p:txBody>
      </p:sp>
      <p:sp>
        <p:nvSpPr>
          <p:cNvPr id="4" name="Slide Number Placeholder 3"/>
          <p:cNvSpPr>
            <a:spLocks noGrp="1"/>
          </p:cNvSpPr>
          <p:nvPr>
            <p:ph type="sldNum" sz="quarter" idx="5"/>
          </p:nvPr>
        </p:nvSpPr>
        <p:spPr/>
        <p:txBody>
          <a:bodyPr/>
          <a:lstStyle/>
          <a:p>
            <a:fld id="{BE348CA1-1A94-4BFE-8AB8-967ACB24B503}" type="slidenum">
              <a:rPr lang="fr-FR" smtClean="0"/>
              <a:t>12</a:t>
            </a:fld>
            <a:endParaRPr lang="fr-FR"/>
          </a:p>
        </p:txBody>
      </p:sp>
    </p:spTree>
    <p:extLst>
      <p:ext uri="{BB962C8B-B14F-4D97-AF65-F5344CB8AC3E}">
        <p14:creationId xmlns:p14="http://schemas.microsoft.com/office/powerpoint/2010/main" val="22110293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fr-FR" b="1" dirty="0"/>
              <a:t>Le Risque :</a:t>
            </a:r>
            <a:r>
              <a:rPr lang="fr-FR" dirty="0"/>
              <a:t> Dépendance au fournisseur pour l'évolution, la maintenance et surtout l'activation/désactivation du logiciel. </a:t>
            </a:r>
            <a:r>
              <a:rPr lang="fr-FR" b="1" dirty="0"/>
              <a:t>Risque de paralysie en cas de crise diplomatique ou de défaillance de l'entreprise.</a:t>
            </a:r>
            <a:endParaRPr lang="fr-FR" dirty="0"/>
          </a:p>
          <a:p>
            <a:pPr>
              <a:buFont typeface="Arial" panose="020B0604020202020204" pitchFamily="34" charset="0"/>
              <a:buChar char="•"/>
            </a:pPr>
            <a:r>
              <a:rPr lang="fr-FR" b="1" dirty="0"/>
              <a:t>Bénéfice de l'OS :</a:t>
            </a:r>
            <a:r>
              <a:rPr lang="fr-FR" dirty="0"/>
              <a:t> Possibilité de </a:t>
            </a:r>
            <a:r>
              <a:rPr lang="fr-FR" b="1" dirty="0"/>
              <a:t>forker</a:t>
            </a:r>
            <a:r>
              <a:rPr lang="fr-FR" dirty="0"/>
              <a:t> (prendre le code source et développer une version indépendante) si le fournisseur initial fait faillite ou devient hostile. On est toujours capable de maintenir et de faire évoluer le système.</a:t>
            </a:r>
          </a:p>
          <a:p>
            <a:endParaRPr lang="fr-FR" dirty="0"/>
          </a:p>
          <a:p>
            <a:endParaRPr lang="fr-FR" dirty="0"/>
          </a:p>
        </p:txBody>
      </p:sp>
      <p:sp>
        <p:nvSpPr>
          <p:cNvPr id="4" name="Slide Number Placeholder 3"/>
          <p:cNvSpPr>
            <a:spLocks noGrp="1"/>
          </p:cNvSpPr>
          <p:nvPr>
            <p:ph type="sldNum" sz="quarter" idx="5"/>
          </p:nvPr>
        </p:nvSpPr>
        <p:spPr/>
        <p:txBody>
          <a:bodyPr/>
          <a:lstStyle/>
          <a:p>
            <a:fld id="{BE348CA1-1A94-4BFE-8AB8-967ACB24B503}" type="slidenum">
              <a:rPr lang="fr-FR" smtClean="0"/>
              <a:t>13</a:t>
            </a:fld>
            <a:endParaRPr lang="fr-FR"/>
          </a:p>
        </p:txBody>
      </p:sp>
    </p:spTree>
    <p:extLst>
      <p:ext uri="{BB962C8B-B14F-4D97-AF65-F5344CB8AC3E}">
        <p14:creationId xmlns:p14="http://schemas.microsoft.com/office/powerpoint/2010/main" val="1763358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Vitesse de Réaction : </a:t>
            </a:r>
            <a:r>
              <a:rPr lang="fr-FR" dirty="0" err="1"/>
              <a:t>Patching</a:t>
            </a:r>
            <a:r>
              <a:rPr lang="fr-FR" dirty="0"/>
              <a:t> Zéro-Day et Adaptation Tactique</a:t>
            </a:r>
          </a:p>
        </p:txBody>
      </p:sp>
      <p:sp>
        <p:nvSpPr>
          <p:cNvPr id="4" name="Slide Number Placeholder 3"/>
          <p:cNvSpPr>
            <a:spLocks noGrp="1"/>
          </p:cNvSpPr>
          <p:nvPr>
            <p:ph type="sldNum" sz="quarter" idx="5"/>
          </p:nvPr>
        </p:nvSpPr>
        <p:spPr/>
        <p:txBody>
          <a:bodyPr/>
          <a:lstStyle/>
          <a:p>
            <a:fld id="{BE348CA1-1A94-4BFE-8AB8-967ACB24B503}" type="slidenum">
              <a:rPr lang="fr-FR" smtClean="0"/>
              <a:t>14</a:t>
            </a:fld>
            <a:endParaRPr lang="fr-FR"/>
          </a:p>
        </p:txBody>
      </p:sp>
    </p:spTree>
    <p:extLst>
      <p:ext uri="{BB962C8B-B14F-4D97-AF65-F5344CB8AC3E}">
        <p14:creationId xmlns:p14="http://schemas.microsoft.com/office/powerpoint/2010/main" val="3582397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NI2CE (NATO </a:t>
            </a:r>
            <a:r>
              <a:rPr lang="fr-FR" b="1" dirty="0" err="1"/>
              <a:t>Interoperable</a:t>
            </a:r>
            <a:r>
              <a:rPr lang="fr-FR" b="1" dirty="0"/>
              <a:t> Instant Communication </a:t>
            </a:r>
            <a:r>
              <a:rPr lang="fr-FR" b="1" dirty="0" err="1"/>
              <a:t>Environment</a:t>
            </a:r>
            <a:r>
              <a:rPr lang="fr-FR" b="1" dirty="0"/>
              <a:t>)</a:t>
            </a:r>
            <a:r>
              <a:rPr lang="fr-FR" dirty="0"/>
              <a:t>Un messager instantané sécuritaire, open source, multiplateforme, pour communications non classifiées. Projet de l’ACT Innovation Hub. </a:t>
            </a:r>
            <a:r>
              <a:rPr lang="fr-FR" dirty="0" err="1">
                <a:hlinkClick r:id="rId3"/>
              </a:rPr>
              <a:t>Element</a:t>
            </a:r>
            <a:r>
              <a:rPr lang="fr-FR" dirty="0" err="1"/>
              <a:t>Basé</a:t>
            </a:r>
            <a:r>
              <a:rPr lang="fr-FR" dirty="0"/>
              <a:t> sur le standard ouvert </a:t>
            </a:r>
            <a:r>
              <a:rPr lang="fr-FR" b="1" dirty="0"/>
              <a:t>Matrix</a:t>
            </a:r>
            <a:r>
              <a:rPr lang="fr-FR" dirty="0"/>
              <a:t> pour garantir l’interopérabilité. Le logiciel est auto-hébergé (“self-</a:t>
            </a:r>
            <a:r>
              <a:rPr lang="fr-FR" dirty="0" err="1"/>
              <a:t>hosted</a:t>
            </a:r>
            <a:r>
              <a:rPr lang="fr-FR" dirty="0"/>
              <a:t>”).</a:t>
            </a:r>
          </a:p>
          <a:p>
            <a:endParaRPr lang="fr-FR" dirty="0"/>
          </a:p>
          <a:p>
            <a:r>
              <a:rPr lang="fr-FR" b="1" dirty="0" err="1"/>
              <a:t>Federated</a:t>
            </a:r>
            <a:r>
              <a:rPr lang="fr-FR" b="1" dirty="0"/>
              <a:t> Mission Networking (FMN)</a:t>
            </a:r>
            <a:r>
              <a:rPr lang="fr-FR" dirty="0"/>
              <a:t>Initiative pour permettre aux forces alliées/partenaires de connecter leurs réseaux de mission (C4ISR, communications, etc.) de façon rapide et interopérable. </a:t>
            </a:r>
            <a:r>
              <a:rPr lang="fr-FR" dirty="0">
                <a:hlinkClick r:id="rId4"/>
              </a:rPr>
              <a:t>Wikipedia+1</a:t>
            </a:r>
            <a:r>
              <a:rPr lang="fr-FR" dirty="0"/>
              <a:t>Utilise des </a:t>
            </a:r>
            <a:r>
              <a:rPr lang="fr-FR" b="1" dirty="0"/>
              <a:t>spécifications (spirales FMN)</a:t>
            </a:r>
            <a:r>
              <a:rPr lang="fr-FR" dirty="0"/>
              <a:t>, des standards, des procédures pour l’adhésion et l’interopérabilité des réseaux. Bien que ce ne soit pas typiquement un projet “open source logiciel”, il engage des composants interopérables standards. </a:t>
            </a:r>
          </a:p>
        </p:txBody>
      </p:sp>
      <p:sp>
        <p:nvSpPr>
          <p:cNvPr id="4" name="Slide Number Placeholder 3"/>
          <p:cNvSpPr>
            <a:spLocks noGrp="1"/>
          </p:cNvSpPr>
          <p:nvPr>
            <p:ph type="sldNum" sz="quarter" idx="5"/>
          </p:nvPr>
        </p:nvSpPr>
        <p:spPr/>
        <p:txBody>
          <a:bodyPr/>
          <a:lstStyle/>
          <a:p>
            <a:fld id="{BE348CA1-1A94-4BFE-8AB8-967ACB24B503}" type="slidenum">
              <a:rPr lang="fr-FR" smtClean="0"/>
              <a:t>16</a:t>
            </a:fld>
            <a:endParaRPr lang="fr-FR"/>
          </a:p>
        </p:txBody>
      </p:sp>
    </p:spTree>
    <p:extLst>
      <p:ext uri="{BB962C8B-B14F-4D97-AF65-F5344CB8AC3E}">
        <p14:creationId xmlns:p14="http://schemas.microsoft.com/office/powerpoint/2010/main" val="38704018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Apache Kafka</a:t>
            </a:r>
            <a:r>
              <a:rPr lang="fr-FR" dirty="0"/>
              <a:t> est une plateforme </a:t>
            </a:r>
            <a:r>
              <a:rPr lang="fr-FR" b="1" dirty="0"/>
              <a:t>open source de streaming de données distribuée</a:t>
            </a:r>
            <a:r>
              <a:rPr lang="fr-FR" dirty="0"/>
              <a:t> créée initialement par </a:t>
            </a:r>
            <a:r>
              <a:rPr lang="fr-FR" b="1" dirty="0"/>
              <a:t>LinkedIn</a:t>
            </a:r>
            <a:r>
              <a:rPr lang="fr-FR" dirty="0"/>
              <a:t> et maintenant maintenue par la </a:t>
            </a:r>
            <a:r>
              <a:rPr lang="fr-FR" b="1" dirty="0"/>
              <a:t>Apache Software </a:t>
            </a:r>
            <a:r>
              <a:rPr lang="fr-FR" b="1" dirty="0" err="1"/>
              <a:t>Foundation</a:t>
            </a:r>
            <a:r>
              <a:rPr lang="fr-FR" dirty="0"/>
              <a:t>.</a:t>
            </a:r>
          </a:p>
          <a:p>
            <a:r>
              <a:rPr lang="fr-FR" dirty="0"/>
              <a:t>Elle permet de :</a:t>
            </a:r>
          </a:p>
          <a:p>
            <a:pPr>
              <a:buFont typeface="Arial" panose="020B0604020202020204" pitchFamily="34" charset="0"/>
              <a:buChar char="•"/>
            </a:pPr>
            <a:r>
              <a:rPr lang="fr-FR" b="1" dirty="0"/>
              <a:t>Collecter</a:t>
            </a:r>
            <a:r>
              <a:rPr lang="fr-FR" dirty="0"/>
              <a:t> de grandes quantités de données provenant de multiples sources (systèmes, capteurs, applications)</a:t>
            </a:r>
          </a:p>
          <a:p>
            <a:pPr>
              <a:buFont typeface="Arial" panose="020B0604020202020204" pitchFamily="34" charset="0"/>
              <a:buChar char="•"/>
            </a:pPr>
            <a:r>
              <a:rPr lang="fr-FR" b="1" dirty="0"/>
              <a:t>Transmettre</a:t>
            </a:r>
            <a:r>
              <a:rPr lang="fr-FR" dirty="0"/>
              <a:t> ces données en temps réel à d’autres systèmes (bases, analytiques, alertes, IA)</a:t>
            </a:r>
          </a:p>
          <a:p>
            <a:pPr>
              <a:buFont typeface="Arial" panose="020B0604020202020204" pitchFamily="34" charset="0"/>
              <a:buChar char="•"/>
            </a:pPr>
            <a:r>
              <a:rPr lang="fr-FR" b="1" dirty="0"/>
              <a:t>Stocker et rejouer</a:t>
            </a:r>
            <a:r>
              <a:rPr lang="fr-FR" dirty="0"/>
              <a:t> les flux d’événements de façon fiable</a:t>
            </a:r>
          </a:p>
          <a:p>
            <a:endParaRPr lang="fr-FR" dirty="0"/>
          </a:p>
        </p:txBody>
      </p:sp>
      <p:sp>
        <p:nvSpPr>
          <p:cNvPr id="4" name="Slide Number Placeholder 3"/>
          <p:cNvSpPr>
            <a:spLocks noGrp="1"/>
          </p:cNvSpPr>
          <p:nvPr>
            <p:ph type="sldNum" sz="quarter" idx="5"/>
          </p:nvPr>
        </p:nvSpPr>
        <p:spPr/>
        <p:txBody>
          <a:bodyPr/>
          <a:lstStyle/>
          <a:p>
            <a:fld id="{BE348CA1-1A94-4BFE-8AB8-967ACB24B503}" type="slidenum">
              <a:rPr lang="fr-FR" smtClean="0"/>
              <a:t>18</a:t>
            </a:fld>
            <a:endParaRPr lang="fr-FR"/>
          </a:p>
        </p:txBody>
      </p:sp>
    </p:spTree>
    <p:extLst>
      <p:ext uri="{BB962C8B-B14F-4D97-AF65-F5344CB8AC3E}">
        <p14:creationId xmlns:p14="http://schemas.microsoft.com/office/powerpoint/2010/main" val="2367614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Slide 10 — Défis et limites</a:t>
            </a:r>
          </a:p>
          <a:p>
            <a:r>
              <a:rPr lang="fr-FR" b="1" dirty="0" err="1"/>
              <a:t>Bullets</a:t>
            </a:r>
            <a:r>
              <a:rPr lang="fr-FR" b="1" dirty="0"/>
              <a:t> :</a:t>
            </a:r>
            <a:endParaRPr lang="fr-FR" dirty="0"/>
          </a:p>
          <a:p>
            <a:pPr>
              <a:buFont typeface="Arial" panose="020B0604020202020204" pitchFamily="34" charset="0"/>
              <a:buChar char="•"/>
            </a:pPr>
            <a:r>
              <a:rPr lang="fr-FR" dirty="0"/>
              <a:t>Compétences internes nécessaires</a:t>
            </a:r>
          </a:p>
          <a:p>
            <a:pPr>
              <a:buFont typeface="Arial" panose="020B0604020202020204" pitchFamily="34" charset="0"/>
              <a:buChar char="•"/>
            </a:pPr>
            <a:r>
              <a:rPr lang="fr-FR" dirty="0"/>
              <a:t>Gouvernance et maintenance</a:t>
            </a:r>
          </a:p>
          <a:p>
            <a:pPr>
              <a:buFont typeface="Arial" panose="020B0604020202020204" pitchFamily="34" charset="0"/>
              <a:buChar char="•"/>
            </a:pPr>
            <a:r>
              <a:rPr lang="fr-FR" dirty="0"/>
              <a:t>Sécurité des dépendances</a:t>
            </a:r>
          </a:p>
          <a:p>
            <a:pPr>
              <a:buFont typeface="Arial" panose="020B0604020202020204" pitchFamily="34" charset="0"/>
              <a:buChar char="•"/>
            </a:pPr>
            <a:r>
              <a:rPr lang="fr-FR" dirty="0"/>
              <a:t>Licences et secret-défense</a:t>
            </a:r>
          </a:p>
          <a:p>
            <a:r>
              <a:rPr lang="fr-FR" b="1" dirty="0"/>
              <a:t>Exemple :</a:t>
            </a:r>
            <a:r>
              <a:rPr lang="fr-FR" dirty="0"/>
              <a:t> </a:t>
            </a:r>
            <a:r>
              <a:rPr lang="fr-FR" dirty="0" err="1"/>
              <a:t>SolarWinds</a:t>
            </a:r>
            <a:r>
              <a:rPr lang="fr-FR" dirty="0"/>
              <a:t> (chaîne de dépendance compromise)</a:t>
            </a:r>
          </a:p>
          <a:p>
            <a:endParaRPr lang="fr-FR" dirty="0"/>
          </a:p>
        </p:txBody>
      </p:sp>
      <p:sp>
        <p:nvSpPr>
          <p:cNvPr id="4" name="Slide Number Placeholder 3"/>
          <p:cNvSpPr>
            <a:spLocks noGrp="1"/>
          </p:cNvSpPr>
          <p:nvPr>
            <p:ph type="sldNum" sz="quarter" idx="5"/>
          </p:nvPr>
        </p:nvSpPr>
        <p:spPr/>
        <p:txBody>
          <a:bodyPr/>
          <a:lstStyle/>
          <a:p>
            <a:fld id="{BE348CA1-1A94-4BFE-8AB8-967ACB24B503}" type="slidenum">
              <a:rPr lang="fr-FR" smtClean="0"/>
              <a:t>20</a:t>
            </a:fld>
            <a:endParaRPr lang="fr-FR"/>
          </a:p>
        </p:txBody>
      </p:sp>
    </p:spTree>
    <p:extLst>
      <p:ext uri="{BB962C8B-B14F-4D97-AF65-F5344CB8AC3E}">
        <p14:creationId xmlns:p14="http://schemas.microsoft.com/office/powerpoint/2010/main" val="31753004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err="1"/>
              <a:t>Suricata</a:t>
            </a:r>
            <a:r>
              <a:rPr lang="fr-FR" dirty="0"/>
              <a:t> est un moteur </a:t>
            </a:r>
            <a:r>
              <a:rPr lang="fr-FR" b="1" dirty="0"/>
              <a:t>IDS / IPS / NSM (Network Security Monitoring)</a:t>
            </a:r>
            <a:r>
              <a:rPr lang="fr-FR" dirty="0"/>
              <a:t> open source.</a:t>
            </a:r>
          </a:p>
          <a:p>
            <a:pPr>
              <a:buFont typeface="Arial" panose="020B0604020202020204" pitchFamily="34" charset="0"/>
              <a:buChar char="•"/>
            </a:pPr>
            <a:r>
              <a:rPr lang="fr-FR" b="1" dirty="0"/>
              <a:t>IDS</a:t>
            </a:r>
            <a:r>
              <a:rPr lang="fr-FR" dirty="0"/>
              <a:t> (</a:t>
            </a:r>
            <a:r>
              <a:rPr lang="fr-FR" i="1" dirty="0"/>
              <a:t>Intrusion </a:t>
            </a:r>
            <a:r>
              <a:rPr lang="fr-FR" i="1" dirty="0" err="1"/>
              <a:t>Detection</a:t>
            </a:r>
            <a:r>
              <a:rPr lang="fr-FR" i="1" dirty="0"/>
              <a:t> System</a:t>
            </a:r>
            <a:r>
              <a:rPr lang="fr-FR" dirty="0"/>
              <a:t>) → détecte les menaces.</a:t>
            </a:r>
          </a:p>
          <a:p>
            <a:pPr>
              <a:buFont typeface="Arial" panose="020B0604020202020204" pitchFamily="34" charset="0"/>
              <a:buChar char="•"/>
            </a:pPr>
            <a:r>
              <a:rPr lang="fr-FR" b="1" dirty="0"/>
              <a:t>IPS</a:t>
            </a:r>
            <a:r>
              <a:rPr lang="fr-FR" dirty="0"/>
              <a:t> (</a:t>
            </a:r>
            <a:r>
              <a:rPr lang="fr-FR" i="1" dirty="0"/>
              <a:t>Intrusion Prevention System</a:t>
            </a:r>
            <a:r>
              <a:rPr lang="fr-FR" dirty="0"/>
              <a:t>) → bloque les menaces en temps réel.</a:t>
            </a:r>
          </a:p>
          <a:p>
            <a:pPr>
              <a:buFont typeface="Arial" panose="020B0604020202020204" pitchFamily="34" charset="0"/>
              <a:buChar char="•"/>
            </a:pPr>
            <a:r>
              <a:rPr lang="fr-FR" b="1" dirty="0"/>
              <a:t>NSM</a:t>
            </a:r>
            <a:r>
              <a:rPr lang="fr-FR" dirty="0"/>
              <a:t> (</a:t>
            </a:r>
            <a:r>
              <a:rPr lang="fr-FR" i="1" dirty="0"/>
              <a:t>Network Security Monitoring</a:t>
            </a:r>
            <a:r>
              <a:rPr lang="fr-FR" dirty="0"/>
              <a:t>) → collecte et analyse le trafic réseau pour la détection d’anomalies.</a:t>
            </a:r>
          </a:p>
          <a:p>
            <a:r>
              <a:rPr lang="fr-FR" dirty="0"/>
              <a:t>🔹 Développé par l’</a:t>
            </a:r>
            <a:r>
              <a:rPr lang="fr-FR" b="1" dirty="0"/>
              <a:t>OISF (Open Information Security </a:t>
            </a:r>
            <a:r>
              <a:rPr lang="fr-FR" b="1" dirty="0" err="1"/>
              <a:t>Foundation</a:t>
            </a:r>
            <a:r>
              <a:rPr lang="fr-FR" b="1" dirty="0"/>
              <a:t>)</a:t>
            </a:r>
            <a:r>
              <a:rPr lang="fr-FR" dirty="0"/>
              <a:t> depuis 2009.</a:t>
            </a:r>
            <a:br>
              <a:rPr lang="fr-FR" dirty="0"/>
            </a:br>
            <a:r>
              <a:rPr lang="fr-FR" dirty="0"/>
              <a:t>🔹 Licence </a:t>
            </a:r>
            <a:r>
              <a:rPr lang="fr-FR" b="1" dirty="0"/>
              <a:t>GPLv2</a:t>
            </a:r>
            <a:r>
              <a:rPr lang="fr-FR" dirty="0"/>
              <a:t>.</a:t>
            </a:r>
            <a:br>
              <a:rPr lang="fr-FR" dirty="0"/>
            </a:br>
            <a:r>
              <a:rPr lang="fr-FR" dirty="0"/>
              <a:t>🔹 </a:t>
            </a:r>
            <a:r>
              <a:rPr lang="fr-FR" dirty="0" err="1"/>
              <a:t>Multithreadé</a:t>
            </a:r>
            <a:r>
              <a:rPr lang="fr-FR" dirty="0"/>
              <a:t>, performant et capable d’inspecter des flux à très haut débit (10 </a:t>
            </a:r>
            <a:r>
              <a:rPr lang="fr-FR" dirty="0" err="1"/>
              <a:t>Gbps</a:t>
            </a:r>
            <a:r>
              <a:rPr lang="fr-FR" dirty="0"/>
              <a:t>+).</a:t>
            </a:r>
          </a:p>
          <a:p>
            <a:r>
              <a:rPr lang="fr-FR" b="1" dirty="0"/>
              <a:t>⚙️ 2. Fonctionnement général</a:t>
            </a:r>
          </a:p>
          <a:p>
            <a:r>
              <a:rPr lang="fr-FR" dirty="0" err="1"/>
              <a:t>Suricata</a:t>
            </a:r>
            <a:r>
              <a:rPr lang="fr-FR" dirty="0"/>
              <a:t> </a:t>
            </a:r>
            <a:r>
              <a:rPr lang="fr-FR" b="1" dirty="0"/>
              <a:t>analyse les paquets réseau</a:t>
            </a:r>
            <a:r>
              <a:rPr lang="fr-FR" dirty="0"/>
              <a:t> en profondeur (</a:t>
            </a:r>
            <a:r>
              <a:rPr lang="fr-FR" i="1" dirty="0" err="1"/>
              <a:t>Deep</a:t>
            </a:r>
            <a:r>
              <a:rPr lang="fr-FR" i="1" dirty="0"/>
              <a:t> </a:t>
            </a:r>
            <a:r>
              <a:rPr lang="fr-FR" i="1" dirty="0" err="1"/>
              <a:t>Packet</a:t>
            </a:r>
            <a:r>
              <a:rPr lang="fr-FR" i="1" dirty="0"/>
              <a:t> Inspection</a:t>
            </a:r>
            <a:r>
              <a:rPr lang="fr-FR" dirty="0"/>
              <a:t>) à l’aide de :</a:t>
            </a:r>
          </a:p>
          <a:p>
            <a:pPr>
              <a:buFont typeface="Arial" panose="020B0604020202020204" pitchFamily="34" charset="0"/>
              <a:buChar char="•"/>
            </a:pPr>
            <a:r>
              <a:rPr lang="fr-FR" b="1" dirty="0"/>
              <a:t>Signatures / règles (</a:t>
            </a:r>
            <a:r>
              <a:rPr lang="fr-FR" b="1" dirty="0" err="1"/>
              <a:t>Snort</a:t>
            </a:r>
            <a:r>
              <a:rPr lang="fr-FR" b="1" dirty="0"/>
              <a:t> / </a:t>
            </a:r>
            <a:r>
              <a:rPr lang="fr-FR" b="1" dirty="0" err="1"/>
              <a:t>Emerging</a:t>
            </a:r>
            <a:r>
              <a:rPr lang="fr-FR" b="1" dirty="0"/>
              <a:t> </a:t>
            </a:r>
            <a:r>
              <a:rPr lang="fr-FR" b="1" dirty="0" err="1"/>
              <a:t>Threats</a:t>
            </a:r>
            <a:r>
              <a:rPr lang="fr-FR" b="1" dirty="0"/>
              <a:t>)</a:t>
            </a:r>
            <a:endParaRPr lang="fr-FR" dirty="0"/>
          </a:p>
          <a:p>
            <a:pPr>
              <a:buFont typeface="Arial" panose="020B0604020202020204" pitchFamily="34" charset="0"/>
              <a:buChar char="•"/>
            </a:pPr>
            <a:r>
              <a:rPr lang="fr-FR" b="1" dirty="0"/>
              <a:t>Heuristiques / anomalies protocolaires</a:t>
            </a:r>
            <a:endParaRPr lang="fr-FR" dirty="0"/>
          </a:p>
          <a:p>
            <a:pPr>
              <a:buFont typeface="Arial" panose="020B0604020202020204" pitchFamily="34" charset="0"/>
              <a:buChar char="•"/>
            </a:pPr>
            <a:r>
              <a:rPr lang="fr-FR" b="1" dirty="0"/>
              <a:t>Décodage complet de protocoles (HTTP, DNS, TLS, SMB, SSH, etc.)</a:t>
            </a:r>
            <a:endParaRPr lang="fr-FR" dirty="0"/>
          </a:p>
          <a:p>
            <a:r>
              <a:rPr lang="fr-FR" b="1" dirty="0" err="1"/>
              <a:t>OpenCTI</a:t>
            </a:r>
            <a:r>
              <a:rPr lang="fr-FR" dirty="0"/>
              <a:t> (</a:t>
            </a:r>
            <a:r>
              <a:rPr lang="fr-FR" i="1" dirty="0"/>
              <a:t>Open Cyber </a:t>
            </a:r>
            <a:r>
              <a:rPr lang="fr-FR" i="1" dirty="0" err="1"/>
              <a:t>Threat</a:t>
            </a:r>
            <a:r>
              <a:rPr lang="fr-FR" i="1" dirty="0"/>
              <a:t> Intelligence Platform</a:t>
            </a:r>
            <a:r>
              <a:rPr lang="fr-FR" dirty="0"/>
              <a:t>) est une </a:t>
            </a:r>
            <a:r>
              <a:rPr lang="fr-FR" b="1" dirty="0"/>
              <a:t>plateforme open source</a:t>
            </a:r>
            <a:r>
              <a:rPr lang="fr-FR" dirty="0"/>
              <a:t> développée pour </a:t>
            </a:r>
            <a:r>
              <a:rPr lang="fr-FR" b="1" dirty="0"/>
              <a:t>centraliser, structurer, analyser et partager les renseignements sur les menaces cyber</a:t>
            </a:r>
            <a:r>
              <a:rPr lang="fr-FR" dirty="0"/>
              <a:t>.</a:t>
            </a:r>
          </a:p>
          <a:p>
            <a:r>
              <a:rPr lang="fr-FR" dirty="0"/>
              <a:t>🔹 Développée par :</a:t>
            </a:r>
          </a:p>
          <a:p>
            <a:pPr>
              <a:buFont typeface="Arial" panose="020B0604020202020204" pitchFamily="34" charset="0"/>
              <a:buChar char="•"/>
            </a:pPr>
            <a:r>
              <a:rPr lang="fr-FR" b="1" dirty="0"/>
              <a:t>L’ANSSI</a:t>
            </a:r>
            <a:r>
              <a:rPr lang="fr-FR" dirty="0"/>
              <a:t> (France)</a:t>
            </a:r>
          </a:p>
          <a:p>
            <a:pPr>
              <a:buFont typeface="Arial" panose="020B0604020202020204" pitchFamily="34" charset="0"/>
              <a:buChar char="•"/>
            </a:pPr>
            <a:r>
              <a:rPr lang="fr-FR" b="1" dirty="0"/>
              <a:t>CERT-EU</a:t>
            </a:r>
            <a:r>
              <a:rPr lang="fr-FR" dirty="0"/>
              <a:t> (Union européenne)</a:t>
            </a:r>
          </a:p>
          <a:p>
            <a:pPr>
              <a:buFont typeface="Arial" panose="020B0604020202020204" pitchFamily="34" charset="0"/>
              <a:buChar char="•"/>
            </a:pPr>
            <a:r>
              <a:rPr lang="fr-FR" b="1" dirty="0"/>
              <a:t>Orange </a:t>
            </a:r>
            <a:r>
              <a:rPr lang="fr-FR" b="1" dirty="0" err="1"/>
              <a:t>Cyberdefense</a:t>
            </a:r>
            <a:endParaRPr lang="fr-FR" dirty="0"/>
          </a:p>
          <a:p>
            <a:pPr>
              <a:buFont typeface="Arial" panose="020B0604020202020204" pitchFamily="34" charset="0"/>
              <a:buChar char="•"/>
            </a:pPr>
            <a:r>
              <a:rPr lang="fr-FR" b="1" dirty="0" err="1"/>
              <a:t>Amossys</a:t>
            </a:r>
            <a:r>
              <a:rPr lang="fr-FR" dirty="0"/>
              <a:t>, </a:t>
            </a:r>
            <a:r>
              <a:rPr lang="fr-FR" b="1" dirty="0"/>
              <a:t>Thales</a:t>
            </a:r>
            <a:r>
              <a:rPr lang="fr-FR" dirty="0"/>
              <a:t>, </a:t>
            </a:r>
            <a:r>
              <a:rPr lang="fr-FR" b="1" dirty="0"/>
              <a:t>Airbus </a:t>
            </a:r>
            <a:r>
              <a:rPr lang="fr-FR" b="1" dirty="0" err="1"/>
              <a:t>CyberSecurity</a:t>
            </a:r>
            <a:endParaRPr lang="fr-FR" dirty="0"/>
          </a:p>
          <a:p>
            <a:pPr>
              <a:buFont typeface="Arial" panose="020B0604020202020204" pitchFamily="34" charset="0"/>
              <a:buChar char="•"/>
            </a:pPr>
            <a:r>
              <a:rPr lang="fr-FR" dirty="0"/>
              <a:t>Maintenue par la société </a:t>
            </a:r>
            <a:r>
              <a:rPr lang="fr-FR" b="1" dirty="0"/>
              <a:t>LUATIX</a:t>
            </a:r>
            <a:endParaRPr lang="fr-FR" dirty="0"/>
          </a:p>
          <a:p>
            <a:r>
              <a:rPr lang="fr-FR" dirty="0"/>
              <a:t>🔹 Licence : </a:t>
            </a:r>
            <a:r>
              <a:rPr lang="fr-FR" b="1" dirty="0"/>
              <a:t>AGPL v3</a:t>
            </a:r>
            <a:br>
              <a:rPr lang="fr-FR" dirty="0"/>
            </a:br>
            <a:r>
              <a:rPr lang="fr-FR" dirty="0"/>
              <a:t>🔹 Langage : </a:t>
            </a:r>
            <a:r>
              <a:rPr lang="fr-FR" b="1" dirty="0" err="1"/>
              <a:t>TypeScript</a:t>
            </a:r>
            <a:r>
              <a:rPr lang="fr-FR" b="1" dirty="0"/>
              <a:t> + </a:t>
            </a:r>
            <a:r>
              <a:rPr lang="fr-FR" b="1" dirty="0" err="1"/>
              <a:t>GraphQL</a:t>
            </a:r>
            <a:r>
              <a:rPr lang="fr-FR" b="1" dirty="0"/>
              <a:t> + </a:t>
            </a:r>
            <a:r>
              <a:rPr lang="fr-FR" b="1" dirty="0" err="1"/>
              <a:t>ElasticSearch</a:t>
            </a:r>
            <a:r>
              <a:rPr lang="fr-FR" b="1" dirty="0"/>
              <a:t> + </a:t>
            </a:r>
            <a:r>
              <a:rPr lang="fr-FR" b="1" dirty="0" err="1"/>
              <a:t>RabbitMQ</a:t>
            </a:r>
            <a:endParaRPr lang="fr-FR" dirty="0"/>
          </a:p>
          <a:p>
            <a:r>
              <a:rPr lang="fr-FR" b="1" dirty="0"/>
              <a:t>🎯 2. Objectif principal</a:t>
            </a:r>
          </a:p>
          <a:p>
            <a:r>
              <a:rPr lang="fr-FR" dirty="0"/>
              <a:t>Fournir une </a:t>
            </a:r>
            <a:r>
              <a:rPr lang="fr-FR" b="1" dirty="0"/>
              <a:t>vue unifiée des menaces</a:t>
            </a:r>
            <a:r>
              <a:rPr lang="fr-FR" dirty="0"/>
              <a:t> (groupes, campagnes, attaques, outils, vulnérabilités, indicateurs, etc.) pour </a:t>
            </a:r>
            <a:r>
              <a:rPr lang="fr-FR" b="1" dirty="0"/>
              <a:t>mieux comprendre, anticiper et contrer les cyberattaques</a:t>
            </a:r>
            <a:r>
              <a:rPr lang="fr-FR" dirty="0"/>
              <a:t>.</a:t>
            </a:r>
          </a:p>
          <a:p>
            <a:r>
              <a:rPr lang="fr-FR" dirty="0" err="1"/>
              <a:t>OpenCTI</a:t>
            </a:r>
            <a:r>
              <a:rPr lang="fr-FR" dirty="0"/>
              <a:t> permet aux analystes de </a:t>
            </a:r>
            <a:r>
              <a:rPr lang="fr-FR" b="1" dirty="0"/>
              <a:t>corréler des milliers d’indicateurs</a:t>
            </a:r>
            <a:r>
              <a:rPr lang="fr-FR" dirty="0"/>
              <a:t> provenant de sources internes et externes (renseignements, logs, SIEM, etc.) dans une base de connaissance exploitable.</a:t>
            </a:r>
          </a:p>
          <a:p>
            <a:r>
              <a:rPr lang="fr-FR" b="1" dirty="0"/>
              <a:t>🧩 3. Structure et fonctionnement</a:t>
            </a:r>
          </a:p>
          <a:p>
            <a:r>
              <a:rPr lang="fr-FR" b="1" dirty="0"/>
              <a:t>🔄 Architecture simplifiée</a:t>
            </a:r>
          </a:p>
          <a:p>
            <a:pPr rtl="0"/>
            <a:r>
              <a:rPr lang="fr-FR" dirty="0"/>
              <a:t>[Sources de renseignement : MISP, MITRE, </a:t>
            </a:r>
            <a:r>
              <a:rPr lang="fr-FR" dirty="0" err="1"/>
              <a:t>Suricata</a:t>
            </a:r>
            <a:r>
              <a:rPr lang="fr-FR" dirty="0"/>
              <a:t>, </a:t>
            </a:r>
            <a:r>
              <a:rPr lang="fr-FR" dirty="0" err="1"/>
              <a:t>Threat</a:t>
            </a:r>
            <a:r>
              <a:rPr lang="fr-FR" dirty="0"/>
              <a:t> </a:t>
            </a:r>
            <a:r>
              <a:rPr lang="fr-FR" dirty="0" err="1"/>
              <a:t>Feeds</a:t>
            </a:r>
            <a:r>
              <a:rPr lang="fr-FR" dirty="0"/>
              <a:t>] ↓ [Connecteurs </a:t>
            </a:r>
            <a:r>
              <a:rPr lang="fr-FR" dirty="0" err="1"/>
              <a:t>OpenCTI</a:t>
            </a:r>
            <a:r>
              <a:rPr lang="fr-FR" dirty="0"/>
              <a:t>] ↓ [Base de connaissance </a:t>
            </a:r>
            <a:r>
              <a:rPr lang="fr-FR" dirty="0" err="1"/>
              <a:t>GraphQL</a:t>
            </a:r>
            <a:r>
              <a:rPr lang="fr-FR" dirty="0"/>
              <a:t>] ↓ [Visualisation - Corrélation - Analyse] ↓ [Partage avec partenaires / OTAN / </a:t>
            </a:r>
            <a:r>
              <a:rPr lang="fr-FR" dirty="0" err="1"/>
              <a:t>CERTs</a:t>
            </a:r>
            <a:r>
              <a:rPr lang="fr-FR" dirty="0"/>
              <a:t>]</a:t>
            </a:r>
          </a:p>
          <a:p>
            <a:endParaRPr lang="fr-FR" dirty="0"/>
          </a:p>
          <a:p>
            <a:endParaRPr lang="fr-FR" dirty="0"/>
          </a:p>
        </p:txBody>
      </p:sp>
      <p:sp>
        <p:nvSpPr>
          <p:cNvPr id="4" name="Slide Number Placeholder 3"/>
          <p:cNvSpPr>
            <a:spLocks noGrp="1"/>
          </p:cNvSpPr>
          <p:nvPr>
            <p:ph type="sldNum" sz="quarter" idx="5"/>
          </p:nvPr>
        </p:nvSpPr>
        <p:spPr/>
        <p:txBody>
          <a:bodyPr/>
          <a:lstStyle/>
          <a:p>
            <a:fld id="{BE348CA1-1A94-4BFE-8AB8-967ACB24B503}" type="slidenum">
              <a:rPr lang="fr-FR" smtClean="0"/>
              <a:t>21</a:t>
            </a:fld>
            <a:endParaRPr lang="fr-FR"/>
          </a:p>
        </p:txBody>
      </p:sp>
    </p:spTree>
    <p:extLst>
      <p:ext uri="{BB962C8B-B14F-4D97-AF65-F5344CB8AC3E}">
        <p14:creationId xmlns:p14="http://schemas.microsoft.com/office/powerpoint/2010/main" val="16146725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Résumé des 3 piliers :</a:t>
            </a:r>
            <a:r>
              <a:rPr lang="fr-FR" dirty="0"/>
              <a:t> Souveraineté, Sécurité, Agilité.</a:t>
            </a:r>
          </a:p>
          <a:p>
            <a:endParaRPr lang="fr-FR" dirty="0"/>
          </a:p>
        </p:txBody>
      </p:sp>
      <p:sp>
        <p:nvSpPr>
          <p:cNvPr id="4" name="Slide Number Placeholder 3"/>
          <p:cNvSpPr>
            <a:spLocks noGrp="1"/>
          </p:cNvSpPr>
          <p:nvPr>
            <p:ph type="sldNum" sz="quarter" idx="5"/>
          </p:nvPr>
        </p:nvSpPr>
        <p:spPr/>
        <p:txBody>
          <a:bodyPr/>
          <a:lstStyle/>
          <a:p>
            <a:fld id="{BE348CA1-1A94-4BFE-8AB8-967ACB24B503}" type="slidenum">
              <a:rPr lang="fr-FR" smtClean="0"/>
              <a:t>31</a:t>
            </a:fld>
            <a:endParaRPr lang="fr-FR"/>
          </a:p>
        </p:txBody>
      </p:sp>
    </p:spTree>
    <p:extLst>
      <p:ext uri="{BB962C8B-B14F-4D97-AF65-F5344CB8AC3E}">
        <p14:creationId xmlns:p14="http://schemas.microsoft.com/office/powerpoint/2010/main" val="13124223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Résumé des 3 piliers :</a:t>
            </a:r>
            <a:r>
              <a:rPr lang="fr-FR" dirty="0"/>
              <a:t> Souveraineté, Sécurité, Agilité.</a:t>
            </a:r>
          </a:p>
          <a:p>
            <a:endParaRPr lang="fr-FR" dirty="0"/>
          </a:p>
        </p:txBody>
      </p:sp>
      <p:sp>
        <p:nvSpPr>
          <p:cNvPr id="4" name="Slide Number Placeholder 3"/>
          <p:cNvSpPr>
            <a:spLocks noGrp="1"/>
          </p:cNvSpPr>
          <p:nvPr>
            <p:ph type="sldNum" sz="quarter" idx="5"/>
          </p:nvPr>
        </p:nvSpPr>
        <p:spPr/>
        <p:txBody>
          <a:bodyPr/>
          <a:lstStyle/>
          <a:p>
            <a:fld id="{BE348CA1-1A94-4BFE-8AB8-967ACB24B503}" type="slidenum">
              <a:rPr lang="fr-FR" smtClean="0"/>
              <a:t>32</a:t>
            </a:fld>
            <a:endParaRPr lang="fr-FR"/>
          </a:p>
        </p:txBody>
      </p:sp>
    </p:spTree>
    <p:extLst>
      <p:ext uri="{BB962C8B-B14F-4D97-AF65-F5344CB8AC3E}">
        <p14:creationId xmlns:p14="http://schemas.microsoft.com/office/powerpoint/2010/main" val="2647244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50DDC-DF45-4ABA-AE40-7E2E0CF42F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71198C98-4A9B-4F2E-990F-0A7CDD6F16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CFF01EDB-EF8A-4AEE-BAE8-6BCA705EEEFC}"/>
              </a:ext>
            </a:extLst>
          </p:cNvPr>
          <p:cNvSpPr>
            <a:spLocks noGrp="1"/>
          </p:cNvSpPr>
          <p:nvPr>
            <p:ph type="dt" sz="half" idx="10"/>
          </p:nvPr>
        </p:nvSpPr>
        <p:spPr/>
        <p:txBody>
          <a:bodyPr/>
          <a:lstStyle/>
          <a:p>
            <a:fld id="{64154B39-6AAF-4A18-9FA5-9DC13E242D0C}" type="datetimeFigureOut">
              <a:rPr lang="fr-FR" smtClean="0"/>
              <a:t>07/10/2025</a:t>
            </a:fld>
            <a:endParaRPr lang="fr-FR"/>
          </a:p>
        </p:txBody>
      </p:sp>
      <p:sp>
        <p:nvSpPr>
          <p:cNvPr id="5" name="Footer Placeholder 4">
            <a:extLst>
              <a:ext uri="{FF2B5EF4-FFF2-40B4-BE49-F238E27FC236}">
                <a16:creationId xmlns:a16="http://schemas.microsoft.com/office/drawing/2014/main" id="{75F73023-483A-49F7-92AC-6A9750CA9C79}"/>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AF01B092-CFCB-4E9E-B53A-E7F6E30CFDF7}"/>
              </a:ext>
            </a:extLst>
          </p:cNvPr>
          <p:cNvSpPr>
            <a:spLocks noGrp="1"/>
          </p:cNvSpPr>
          <p:nvPr>
            <p:ph type="sldNum" sz="quarter" idx="12"/>
          </p:nvPr>
        </p:nvSpPr>
        <p:spPr/>
        <p:txBody>
          <a:bodyPr/>
          <a:lstStyle/>
          <a:p>
            <a:fld id="{6E8084A4-94BF-48A1-8FC5-AD0475726627}" type="slidenum">
              <a:rPr lang="fr-FR" smtClean="0"/>
              <a:t>‹#›</a:t>
            </a:fld>
            <a:endParaRPr lang="fr-FR"/>
          </a:p>
        </p:txBody>
      </p:sp>
    </p:spTree>
    <p:extLst>
      <p:ext uri="{BB962C8B-B14F-4D97-AF65-F5344CB8AC3E}">
        <p14:creationId xmlns:p14="http://schemas.microsoft.com/office/powerpoint/2010/main" val="119270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775ED-0FB7-42F6-AF04-660A72C668EE}"/>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8CFF8AC3-FAFD-46D5-AD14-B1F643622A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068FC853-8B1C-433B-A2DB-742EF9637A2B}"/>
              </a:ext>
            </a:extLst>
          </p:cNvPr>
          <p:cNvSpPr>
            <a:spLocks noGrp="1"/>
          </p:cNvSpPr>
          <p:nvPr>
            <p:ph type="dt" sz="half" idx="10"/>
          </p:nvPr>
        </p:nvSpPr>
        <p:spPr/>
        <p:txBody>
          <a:bodyPr/>
          <a:lstStyle/>
          <a:p>
            <a:fld id="{64154B39-6AAF-4A18-9FA5-9DC13E242D0C}" type="datetimeFigureOut">
              <a:rPr lang="fr-FR" smtClean="0"/>
              <a:t>07/10/2025</a:t>
            </a:fld>
            <a:endParaRPr lang="fr-FR"/>
          </a:p>
        </p:txBody>
      </p:sp>
      <p:sp>
        <p:nvSpPr>
          <p:cNvPr id="5" name="Footer Placeholder 4">
            <a:extLst>
              <a:ext uri="{FF2B5EF4-FFF2-40B4-BE49-F238E27FC236}">
                <a16:creationId xmlns:a16="http://schemas.microsoft.com/office/drawing/2014/main" id="{B0C6AE32-939E-4F95-9A48-4F86FD9A9187}"/>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5C14DA61-4099-431C-98C5-83F130DAD899}"/>
              </a:ext>
            </a:extLst>
          </p:cNvPr>
          <p:cNvSpPr>
            <a:spLocks noGrp="1"/>
          </p:cNvSpPr>
          <p:nvPr>
            <p:ph type="sldNum" sz="quarter" idx="12"/>
          </p:nvPr>
        </p:nvSpPr>
        <p:spPr/>
        <p:txBody>
          <a:bodyPr/>
          <a:lstStyle/>
          <a:p>
            <a:fld id="{6E8084A4-94BF-48A1-8FC5-AD0475726627}" type="slidenum">
              <a:rPr lang="fr-FR" smtClean="0"/>
              <a:t>‹#›</a:t>
            </a:fld>
            <a:endParaRPr lang="fr-FR"/>
          </a:p>
        </p:txBody>
      </p:sp>
    </p:spTree>
    <p:extLst>
      <p:ext uri="{BB962C8B-B14F-4D97-AF65-F5344CB8AC3E}">
        <p14:creationId xmlns:p14="http://schemas.microsoft.com/office/powerpoint/2010/main" val="891126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A5305-D069-40DC-BE0C-E6FAF3FEEF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29519956-7160-4D2C-9C6E-08CF26BB8D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80163D-7DAD-481F-A33B-95FD711BBF8A}"/>
              </a:ext>
            </a:extLst>
          </p:cNvPr>
          <p:cNvSpPr>
            <a:spLocks noGrp="1"/>
          </p:cNvSpPr>
          <p:nvPr>
            <p:ph type="dt" sz="half" idx="10"/>
          </p:nvPr>
        </p:nvSpPr>
        <p:spPr/>
        <p:txBody>
          <a:bodyPr/>
          <a:lstStyle/>
          <a:p>
            <a:fld id="{64154B39-6AAF-4A18-9FA5-9DC13E242D0C}" type="datetimeFigureOut">
              <a:rPr lang="fr-FR" smtClean="0"/>
              <a:t>07/10/2025</a:t>
            </a:fld>
            <a:endParaRPr lang="fr-FR"/>
          </a:p>
        </p:txBody>
      </p:sp>
      <p:sp>
        <p:nvSpPr>
          <p:cNvPr id="5" name="Footer Placeholder 4">
            <a:extLst>
              <a:ext uri="{FF2B5EF4-FFF2-40B4-BE49-F238E27FC236}">
                <a16:creationId xmlns:a16="http://schemas.microsoft.com/office/drawing/2014/main" id="{AD43FF5A-86B0-4F98-8074-ED7E328290A3}"/>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E4CD6603-A039-409B-BD61-143EED4742DE}"/>
              </a:ext>
            </a:extLst>
          </p:cNvPr>
          <p:cNvSpPr>
            <a:spLocks noGrp="1"/>
          </p:cNvSpPr>
          <p:nvPr>
            <p:ph type="sldNum" sz="quarter" idx="12"/>
          </p:nvPr>
        </p:nvSpPr>
        <p:spPr/>
        <p:txBody>
          <a:bodyPr/>
          <a:lstStyle/>
          <a:p>
            <a:fld id="{6E8084A4-94BF-48A1-8FC5-AD0475726627}" type="slidenum">
              <a:rPr lang="fr-FR" smtClean="0"/>
              <a:t>‹#›</a:t>
            </a:fld>
            <a:endParaRPr lang="fr-FR"/>
          </a:p>
        </p:txBody>
      </p:sp>
    </p:spTree>
    <p:extLst>
      <p:ext uri="{BB962C8B-B14F-4D97-AF65-F5344CB8AC3E}">
        <p14:creationId xmlns:p14="http://schemas.microsoft.com/office/powerpoint/2010/main" val="1061917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6036-4746-4D47-BA33-4E83DA2505B4}"/>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173F5982-64F3-4B0A-B972-C34F6ECB18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7EF69180-86F7-493C-AB96-35393E4A6E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C06A54D3-2A42-4B05-B210-B99191B8ED66}"/>
              </a:ext>
            </a:extLst>
          </p:cNvPr>
          <p:cNvSpPr>
            <a:spLocks noGrp="1"/>
          </p:cNvSpPr>
          <p:nvPr>
            <p:ph type="dt" sz="half" idx="10"/>
          </p:nvPr>
        </p:nvSpPr>
        <p:spPr/>
        <p:txBody>
          <a:bodyPr/>
          <a:lstStyle/>
          <a:p>
            <a:fld id="{64154B39-6AAF-4A18-9FA5-9DC13E242D0C}" type="datetimeFigureOut">
              <a:rPr lang="fr-FR" smtClean="0"/>
              <a:t>07/10/2025</a:t>
            </a:fld>
            <a:endParaRPr lang="fr-FR"/>
          </a:p>
        </p:txBody>
      </p:sp>
      <p:sp>
        <p:nvSpPr>
          <p:cNvPr id="6" name="Footer Placeholder 5">
            <a:extLst>
              <a:ext uri="{FF2B5EF4-FFF2-40B4-BE49-F238E27FC236}">
                <a16:creationId xmlns:a16="http://schemas.microsoft.com/office/drawing/2014/main" id="{3C42E2ED-FA9F-47B5-8056-8D385DEFB75F}"/>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F0F6BA7E-75A9-409C-A8F4-2367EDF0BB12}"/>
              </a:ext>
            </a:extLst>
          </p:cNvPr>
          <p:cNvSpPr>
            <a:spLocks noGrp="1"/>
          </p:cNvSpPr>
          <p:nvPr>
            <p:ph type="sldNum" sz="quarter" idx="12"/>
          </p:nvPr>
        </p:nvSpPr>
        <p:spPr/>
        <p:txBody>
          <a:bodyPr/>
          <a:lstStyle/>
          <a:p>
            <a:fld id="{6E8084A4-94BF-48A1-8FC5-AD0475726627}" type="slidenum">
              <a:rPr lang="fr-FR" smtClean="0"/>
              <a:t>‹#›</a:t>
            </a:fld>
            <a:endParaRPr lang="fr-FR"/>
          </a:p>
        </p:txBody>
      </p:sp>
    </p:spTree>
    <p:extLst>
      <p:ext uri="{BB962C8B-B14F-4D97-AF65-F5344CB8AC3E}">
        <p14:creationId xmlns:p14="http://schemas.microsoft.com/office/powerpoint/2010/main" val="1273287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9E8FB-CE2E-41B1-9C19-F0C24531AFF4}"/>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202B94DC-930B-47F2-8A13-A828297BEB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CB7B9CD-164E-42F9-94A5-6C8490DCC1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E4A9057B-7046-4C7A-AA07-561C26A76F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FC54F3-6EB9-4485-86D8-F6ED0A0D9E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8E51A514-7557-45F2-9DC5-BBEF562C1694}"/>
              </a:ext>
            </a:extLst>
          </p:cNvPr>
          <p:cNvSpPr>
            <a:spLocks noGrp="1"/>
          </p:cNvSpPr>
          <p:nvPr>
            <p:ph type="dt" sz="half" idx="10"/>
          </p:nvPr>
        </p:nvSpPr>
        <p:spPr/>
        <p:txBody>
          <a:bodyPr/>
          <a:lstStyle/>
          <a:p>
            <a:fld id="{64154B39-6AAF-4A18-9FA5-9DC13E242D0C}" type="datetimeFigureOut">
              <a:rPr lang="fr-FR" smtClean="0"/>
              <a:t>07/10/2025</a:t>
            </a:fld>
            <a:endParaRPr lang="fr-FR"/>
          </a:p>
        </p:txBody>
      </p:sp>
      <p:sp>
        <p:nvSpPr>
          <p:cNvPr id="8" name="Footer Placeholder 7">
            <a:extLst>
              <a:ext uri="{FF2B5EF4-FFF2-40B4-BE49-F238E27FC236}">
                <a16:creationId xmlns:a16="http://schemas.microsoft.com/office/drawing/2014/main" id="{C010CAAD-1636-457B-BDD7-104B2C4CAEB7}"/>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833D773E-80B2-46F0-97F0-F4B674DA0EB1}"/>
              </a:ext>
            </a:extLst>
          </p:cNvPr>
          <p:cNvSpPr>
            <a:spLocks noGrp="1"/>
          </p:cNvSpPr>
          <p:nvPr>
            <p:ph type="sldNum" sz="quarter" idx="12"/>
          </p:nvPr>
        </p:nvSpPr>
        <p:spPr/>
        <p:txBody>
          <a:bodyPr/>
          <a:lstStyle/>
          <a:p>
            <a:fld id="{6E8084A4-94BF-48A1-8FC5-AD0475726627}" type="slidenum">
              <a:rPr lang="fr-FR" smtClean="0"/>
              <a:t>‹#›</a:t>
            </a:fld>
            <a:endParaRPr lang="fr-FR"/>
          </a:p>
        </p:txBody>
      </p:sp>
    </p:spTree>
    <p:extLst>
      <p:ext uri="{BB962C8B-B14F-4D97-AF65-F5344CB8AC3E}">
        <p14:creationId xmlns:p14="http://schemas.microsoft.com/office/powerpoint/2010/main" val="2996567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E1374-95BF-46A4-89D1-75A59D46EB10}"/>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FB104147-4C36-4929-B119-5FD43C751192}"/>
              </a:ext>
            </a:extLst>
          </p:cNvPr>
          <p:cNvSpPr>
            <a:spLocks noGrp="1"/>
          </p:cNvSpPr>
          <p:nvPr>
            <p:ph type="dt" sz="half" idx="10"/>
          </p:nvPr>
        </p:nvSpPr>
        <p:spPr/>
        <p:txBody>
          <a:bodyPr/>
          <a:lstStyle/>
          <a:p>
            <a:fld id="{64154B39-6AAF-4A18-9FA5-9DC13E242D0C}" type="datetimeFigureOut">
              <a:rPr lang="fr-FR" smtClean="0"/>
              <a:t>07/10/2025</a:t>
            </a:fld>
            <a:endParaRPr lang="fr-FR"/>
          </a:p>
        </p:txBody>
      </p:sp>
      <p:sp>
        <p:nvSpPr>
          <p:cNvPr id="4" name="Footer Placeholder 3">
            <a:extLst>
              <a:ext uri="{FF2B5EF4-FFF2-40B4-BE49-F238E27FC236}">
                <a16:creationId xmlns:a16="http://schemas.microsoft.com/office/drawing/2014/main" id="{0CDE1C7F-6C7A-4147-8AFD-9B6D56D348CF}"/>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3EF37690-CBFE-42EB-9482-D1C994DE16FD}"/>
              </a:ext>
            </a:extLst>
          </p:cNvPr>
          <p:cNvSpPr>
            <a:spLocks noGrp="1"/>
          </p:cNvSpPr>
          <p:nvPr>
            <p:ph type="sldNum" sz="quarter" idx="12"/>
          </p:nvPr>
        </p:nvSpPr>
        <p:spPr/>
        <p:txBody>
          <a:bodyPr/>
          <a:lstStyle/>
          <a:p>
            <a:fld id="{6E8084A4-94BF-48A1-8FC5-AD0475726627}" type="slidenum">
              <a:rPr lang="fr-FR" smtClean="0"/>
              <a:t>‹#›</a:t>
            </a:fld>
            <a:endParaRPr lang="fr-FR"/>
          </a:p>
        </p:txBody>
      </p:sp>
    </p:spTree>
    <p:extLst>
      <p:ext uri="{BB962C8B-B14F-4D97-AF65-F5344CB8AC3E}">
        <p14:creationId xmlns:p14="http://schemas.microsoft.com/office/powerpoint/2010/main" val="2696179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E261DC-47A1-4318-B042-53CACC4F1F57}"/>
              </a:ext>
            </a:extLst>
          </p:cNvPr>
          <p:cNvSpPr>
            <a:spLocks noGrp="1"/>
          </p:cNvSpPr>
          <p:nvPr>
            <p:ph type="dt" sz="half" idx="10"/>
          </p:nvPr>
        </p:nvSpPr>
        <p:spPr/>
        <p:txBody>
          <a:bodyPr/>
          <a:lstStyle/>
          <a:p>
            <a:fld id="{64154B39-6AAF-4A18-9FA5-9DC13E242D0C}" type="datetimeFigureOut">
              <a:rPr lang="fr-FR" smtClean="0"/>
              <a:t>07/10/2025</a:t>
            </a:fld>
            <a:endParaRPr lang="fr-FR"/>
          </a:p>
        </p:txBody>
      </p:sp>
      <p:sp>
        <p:nvSpPr>
          <p:cNvPr id="3" name="Footer Placeholder 2">
            <a:extLst>
              <a:ext uri="{FF2B5EF4-FFF2-40B4-BE49-F238E27FC236}">
                <a16:creationId xmlns:a16="http://schemas.microsoft.com/office/drawing/2014/main" id="{50E27DDE-E96B-40FA-BB2D-D8DE675641CA}"/>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C23CFC7F-2DA7-4B84-9CB1-FE0DA73A1034}"/>
              </a:ext>
            </a:extLst>
          </p:cNvPr>
          <p:cNvSpPr>
            <a:spLocks noGrp="1"/>
          </p:cNvSpPr>
          <p:nvPr>
            <p:ph type="sldNum" sz="quarter" idx="12"/>
          </p:nvPr>
        </p:nvSpPr>
        <p:spPr/>
        <p:txBody>
          <a:bodyPr/>
          <a:lstStyle/>
          <a:p>
            <a:fld id="{6E8084A4-94BF-48A1-8FC5-AD0475726627}" type="slidenum">
              <a:rPr lang="fr-FR" smtClean="0"/>
              <a:t>‹#›</a:t>
            </a:fld>
            <a:endParaRPr lang="fr-FR"/>
          </a:p>
        </p:txBody>
      </p:sp>
    </p:spTree>
    <p:extLst>
      <p:ext uri="{BB962C8B-B14F-4D97-AF65-F5344CB8AC3E}">
        <p14:creationId xmlns:p14="http://schemas.microsoft.com/office/powerpoint/2010/main" val="2482721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5F377-C2C9-412D-861D-DFC281B79F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34F0B090-74B6-4E3B-B38C-2B59B605C1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577DD479-4012-4700-A670-C0615F094A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73B922-0E2A-4059-B034-6812DCEC2C6D}"/>
              </a:ext>
            </a:extLst>
          </p:cNvPr>
          <p:cNvSpPr>
            <a:spLocks noGrp="1"/>
          </p:cNvSpPr>
          <p:nvPr>
            <p:ph type="dt" sz="half" idx="10"/>
          </p:nvPr>
        </p:nvSpPr>
        <p:spPr/>
        <p:txBody>
          <a:bodyPr/>
          <a:lstStyle/>
          <a:p>
            <a:fld id="{64154B39-6AAF-4A18-9FA5-9DC13E242D0C}" type="datetimeFigureOut">
              <a:rPr lang="fr-FR" smtClean="0"/>
              <a:t>07/10/2025</a:t>
            </a:fld>
            <a:endParaRPr lang="fr-FR"/>
          </a:p>
        </p:txBody>
      </p:sp>
      <p:sp>
        <p:nvSpPr>
          <p:cNvPr id="6" name="Footer Placeholder 5">
            <a:extLst>
              <a:ext uri="{FF2B5EF4-FFF2-40B4-BE49-F238E27FC236}">
                <a16:creationId xmlns:a16="http://schemas.microsoft.com/office/drawing/2014/main" id="{1671D8E5-106B-4D7B-B548-273A7700CC4C}"/>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0D046E35-29F8-4E72-9EE9-4417DD771DF6}"/>
              </a:ext>
            </a:extLst>
          </p:cNvPr>
          <p:cNvSpPr>
            <a:spLocks noGrp="1"/>
          </p:cNvSpPr>
          <p:nvPr>
            <p:ph type="sldNum" sz="quarter" idx="12"/>
          </p:nvPr>
        </p:nvSpPr>
        <p:spPr/>
        <p:txBody>
          <a:bodyPr/>
          <a:lstStyle/>
          <a:p>
            <a:fld id="{6E8084A4-94BF-48A1-8FC5-AD0475726627}" type="slidenum">
              <a:rPr lang="fr-FR" smtClean="0"/>
              <a:t>‹#›</a:t>
            </a:fld>
            <a:endParaRPr lang="fr-FR"/>
          </a:p>
        </p:txBody>
      </p:sp>
    </p:spTree>
    <p:extLst>
      <p:ext uri="{BB962C8B-B14F-4D97-AF65-F5344CB8AC3E}">
        <p14:creationId xmlns:p14="http://schemas.microsoft.com/office/powerpoint/2010/main" val="891972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DCD5B-335D-4905-90D0-98250A2C34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96EB4C4F-C3D2-40B3-9025-6ADB1B226B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0B43ECAA-9B1A-4915-A067-1C0A49C192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3212F9-D46A-4963-93B8-782234475919}"/>
              </a:ext>
            </a:extLst>
          </p:cNvPr>
          <p:cNvSpPr>
            <a:spLocks noGrp="1"/>
          </p:cNvSpPr>
          <p:nvPr>
            <p:ph type="dt" sz="half" idx="10"/>
          </p:nvPr>
        </p:nvSpPr>
        <p:spPr/>
        <p:txBody>
          <a:bodyPr/>
          <a:lstStyle/>
          <a:p>
            <a:fld id="{64154B39-6AAF-4A18-9FA5-9DC13E242D0C}" type="datetimeFigureOut">
              <a:rPr lang="fr-FR" smtClean="0"/>
              <a:t>07/10/2025</a:t>
            </a:fld>
            <a:endParaRPr lang="fr-FR"/>
          </a:p>
        </p:txBody>
      </p:sp>
      <p:sp>
        <p:nvSpPr>
          <p:cNvPr id="6" name="Footer Placeholder 5">
            <a:extLst>
              <a:ext uri="{FF2B5EF4-FFF2-40B4-BE49-F238E27FC236}">
                <a16:creationId xmlns:a16="http://schemas.microsoft.com/office/drawing/2014/main" id="{CDA7B8C0-A4B0-406A-8786-74B71AFB47A5}"/>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3774922F-BBEF-424B-8C6F-84A09027EBD0}"/>
              </a:ext>
            </a:extLst>
          </p:cNvPr>
          <p:cNvSpPr>
            <a:spLocks noGrp="1"/>
          </p:cNvSpPr>
          <p:nvPr>
            <p:ph type="sldNum" sz="quarter" idx="12"/>
          </p:nvPr>
        </p:nvSpPr>
        <p:spPr/>
        <p:txBody>
          <a:bodyPr/>
          <a:lstStyle/>
          <a:p>
            <a:fld id="{6E8084A4-94BF-48A1-8FC5-AD0475726627}" type="slidenum">
              <a:rPr lang="fr-FR" smtClean="0"/>
              <a:t>‹#›</a:t>
            </a:fld>
            <a:endParaRPr lang="fr-FR"/>
          </a:p>
        </p:txBody>
      </p:sp>
    </p:spTree>
    <p:extLst>
      <p:ext uri="{BB962C8B-B14F-4D97-AF65-F5344CB8AC3E}">
        <p14:creationId xmlns:p14="http://schemas.microsoft.com/office/powerpoint/2010/main" val="2682569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C9FCE-0452-418C-8D33-2A65CA1EBCA3}"/>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2F0A81B9-F8CE-4644-8D67-82C7ADF580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73FFF483-B6BB-4F12-AE2A-86B660A6A047}"/>
              </a:ext>
            </a:extLst>
          </p:cNvPr>
          <p:cNvSpPr>
            <a:spLocks noGrp="1"/>
          </p:cNvSpPr>
          <p:nvPr>
            <p:ph type="dt" sz="half" idx="10"/>
          </p:nvPr>
        </p:nvSpPr>
        <p:spPr/>
        <p:txBody>
          <a:bodyPr/>
          <a:lstStyle/>
          <a:p>
            <a:fld id="{64154B39-6AAF-4A18-9FA5-9DC13E242D0C}" type="datetimeFigureOut">
              <a:rPr lang="fr-FR" smtClean="0"/>
              <a:t>07/10/2025</a:t>
            </a:fld>
            <a:endParaRPr lang="fr-FR"/>
          </a:p>
        </p:txBody>
      </p:sp>
      <p:sp>
        <p:nvSpPr>
          <p:cNvPr id="5" name="Footer Placeholder 4">
            <a:extLst>
              <a:ext uri="{FF2B5EF4-FFF2-40B4-BE49-F238E27FC236}">
                <a16:creationId xmlns:a16="http://schemas.microsoft.com/office/drawing/2014/main" id="{E96DF683-3932-4F85-ABD7-29F4E8B6F67A}"/>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F7873EAB-A087-44C0-BFD0-ED353E2ACD93}"/>
              </a:ext>
            </a:extLst>
          </p:cNvPr>
          <p:cNvSpPr>
            <a:spLocks noGrp="1"/>
          </p:cNvSpPr>
          <p:nvPr>
            <p:ph type="sldNum" sz="quarter" idx="12"/>
          </p:nvPr>
        </p:nvSpPr>
        <p:spPr/>
        <p:txBody>
          <a:bodyPr/>
          <a:lstStyle/>
          <a:p>
            <a:fld id="{6E8084A4-94BF-48A1-8FC5-AD0475726627}" type="slidenum">
              <a:rPr lang="fr-FR" smtClean="0"/>
              <a:t>‹#›</a:t>
            </a:fld>
            <a:endParaRPr lang="fr-FR"/>
          </a:p>
        </p:txBody>
      </p:sp>
    </p:spTree>
    <p:extLst>
      <p:ext uri="{BB962C8B-B14F-4D97-AF65-F5344CB8AC3E}">
        <p14:creationId xmlns:p14="http://schemas.microsoft.com/office/powerpoint/2010/main" val="3683849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260128-28CC-4031-8EE6-1C12EC3423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547D83AF-4A94-43F8-BD00-3A788C7A43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409BD212-A4F4-437F-9FBD-EDC654D41513}"/>
              </a:ext>
            </a:extLst>
          </p:cNvPr>
          <p:cNvSpPr>
            <a:spLocks noGrp="1"/>
          </p:cNvSpPr>
          <p:nvPr>
            <p:ph type="dt" sz="half" idx="10"/>
          </p:nvPr>
        </p:nvSpPr>
        <p:spPr/>
        <p:txBody>
          <a:bodyPr/>
          <a:lstStyle/>
          <a:p>
            <a:fld id="{64154B39-6AAF-4A18-9FA5-9DC13E242D0C}" type="datetimeFigureOut">
              <a:rPr lang="fr-FR" smtClean="0"/>
              <a:t>07/10/2025</a:t>
            </a:fld>
            <a:endParaRPr lang="fr-FR"/>
          </a:p>
        </p:txBody>
      </p:sp>
      <p:sp>
        <p:nvSpPr>
          <p:cNvPr id="5" name="Footer Placeholder 4">
            <a:extLst>
              <a:ext uri="{FF2B5EF4-FFF2-40B4-BE49-F238E27FC236}">
                <a16:creationId xmlns:a16="http://schemas.microsoft.com/office/drawing/2014/main" id="{925786B0-CEE7-4B80-A82A-9CD13959796F}"/>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6352A6B3-CE00-4384-A380-F2771F3D852E}"/>
              </a:ext>
            </a:extLst>
          </p:cNvPr>
          <p:cNvSpPr>
            <a:spLocks noGrp="1"/>
          </p:cNvSpPr>
          <p:nvPr>
            <p:ph type="sldNum" sz="quarter" idx="12"/>
          </p:nvPr>
        </p:nvSpPr>
        <p:spPr/>
        <p:txBody>
          <a:bodyPr/>
          <a:lstStyle/>
          <a:p>
            <a:fld id="{6E8084A4-94BF-48A1-8FC5-AD0475726627}" type="slidenum">
              <a:rPr lang="fr-FR" smtClean="0"/>
              <a:t>‹#›</a:t>
            </a:fld>
            <a:endParaRPr lang="fr-FR"/>
          </a:p>
        </p:txBody>
      </p:sp>
    </p:spTree>
    <p:extLst>
      <p:ext uri="{BB962C8B-B14F-4D97-AF65-F5344CB8AC3E}">
        <p14:creationId xmlns:p14="http://schemas.microsoft.com/office/powerpoint/2010/main" val="1949920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163243-EFD3-4995-8A4F-C9AB10D16C42}"/>
              </a:ext>
            </a:extLst>
          </p:cNvPr>
          <p:cNvSpPr>
            <a:spLocks noGrp="1"/>
          </p:cNvSpPr>
          <p:nvPr>
            <p:ph type="title"/>
          </p:nvPr>
        </p:nvSpPr>
        <p:spPr>
          <a:xfrm>
            <a:off x="838200" y="365125"/>
            <a:ext cx="10515600" cy="1325563"/>
          </a:xfrm>
          <a:prstGeom prst="rect">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lIns="91440" tIns="45720" rIns="91440" bIns="45720" rtlCol="0" anchor="ctr">
            <a:normAutofit/>
          </a:bodyPr>
          <a:lstStyle/>
          <a:p>
            <a:r>
              <a:rPr lang="en-US" dirty="0"/>
              <a:t>CLICK TO EDIT MASTER TITLE STYLE</a:t>
            </a:r>
            <a:endParaRPr lang="fr-FR" dirty="0"/>
          </a:p>
        </p:txBody>
      </p:sp>
      <p:sp>
        <p:nvSpPr>
          <p:cNvPr id="3" name="Text Placeholder 2">
            <a:extLst>
              <a:ext uri="{FF2B5EF4-FFF2-40B4-BE49-F238E27FC236}">
                <a16:creationId xmlns:a16="http://schemas.microsoft.com/office/drawing/2014/main" id="{334A5233-7B2B-4354-9878-766AA52F51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356E6CE2-EBC7-4158-85B0-949AD08DB3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Cambria" panose="02040503050406030204" pitchFamily="18" charset="0"/>
                <a:ea typeface="Cambria" panose="02040503050406030204" pitchFamily="18" charset="0"/>
              </a:defRPr>
            </a:lvl1pPr>
          </a:lstStyle>
          <a:p>
            <a:fld id="{64154B39-6AAF-4A18-9FA5-9DC13E242D0C}" type="datetimeFigureOut">
              <a:rPr lang="fr-FR" smtClean="0"/>
              <a:pPr/>
              <a:t>07/10/2025</a:t>
            </a:fld>
            <a:endParaRPr lang="fr-FR"/>
          </a:p>
        </p:txBody>
      </p:sp>
      <p:sp>
        <p:nvSpPr>
          <p:cNvPr id="5" name="Footer Placeholder 4">
            <a:extLst>
              <a:ext uri="{FF2B5EF4-FFF2-40B4-BE49-F238E27FC236}">
                <a16:creationId xmlns:a16="http://schemas.microsoft.com/office/drawing/2014/main" id="{7A606836-4660-42A4-AFF0-A36E0B471E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Cambria" panose="02040503050406030204" pitchFamily="18" charset="0"/>
                <a:ea typeface="Cambria" panose="02040503050406030204" pitchFamily="18" charset="0"/>
              </a:defRPr>
            </a:lvl1pPr>
          </a:lstStyle>
          <a:p>
            <a:endParaRPr lang="fr-FR"/>
          </a:p>
        </p:txBody>
      </p:sp>
      <p:sp>
        <p:nvSpPr>
          <p:cNvPr id="6" name="Slide Number Placeholder 5">
            <a:extLst>
              <a:ext uri="{FF2B5EF4-FFF2-40B4-BE49-F238E27FC236}">
                <a16:creationId xmlns:a16="http://schemas.microsoft.com/office/drawing/2014/main" id="{AD8305DC-9638-4CA2-9802-17057CE861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Cambria" panose="02040503050406030204" pitchFamily="18" charset="0"/>
                <a:ea typeface="Cambria" panose="02040503050406030204" pitchFamily="18" charset="0"/>
              </a:defRPr>
            </a:lvl1pPr>
          </a:lstStyle>
          <a:p>
            <a:fld id="{6E8084A4-94BF-48A1-8FC5-AD0475726627}" type="slidenum">
              <a:rPr lang="fr-FR" smtClean="0"/>
              <a:pPr/>
              <a:t>‹#›</a:t>
            </a:fld>
            <a:endParaRPr lang="fr-FR"/>
          </a:p>
        </p:txBody>
      </p:sp>
    </p:spTree>
    <p:extLst>
      <p:ext uri="{BB962C8B-B14F-4D97-AF65-F5344CB8AC3E}">
        <p14:creationId xmlns:p14="http://schemas.microsoft.com/office/powerpoint/2010/main" val="870714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400" kern="1200">
          <a:solidFill>
            <a:schemeClr val="tx1"/>
          </a:solidFill>
          <a:latin typeface="Cambria" panose="02040503050406030204" pitchFamily="18" charset="0"/>
          <a:ea typeface="Cambria" panose="02040503050406030204" pitchFamily="18" charset="0"/>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683ED-92B5-4688-A796-C78157AC6279}"/>
              </a:ext>
            </a:extLst>
          </p:cNvPr>
          <p:cNvSpPr>
            <a:spLocks noGrp="1"/>
          </p:cNvSpPr>
          <p:nvPr>
            <p:ph type="ctrTitle"/>
          </p:nvPr>
        </p:nvSpPr>
        <p:spPr>
          <a:xfrm>
            <a:off x="6905625" y="6153150"/>
            <a:ext cx="5181600" cy="471488"/>
          </a:xfrm>
        </p:spPr>
        <p:txBody>
          <a:bodyPr>
            <a:normAutofit/>
          </a:bodyPr>
          <a:lstStyle/>
          <a:p>
            <a:r>
              <a:rPr lang="fr-FR" sz="2000" dirty="0"/>
              <a:t>©2025 HELIOS Project. All </a:t>
            </a:r>
            <a:r>
              <a:rPr lang="fr-FR" sz="2000" dirty="0" err="1"/>
              <a:t>Rights</a:t>
            </a:r>
            <a:r>
              <a:rPr lang="fr-FR" sz="2000" dirty="0"/>
              <a:t> </a:t>
            </a:r>
            <a:r>
              <a:rPr lang="fr-FR" sz="2000" dirty="0" err="1"/>
              <a:t>Reserved</a:t>
            </a:r>
            <a:r>
              <a:rPr lang="fr-FR" sz="2000" dirty="0"/>
              <a:t>.</a:t>
            </a:r>
          </a:p>
        </p:txBody>
      </p:sp>
    </p:spTree>
    <p:extLst>
      <p:ext uri="{BB962C8B-B14F-4D97-AF65-F5344CB8AC3E}">
        <p14:creationId xmlns:p14="http://schemas.microsoft.com/office/powerpoint/2010/main" val="753733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1770D-88DE-4EC3-B0F2-A4864B7D155C}"/>
              </a:ext>
            </a:extLst>
          </p:cNvPr>
          <p:cNvSpPr>
            <a:spLocks noGrp="1"/>
          </p:cNvSpPr>
          <p:nvPr>
            <p:ph type="title"/>
          </p:nvPr>
        </p:nvSpPr>
        <p:spPr/>
        <p:txBody>
          <a:bodyPr/>
          <a:lstStyle/>
          <a:p>
            <a:r>
              <a:rPr lang="fr-FR" dirty="0"/>
              <a:t>SYNOPSIS</a:t>
            </a:r>
          </a:p>
        </p:txBody>
      </p:sp>
      <p:sp>
        <p:nvSpPr>
          <p:cNvPr id="3" name="Content Placeholder 2">
            <a:extLst>
              <a:ext uri="{FF2B5EF4-FFF2-40B4-BE49-F238E27FC236}">
                <a16:creationId xmlns:a16="http://schemas.microsoft.com/office/drawing/2014/main" id="{C2585869-B60F-4DFA-A041-7BA0B5326FF1}"/>
              </a:ext>
            </a:extLst>
          </p:cNvPr>
          <p:cNvSpPr>
            <a:spLocks noGrp="1"/>
          </p:cNvSpPr>
          <p:nvPr>
            <p:ph idx="1"/>
          </p:nvPr>
        </p:nvSpPr>
        <p:spPr/>
        <p:txBody>
          <a:bodyPr>
            <a:normAutofit fontScale="77500" lnSpcReduction="20000"/>
          </a:bodyPr>
          <a:lstStyle/>
          <a:p>
            <a:r>
              <a:rPr lang="fr-FR" dirty="0"/>
              <a:t>Le logiciel est le nouveau champ de bataille ; nous ne pouvons plus confier nos armes et nos communications à des technologies que nous ne maîtrisons pas.</a:t>
            </a:r>
          </a:p>
          <a:p>
            <a:r>
              <a:rPr lang="fr-FR" dirty="0"/>
              <a:t>Le débat sur l’utilisation des logiciels open source (OSS) dans les programmes militaires n’est pas nouveau dans la littérature. Les programmes gouvernementaux fermés, gérés de manière passive et développés principalement selon une méthodologie en cascade, sont moins flexibles et moins efficaces que les systèmes open source. Ainsi, certaines grandes nations tentent d’adopter une approche de développement logiciel plus ouverte.</a:t>
            </a:r>
          </a:p>
        </p:txBody>
      </p:sp>
    </p:spTree>
    <p:extLst>
      <p:ext uri="{BB962C8B-B14F-4D97-AF65-F5344CB8AC3E}">
        <p14:creationId xmlns:p14="http://schemas.microsoft.com/office/powerpoint/2010/main" val="71460804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1770D-88DE-4EC3-B0F2-A4864B7D155C}"/>
              </a:ext>
            </a:extLst>
          </p:cNvPr>
          <p:cNvSpPr>
            <a:spLocks noGrp="1"/>
          </p:cNvSpPr>
          <p:nvPr>
            <p:ph type="title"/>
          </p:nvPr>
        </p:nvSpPr>
        <p:spPr/>
        <p:txBody>
          <a:bodyPr/>
          <a:lstStyle/>
          <a:p>
            <a:r>
              <a:rPr lang="fr-FR" dirty="0"/>
              <a:t>Pourquoi parler d’Open Source en Défense</a:t>
            </a:r>
          </a:p>
        </p:txBody>
      </p:sp>
      <p:sp>
        <p:nvSpPr>
          <p:cNvPr id="3" name="Content Placeholder 2">
            <a:extLst>
              <a:ext uri="{FF2B5EF4-FFF2-40B4-BE49-F238E27FC236}">
                <a16:creationId xmlns:a16="http://schemas.microsoft.com/office/drawing/2014/main" id="{C2585869-B60F-4DFA-A041-7BA0B5326FF1}"/>
              </a:ext>
            </a:extLst>
          </p:cNvPr>
          <p:cNvSpPr>
            <a:spLocks noGrp="1"/>
          </p:cNvSpPr>
          <p:nvPr>
            <p:ph idx="1"/>
          </p:nvPr>
        </p:nvSpPr>
        <p:spPr/>
        <p:txBody>
          <a:bodyPr>
            <a:normAutofit/>
          </a:bodyPr>
          <a:lstStyle/>
          <a:p>
            <a:pPr>
              <a:buFont typeface="Arial" panose="020B0604020202020204" pitchFamily="34" charset="0"/>
              <a:buChar char="•"/>
            </a:pPr>
            <a:r>
              <a:rPr lang="fr-FR" dirty="0"/>
              <a:t>Dépendance aux technologies étrangères</a:t>
            </a:r>
          </a:p>
          <a:p>
            <a:pPr>
              <a:buFont typeface="Arial" panose="020B0604020202020204" pitchFamily="34" charset="0"/>
              <a:buChar char="•"/>
            </a:pPr>
            <a:r>
              <a:rPr lang="fr-FR" dirty="0"/>
              <a:t>Risques de portes dérobées et sanctions</a:t>
            </a:r>
          </a:p>
          <a:p>
            <a:pPr>
              <a:buFont typeface="Arial" panose="020B0604020202020204" pitchFamily="34" charset="0"/>
              <a:buChar char="•"/>
            </a:pPr>
            <a:r>
              <a:rPr lang="fr-FR" dirty="0"/>
              <a:t>Besoin de </a:t>
            </a:r>
            <a:r>
              <a:rPr lang="fr-FR" b="1" dirty="0"/>
              <a:t>souveraineté numérique</a:t>
            </a:r>
            <a:endParaRPr lang="fr-FR" dirty="0"/>
          </a:p>
          <a:p>
            <a:r>
              <a:rPr lang="fr-FR" b="1" dirty="0"/>
              <a:t>Exemples :</a:t>
            </a:r>
            <a:endParaRPr lang="fr-FR" dirty="0"/>
          </a:p>
          <a:p>
            <a:pPr lvl="1"/>
            <a:r>
              <a:rPr lang="fr-FR" dirty="0"/>
              <a:t>Restrictions sur certains logiciels russes dans l’OTAN</a:t>
            </a:r>
          </a:p>
          <a:p>
            <a:pPr lvl="1"/>
            <a:r>
              <a:rPr lang="fr-FR" dirty="0"/>
              <a:t>Sanctions américaines sur l’export de technologies</a:t>
            </a:r>
          </a:p>
        </p:txBody>
      </p:sp>
    </p:spTree>
    <p:extLst>
      <p:ext uri="{BB962C8B-B14F-4D97-AF65-F5344CB8AC3E}">
        <p14:creationId xmlns:p14="http://schemas.microsoft.com/office/powerpoint/2010/main" val="533238227"/>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B4E22-3CEB-4AC1-93D5-04F99C76FEDA}"/>
              </a:ext>
            </a:extLst>
          </p:cNvPr>
          <p:cNvSpPr>
            <a:spLocks noGrp="1"/>
          </p:cNvSpPr>
          <p:nvPr>
            <p:ph type="title"/>
          </p:nvPr>
        </p:nvSpPr>
        <p:spPr/>
        <p:txBody>
          <a:bodyPr/>
          <a:lstStyle/>
          <a:p>
            <a:r>
              <a:rPr lang="fr-FR" dirty="0"/>
              <a:t>PLAN</a:t>
            </a:r>
          </a:p>
        </p:txBody>
      </p:sp>
      <p:graphicFrame>
        <p:nvGraphicFramePr>
          <p:cNvPr id="6" name="Content Placeholder 5">
            <a:extLst>
              <a:ext uri="{FF2B5EF4-FFF2-40B4-BE49-F238E27FC236}">
                <a16:creationId xmlns:a16="http://schemas.microsoft.com/office/drawing/2014/main" id="{A6B76A32-3430-4267-8894-1D1DE1162CEB}"/>
              </a:ext>
            </a:extLst>
          </p:cNvPr>
          <p:cNvGraphicFramePr>
            <a:graphicFrameLocks noGrp="1"/>
          </p:cNvGraphicFramePr>
          <p:nvPr>
            <p:ph idx="1"/>
            <p:extLst>
              <p:ext uri="{D42A27DB-BD31-4B8C-83A1-F6EECF244321}">
                <p14:modId xmlns:p14="http://schemas.microsoft.com/office/powerpoint/2010/main" val="33317568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8144651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B4E22-3CEB-4AC1-93D5-04F99C76FEDA}"/>
              </a:ext>
            </a:extLst>
          </p:cNvPr>
          <p:cNvSpPr>
            <a:spLocks noGrp="1"/>
          </p:cNvSpPr>
          <p:nvPr>
            <p:ph type="title"/>
          </p:nvPr>
        </p:nvSpPr>
        <p:spPr/>
        <p:txBody>
          <a:bodyPr/>
          <a:lstStyle/>
          <a:p>
            <a:r>
              <a:rPr lang="fr-FR" dirty="0"/>
              <a:t>PLAN</a:t>
            </a:r>
          </a:p>
        </p:txBody>
      </p:sp>
      <p:graphicFrame>
        <p:nvGraphicFramePr>
          <p:cNvPr id="6" name="Content Placeholder 5">
            <a:extLst>
              <a:ext uri="{FF2B5EF4-FFF2-40B4-BE49-F238E27FC236}">
                <a16:creationId xmlns:a16="http://schemas.microsoft.com/office/drawing/2014/main" id="{A6B76A32-3430-4267-8894-1D1DE1162CEB}"/>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9333523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A6B76A32-3430-4267-8894-1D1DE1162CEB}"/>
              </a:ext>
            </a:extLst>
          </p:cNvPr>
          <p:cNvGraphicFramePr>
            <a:graphicFrameLocks noGrp="1"/>
          </p:cNvGraphicFramePr>
          <p:nvPr>
            <p:ph idx="1"/>
            <p:extLst>
              <p:ext uri="{D42A27DB-BD31-4B8C-83A1-F6EECF244321}">
                <p14:modId xmlns:p14="http://schemas.microsoft.com/office/powerpoint/2010/main" val="3213282558"/>
              </p:ext>
            </p:extLst>
          </p:nvPr>
        </p:nvGraphicFramePr>
        <p:xfrm>
          <a:off x="685800" y="342900"/>
          <a:ext cx="10877550" cy="62960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77552493"/>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1770D-88DE-4EC3-B0F2-A4864B7D155C}"/>
              </a:ext>
            </a:extLst>
          </p:cNvPr>
          <p:cNvSpPr>
            <a:spLocks noGrp="1"/>
          </p:cNvSpPr>
          <p:nvPr>
            <p:ph type="title"/>
          </p:nvPr>
        </p:nvSpPr>
        <p:spPr/>
        <p:txBody>
          <a:bodyPr/>
          <a:lstStyle/>
          <a:p>
            <a:r>
              <a:rPr lang="fr-FR" dirty="0"/>
              <a:t>Logiciel libre vs Open Source </a:t>
            </a:r>
          </a:p>
        </p:txBody>
      </p:sp>
      <p:sp>
        <p:nvSpPr>
          <p:cNvPr id="3" name="Content Placeholder 2">
            <a:extLst>
              <a:ext uri="{FF2B5EF4-FFF2-40B4-BE49-F238E27FC236}">
                <a16:creationId xmlns:a16="http://schemas.microsoft.com/office/drawing/2014/main" id="{C2585869-B60F-4DFA-A041-7BA0B5326FF1}"/>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fr-FR" sz="1600" b="1" dirty="0"/>
              <a:t>Logiciel Libre (FS - Free Software) : La Question de la Liberté</a:t>
            </a:r>
            <a:endParaRPr lang="fr-FR" sz="1600" dirty="0"/>
          </a:p>
          <a:p>
            <a:pPr marL="742950" lvl="1" indent="-285750">
              <a:buFont typeface="Arial" panose="020B0604020202020204" pitchFamily="34" charset="0"/>
              <a:buChar char="•"/>
            </a:pPr>
            <a:r>
              <a:rPr lang="fr-FR" sz="1400" dirty="0"/>
              <a:t>Liberté d’utiliser, étudier, modifier, redistribuer (ex. LibreOffice, </a:t>
            </a:r>
            <a:r>
              <a:rPr lang="fr-FR" sz="1400" dirty="0" err="1"/>
              <a:t>GnuPG</a:t>
            </a:r>
            <a:r>
              <a:rPr lang="fr-FR" sz="1400" dirty="0"/>
              <a:t>)</a:t>
            </a:r>
          </a:p>
          <a:p>
            <a:pPr marL="742950" lvl="1" indent="-285750">
              <a:buFont typeface="Arial" panose="020B0604020202020204" pitchFamily="34" charset="0"/>
              <a:buChar char="•"/>
            </a:pPr>
            <a:r>
              <a:rPr lang="fr-FR" sz="1400" b="1" dirty="0"/>
              <a:t>Philosophie :</a:t>
            </a:r>
            <a:r>
              <a:rPr lang="fr-FR" sz="1400" dirty="0"/>
              <a:t> Mouvement de Richard </a:t>
            </a:r>
            <a:r>
              <a:rPr lang="fr-FR" sz="1400" dirty="0" err="1"/>
              <a:t>Stallman</a:t>
            </a:r>
            <a:r>
              <a:rPr lang="fr-FR" sz="1400" dirty="0"/>
              <a:t> (FSF). Met l'accent sur les </a:t>
            </a:r>
            <a:r>
              <a:rPr lang="fr-FR" sz="1400" b="1" dirty="0"/>
              <a:t>quatre libertés</a:t>
            </a:r>
            <a:r>
              <a:rPr lang="fr-FR" sz="1400" dirty="0"/>
              <a:t> de l'utilisateur (utiliser, étudier, modifier, redistribuer).</a:t>
            </a:r>
          </a:p>
          <a:p>
            <a:pPr marL="742950" lvl="1" indent="-285750">
              <a:buFont typeface="Arial" panose="020B0604020202020204" pitchFamily="34" charset="0"/>
              <a:buChar char="•"/>
            </a:pPr>
            <a:r>
              <a:rPr lang="fr-FR" sz="1400" b="1" dirty="0"/>
              <a:t>Priorité Militaire :</a:t>
            </a:r>
            <a:r>
              <a:rPr lang="fr-FR" sz="1400" dirty="0"/>
              <a:t> Essentiel pour la </a:t>
            </a:r>
            <a:r>
              <a:rPr lang="fr-FR" sz="1400" b="1" dirty="0"/>
              <a:t>Souveraineté Éthique</a:t>
            </a:r>
            <a:r>
              <a:rPr lang="fr-FR" sz="1400" dirty="0"/>
              <a:t>. Garantir l'indépendance totale de l'utilisateur face au développeur.</a:t>
            </a:r>
          </a:p>
          <a:p>
            <a:pPr>
              <a:buFont typeface="Arial" panose="020B0604020202020204" pitchFamily="34" charset="0"/>
              <a:buChar char="•"/>
            </a:pPr>
            <a:r>
              <a:rPr lang="fr-FR" sz="1600" b="1" dirty="0"/>
              <a:t>Open Source (OS) : La Question de la Méthode</a:t>
            </a:r>
            <a:endParaRPr lang="fr-FR" sz="1600" dirty="0"/>
          </a:p>
          <a:p>
            <a:pPr marL="742950" lvl="1" indent="-285750">
              <a:buFont typeface="Arial" panose="020B0604020202020204" pitchFamily="34" charset="0"/>
              <a:buChar char="•"/>
            </a:pPr>
            <a:r>
              <a:rPr lang="fr-FR" sz="1400" dirty="0"/>
              <a:t>Code accessible, accent sur collaboration et innovation pratique (ex. </a:t>
            </a:r>
            <a:r>
              <a:rPr lang="fr-FR" sz="1400" dirty="0" err="1"/>
              <a:t>Kubernetes</a:t>
            </a:r>
            <a:r>
              <a:rPr lang="fr-FR" sz="1400" dirty="0"/>
              <a:t>, </a:t>
            </a:r>
            <a:r>
              <a:rPr lang="fr-FR" sz="1400" dirty="0" err="1"/>
              <a:t>TensorFlow</a:t>
            </a:r>
            <a:r>
              <a:rPr lang="fr-FR" sz="1400" dirty="0"/>
              <a:t>)</a:t>
            </a:r>
          </a:p>
          <a:p>
            <a:pPr marL="742950" lvl="1" indent="-285750">
              <a:buFont typeface="Arial" panose="020B0604020202020204" pitchFamily="34" charset="0"/>
              <a:buChar char="•"/>
            </a:pPr>
            <a:r>
              <a:rPr lang="fr-FR" sz="1400" b="1" dirty="0"/>
              <a:t>Philosophie :</a:t>
            </a:r>
            <a:r>
              <a:rPr lang="fr-FR" sz="1400" dirty="0"/>
              <a:t> Terme créé pour des raisons pratiques et commerciales. Met l'accent sur les </a:t>
            </a:r>
            <a:r>
              <a:rPr lang="fr-FR" sz="1400" b="1" dirty="0"/>
              <a:t>avantages techniques</a:t>
            </a:r>
            <a:r>
              <a:rPr lang="fr-FR" sz="1400" dirty="0"/>
              <a:t> du modèle (qualité, collaboration, rapidité de développement).</a:t>
            </a:r>
          </a:p>
          <a:p>
            <a:pPr marL="742950" lvl="1" indent="-285750">
              <a:buFont typeface="Arial" panose="020B0604020202020204" pitchFamily="34" charset="0"/>
              <a:buChar char="•"/>
            </a:pPr>
            <a:r>
              <a:rPr lang="fr-FR" sz="1400" b="1" dirty="0"/>
              <a:t>Priorité Militaire :</a:t>
            </a:r>
            <a:r>
              <a:rPr lang="fr-FR" sz="1400" dirty="0"/>
              <a:t> Essentiel pour la </a:t>
            </a:r>
            <a:r>
              <a:rPr lang="fr-FR" sz="1400" b="1" dirty="0"/>
              <a:t>Sécurité et l'Agilité</a:t>
            </a:r>
            <a:r>
              <a:rPr lang="fr-FR" sz="1400" dirty="0"/>
              <a:t>. Le code ouvert permet une meilleure qualité et des corrections plus rapides.</a:t>
            </a:r>
          </a:p>
          <a:p>
            <a:pPr>
              <a:buFont typeface="Arial" panose="020B0604020202020204" pitchFamily="34" charset="0"/>
              <a:buChar char="•"/>
            </a:pPr>
            <a:r>
              <a:rPr lang="fr-FR" sz="1600" b="1" dirty="0"/>
              <a:t>Conclusion :</a:t>
            </a:r>
            <a:r>
              <a:rPr lang="fr-FR" sz="1600" dirty="0"/>
              <a:t> Dans la Défense, nous recherchons le </a:t>
            </a:r>
            <a:r>
              <a:rPr lang="fr-FR" sz="1600" b="1" dirty="0"/>
              <a:t>meilleur des deux</a:t>
            </a:r>
            <a:r>
              <a:rPr lang="fr-FR" sz="1600" dirty="0"/>
              <a:t> : la </a:t>
            </a:r>
            <a:r>
              <a:rPr lang="fr-FR" sz="1600" b="1" dirty="0"/>
              <a:t>liberté</a:t>
            </a:r>
            <a:r>
              <a:rPr lang="fr-FR" sz="1600" dirty="0"/>
              <a:t> (pour l'autonomie) et la </a:t>
            </a:r>
            <a:r>
              <a:rPr lang="fr-FR" sz="1600" b="1" dirty="0"/>
              <a:t>méthode ouverte</a:t>
            </a:r>
            <a:r>
              <a:rPr lang="fr-FR" sz="1600" dirty="0"/>
              <a:t> (pour la sécurité).</a:t>
            </a:r>
          </a:p>
        </p:txBody>
      </p:sp>
    </p:spTree>
    <p:extLst>
      <p:ext uri="{BB962C8B-B14F-4D97-AF65-F5344CB8AC3E}">
        <p14:creationId xmlns:p14="http://schemas.microsoft.com/office/powerpoint/2010/main" val="318651975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ogiciel libre → Définition, principes &amp; exemples | Facem Web">
            <a:extLst>
              <a:ext uri="{FF2B5EF4-FFF2-40B4-BE49-F238E27FC236}">
                <a16:creationId xmlns:a16="http://schemas.microsoft.com/office/drawing/2014/main" id="{4F232A64-F008-49F9-B2A9-C148F9812E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0"/>
            <a:ext cx="10287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361857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A6B76A32-3430-4267-8894-1D1DE1162CEB}"/>
              </a:ext>
            </a:extLst>
          </p:cNvPr>
          <p:cNvGraphicFramePr>
            <a:graphicFrameLocks noGrp="1"/>
          </p:cNvGraphicFramePr>
          <p:nvPr>
            <p:ph idx="1"/>
            <p:extLst>
              <p:ext uri="{D42A27DB-BD31-4B8C-83A1-F6EECF244321}">
                <p14:modId xmlns:p14="http://schemas.microsoft.com/office/powerpoint/2010/main" val="2179664290"/>
              </p:ext>
            </p:extLst>
          </p:nvPr>
        </p:nvGraphicFramePr>
        <p:xfrm>
          <a:off x="685800" y="342900"/>
          <a:ext cx="10877550" cy="62960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172761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Licence open source : définition, copyleft et logiciel libre">
            <a:extLst>
              <a:ext uri="{FF2B5EF4-FFF2-40B4-BE49-F238E27FC236}">
                <a16:creationId xmlns:a16="http://schemas.microsoft.com/office/drawing/2014/main" id="{4B4B35DC-4CE2-404E-81D3-26A552D15E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33350"/>
            <a:ext cx="9753600" cy="659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944717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Les avantages d'une plateforme big data open source versus les solutions  propriétaires - Saagie">
            <a:extLst>
              <a:ext uri="{FF2B5EF4-FFF2-40B4-BE49-F238E27FC236}">
                <a16:creationId xmlns:a16="http://schemas.microsoft.com/office/drawing/2014/main" id="{58CB78CC-C48D-4C65-8766-F5564A1C4C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949" y="0"/>
            <a:ext cx="10706101" cy="6691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534623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1FAAB-C231-442C-837A-7262F694AA1B}"/>
              </a:ext>
            </a:extLst>
          </p:cNvPr>
          <p:cNvSpPr>
            <a:spLocks noGrp="1"/>
          </p:cNvSpPr>
          <p:nvPr>
            <p:ph type="title"/>
          </p:nvPr>
        </p:nvSpPr>
        <p:spPr/>
        <p:txBody>
          <a:bodyPr/>
          <a:lstStyle/>
          <a:p>
            <a:r>
              <a:rPr lang="fr-FR" dirty="0"/>
              <a:t>Open source : moteur d’innovation</a:t>
            </a:r>
          </a:p>
        </p:txBody>
      </p:sp>
      <p:sp>
        <p:nvSpPr>
          <p:cNvPr id="3" name="Content Placeholder 2">
            <a:extLst>
              <a:ext uri="{FF2B5EF4-FFF2-40B4-BE49-F238E27FC236}">
                <a16:creationId xmlns:a16="http://schemas.microsoft.com/office/drawing/2014/main" id="{B4DC0C4A-2102-4DD7-BDB8-0914CC9B2DB1}"/>
              </a:ext>
            </a:extLst>
          </p:cNvPr>
          <p:cNvSpPr>
            <a:spLocks noGrp="1"/>
          </p:cNvSpPr>
          <p:nvPr>
            <p:ph idx="1"/>
          </p:nvPr>
        </p:nvSpPr>
        <p:spPr/>
        <p:txBody>
          <a:bodyPr>
            <a:normAutofit/>
          </a:bodyPr>
          <a:lstStyle/>
          <a:p>
            <a:pPr>
              <a:buFont typeface="Arial" panose="020B0604020202020204" pitchFamily="34" charset="0"/>
              <a:buChar char="•"/>
            </a:pPr>
            <a:r>
              <a:rPr lang="fr-FR" dirty="0"/>
              <a:t>Collaboration mondiale = innovation rapide</a:t>
            </a:r>
          </a:p>
          <a:p>
            <a:pPr>
              <a:buFont typeface="Arial" panose="020B0604020202020204" pitchFamily="34" charset="0"/>
              <a:buChar char="•"/>
            </a:pPr>
            <a:r>
              <a:rPr lang="fr-FR" dirty="0"/>
              <a:t>Communautés réactives face aux menaces</a:t>
            </a:r>
          </a:p>
          <a:p>
            <a:pPr>
              <a:buFont typeface="Arial" panose="020B0604020202020204" pitchFamily="34" charset="0"/>
              <a:buChar char="•"/>
            </a:pPr>
            <a:r>
              <a:rPr lang="fr-FR" dirty="0"/>
              <a:t>Mutualisation R&amp;D pour défense</a:t>
            </a:r>
          </a:p>
          <a:p>
            <a:r>
              <a:rPr lang="fr-FR" b="1" dirty="0"/>
              <a:t>Exemples :</a:t>
            </a:r>
            <a:endParaRPr lang="fr-FR" dirty="0"/>
          </a:p>
          <a:p>
            <a:pPr lvl="1"/>
            <a:r>
              <a:rPr lang="fr-FR" dirty="0" err="1"/>
              <a:t>TensorFlow</a:t>
            </a:r>
            <a:r>
              <a:rPr lang="fr-FR" dirty="0"/>
              <a:t> et </a:t>
            </a:r>
            <a:r>
              <a:rPr lang="fr-FR" dirty="0" err="1"/>
              <a:t>PyTorch</a:t>
            </a:r>
            <a:r>
              <a:rPr lang="fr-FR" dirty="0"/>
              <a:t> pour IA</a:t>
            </a:r>
          </a:p>
          <a:p>
            <a:pPr lvl="1"/>
            <a:r>
              <a:rPr lang="fr-FR" dirty="0" err="1"/>
              <a:t>Suricata</a:t>
            </a:r>
            <a:r>
              <a:rPr lang="fr-FR" dirty="0"/>
              <a:t>, </a:t>
            </a:r>
            <a:r>
              <a:rPr lang="fr-FR" dirty="0" err="1"/>
              <a:t>Zeek</a:t>
            </a:r>
            <a:r>
              <a:rPr lang="fr-FR" dirty="0"/>
              <a:t> pour cybersécurité</a:t>
            </a:r>
          </a:p>
          <a:p>
            <a:endParaRPr lang="fr-FR" dirty="0"/>
          </a:p>
        </p:txBody>
      </p:sp>
    </p:spTree>
    <p:extLst>
      <p:ext uri="{BB962C8B-B14F-4D97-AF65-F5344CB8AC3E}">
        <p14:creationId xmlns:p14="http://schemas.microsoft.com/office/powerpoint/2010/main" val="4090868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1770D-88DE-4EC3-B0F2-A4864B7D155C}"/>
              </a:ext>
            </a:extLst>
          </p:cNvPr>
          <p:cNvSpPr>
            <a:spLocks noGrp="1"/>
          </p:cNvSpPr>
          <p:nvPr>
            <p:ph type="title"/>
          </p:nvPr>
        </p:nvSpPr>
        <p:spPr/>
        <p:txBody>
          <a:bodyPr/>
          <a:lstStyle/>
          <a:p>
            <a:r>
              <a:rPr lang="fr-FR" dirty="0"/>
              <a:t>Souveraineté numérique : un enjeu stratégique</a:t>
            </a:r>
          </a:p>
        </p:txBody>
      </p:sp>
      <p:sp>
        <p:nvSpPr>
          <p:cNvPr id="3" name="Content Placeholder 2">
            <a:extLst>
              <a:ext uri="{FF2B5EF4-FFF2-40B4-BE49-F238E27FC236}">
                <a16:creationId xmlns:a16="http://schemas.microsoft.com/office/drawing/2014/main" id="{C2585869-B60F-4DFA-A041-7BA0B5326FF1}"/>
              </a:ext>
            </a:extLst>
          </p:cNvPr>
          <p:cNvSpPr>
            <a:spLocks noGrp="1"/>
          </p:cNvSpPr>
          <p:nvPr>
            <p:ph idx="1"/>
          </p:nvPr>
        </p:nvSpPr>
        <p:spPr/>
        <p:txBody>
          <a:bodyPr>
            <a:normAutofit/>
          </a:bodyPr>
          <a:lstStyle/>
          <a:p>
            <a:pPr>
              <a:buFont typeface="Arial" panose="020B0604020202020204" pitchFamily="34" charset="0"/>
              <a:buChar char="•"/>
            </a:pPr>
            <a:r>
              <a:rPr lang="fr-FR" sz="1800" dirty="0"/>
              <a:t>Maîtriser le code = contrôle stratégique</a:t>
            </a:r>
          </a:p>
          <a:p>
            <a:pPr>
              <a:buFont typeface="Arial" panose="020B0604020202020204" pitchFamily="34" charset="0"/>
              <a:buChar char="•"/>
            </a:pPr>
            <a:r>
              <a:rPr lang="fr-FR" sz="1800" dirty="0"/>
              <a:t>Éviter dépendance technologique et chantage économique</a:t>
            </a:r>
          </a:p>
          <a:p>
            <a:pPr>
              <a:buFont typeface="Arial" panose="020B0604020202020204" pitchFamily="34" charset="0"/>
              <a:buChar char="•"/>
            </a:pPr>
            <a:r>
              <a:rPr lang="fr-FR" sz="1800" dirty="0"/>
              <a:t>Auditer et adapter ses systèmes critiques</a:t>
            </a:r>
          </a:p>
          <a:p>
            <a:r>
              <a:rPr lang="fr-FR" sz="1800" b="1" dirty="0"/>
              <a:t>Exemples :</a:t>
            </a:r>
            <a:endParaRPr lang="fr-FR" sz="1800" dirty="0"/>
          </a:p>
          <a:p>
            <a:pPr lvl="1"/>
            <a:r>
              <a:rPr lang="fr-FR" sz="1400" dirty="0"/>
              <a:t>France : adoption de LibreOffice pour postes sensibles</a:t>
            </a:r>
          </a:p>
          <a:p>
            <a:pPr lvl="1"/>
            <a:r>
              <a:rPr lang="fr-FR" sz="1400" dirty="0"/>
              <a:t>Inde : système d’exploitation souverain BOSS</a:t>
            </a:r>
          </a:p>
        </p:txBody>
      </p:sp>
    </p:spTree>
    <p:extLst>
      <p:ext uri="{BB962C8B-B14F-4D97-AF65-F5344CB8AC3E}">
        <p14:creationId xmlns:p14="http://schemas.microsoft.com/office/powerpoint/2010/main" val="96906951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A0D43-40B7-4FC6-BABC-48E2162D1DA2}"/>
              </a:ext>
            </a:extLst>
          </p:cNvPr>
          <p:cNvSpPr>
            <a:spLocks noGrp="1"/>
          </p:cNvSpPr>
          <p:nvPr>
            <p:ph type="title"/>
          </p:nvPr>
        </p:nvSpPr>
        <p:spPr/>
        <p:txBody>
          <a:bodyPr/>
          <a:lstStyle/>
          <a:p>
            <a:r>
              <a:rPr lang="fr-FR" dirty="0"/>
              <a:t>Agilité Opérationnelle et Réactivité</a:t>
            </a:r>
          </a:p>
        </p:txBody>
      </p:sp>
      <p:sp>
        <p:nvSpPr>
          <p:cNvPr id="3" name="Content Placeholder 2">
            <a:extLst>
              <a:ext uri="{FF2B5EF4-FFF2-40B4-BE49-F238E27FC236}">
                <a16:creationId xmlns:a16="http://schemas.microsoft.com/office/drawing/2014/main" id="{380182BF-716B-493A-B436-5153C127D87E}"/>
              </a:ext>
            </a:extLst>
          </p:cNvPr>
          <p:cNvSpPr>
            <a:spLocks noGrp="1"/>
          </p:cNvSpPr>
          <p:nvPr>
            <p:ph idx="1"/>
          </p:nvPr>
        </p:nvSpPr>
        <p:spPr/>
        <p:txBody>
          <a:bodyPr>
            <a:normAutofit lnSpcReduction="10000"/>
          </a:bodyPr>
          <a:lstStyle/>
          <a:p>
            <a:r>
              <a:rPr lang="fr-FR" dirty="0"/>
              <a:t>L'Urgence : Face à une faille </a:t>
            </a:r>
            <a:r>
              <a:rPr lang="fr-FR" dirty="0" err="1"/>
              <a:t>Zero</a:t>
            </a:r>
            <a:r>
              <a:rPr lang="fr-FR" dirty="0"/>
              <a:t>-Day (exploitable non publiée), l'attente du patch d'un éditeur étranger est un risque opérationnel inacceptable.</a:t>
            </a:r>
          </a:p>
          <a:p>
            <a:r>
              <a:rPr lang="fr-FR" dirty="0"/>
              <a:t>La Solution OS : Nos équipes de cyberdéfense ont l'autorisation légale et la capacité technique de créer et déployer un correctif d'urgence en quelques heures seulement. L'Armée reprend l'initiative dans le cyberespace.</a:t>
            </a:r>
          </a:p>
        </p:txBody>
      </p:sp>
    </p:spTree>
    <p:extLst>
      <p:ext uri="{BB962C8B-B14F-4D97-AF65-F5344CB8AC3E}">
        <p14:creationId xmlns:p14="http://schemas.microsoft.com/office/powerpoint/2010/main" val="1515727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A6B76A32-3430-4267-8894-1D1DE1162CEB}"/>
              </a:ext>
            </a:extLst>
          </p:cNvPr>
          <p:cNvGraphicFramePr>
            <a:graphicFrameLocks noGrp="1"/>
          </p:cNvGraphicFramePr>
          <p:nvPr>
            <p:ph idx="1"/>
            <p:extLst>
              <p:ext uri="{D42A27DB-BD31-4B8C-83A1-F6EECF244321}">
                <p14:modId xmlns:p14="http://schemas.microsoft.com/office/powerpoint/2010/main" val="1162916347"/>
              </p:ext>
            </p:extLst>
          </p:nvPr>
        </p:nvGraphicFramePr>
        <p:xfrm>
          <a:off x="685800" y="342900"/>
          <a:ext cx="10877550" cy="62960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66364399"/>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059D2-2FC5-405D-B2B0-F3EFA4576CBC}"/>
              </a:ext>
            </a:extLst>
          </p:cNvPr>
          <p:cNvSpPr>
            <a:spLocks noGrp="1"/>
          </p:cNvSpPr>
          <p:nvPr>
            <p:ph type="title"/>
          </p:nvPr>
        </p:nvSpPr>
        <p:spPr/>
        <p:txBody>
          <a:bodyPr/>
          <a:lstStyle/>
          <a:p>
            <a:r>
              <a:rPr lang="fr-FR" dirty="0"/>
              <a:t>La collaboration comme arme stratégique</a:t>
            </a:r>
          </a:p>
        </p:txBody>
      </p:sp>
      <p:sp>
        <p:nvSpPr>
          <p:cNvPr id="3" name="Content Placeholder 2">
            <a:extLst>
              <a:ext uri="{FF2B5EF4-FFF2-40B4-BE49-F238E27FC236}">
                <a16:creationId xmlns:a16="http://schemas.microsoft.com/office/drawing/2014/main" id="{EC2FD21A-2CA6-489B-9AE4-9224FD2C9C01}"/>
              </a:ext>
            </a:extLst>
          </p:cNvPr>
          <p:cNvSpPr>
            <a:spLocks noGrp="1"/>
          </p:cNvSpPr>
          <p:nvPr>
            <p:ph idx="1"/>
          </p:nvPr>
        </p:nvSpPr>
        <p:spPr/>
        <p:txBody>
          <a:bodyPr>
            <a:normAutofit/>
          </a:bodyPr>
          <a:lstStyle/>
          <a:p>
            <a:pPr>
              <a:buFont typeface="Arial" panose="020B0604020202020204" pitchFamily="34" charset="0"/>
              <a:buChar char="•"/>
            </a:pPr>
            <a:r>
              <a:rPr lang="fr-FR" dirty="0"/>
              <a:t>Mutualisation de la connaissance</a:t>
            </a:r>
          </a:p>
          <a:p>
            <a:pPr>
              <a:buFont typeface="Arial" panose="020B0604020202020204" pitchFamily="34" charset="0"/>
              <a:buChar char="•"/>
            </a:pPr>
            <a:r>
              <a:rPr lang="fr-FR" dirty="0"/>
              <a:t>Coopération interalliée (OTAN, UE)</a:t>
            </a:r>
          </a:p>
          <a:p>
            <a:pPr>
              <a:buFont typeface="Arial" panose="020B0604020202020204" pitchFamily="34" charset="0"/>
              <a:buChar char="•"/>
            </a:pPr>
            <a:r>
              <a:rPr lang="fr-FR" dirty="0"/>
              <a:t>Influence technologique et diplomatie numérique</a:t>
            </a:r>
          </a:p>
          <a:p>
            <a:r>
              <a:rPr lang="fr-FR" b="1" dirty="0"/>
              <a:t>Exemples :</a:t>
            </a:r>
            <a:endParaRPr lang="fr-FR" dirty="0"/>
          </a:p>
          <a:p>
            <a:pPr lvl="1"/>
            <a:r>
              <a:rPr lang="fr-FR" dirty="0"/>
              <a:t>OTAN : projets open source pour interopérabilité</a:t>
            </a:r>
          </a:p>
          <a:p>
            <a:pPr lvl="1"/>
            <a:r>
              <a:rPr lang="fr-FR" dirty="0"/>
              <a:t>Code.mil aux États-Unis : plateforme collaborative</a:t>
            </a:r>
          </a:p>
          <a:p>
            <a:endParaRPr lang="fr-FR" dirty="0"/>
          </a:p>
        </p:txBody>
      </p:sp>
    </p:spTree>
    <p:extLst>
      <p:ext uri="{BB962C8B-B14F-4D97-AF65-F5344CB8AC3E}">
        <p14:creationId xmlns:p14="http://schemas.microsoft.com/office/powerpoint/2010/main" val="1658388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2F6AD8F-1DB2-4CA8-8191-3A0EE1E1924D}"/>
              </a:ext>
            </a:extLst>
          </p:cNvPr>
          <p:cNvPicPr>
            <a:picLocks noChangeAspect="1"/>
          </p:cNvPicPr>
          <p:nvPr/>
        </p:nvPicPr>
        <p:blipFill>
          <a:blip r:embed="rId2"/>
          <a:stretch>
            <a:fillRect/>
          </a:stretch>
        </p:blipFill>
        <p:spPr>
          <a:xfrm>
            <a:off x="3458787" y="0"/>
            <a:ext cx="5274425" cy="6858000"/>
          </a:xfrm>
          <a:prstGeom prst="rect">
            <a:avLst/>
          </a:prstGeom>
        </p:spPr>
      </p:pic>
    </p:spTree>
    <p:extLst>
      <p:ext uri="{BB962C8B-B14F-4D97-AF65-F5344CB8AC3E}">
        <p14:creationId xmlns:p14="http://schemas.microsoft.com/office/powerpoint/2010/main" val="12822178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EA8A8-B79E-4503-B7EA-D3A0C9DFC59D}"/>
              </a:ext>
            </a:extLst>
          </p:cNvPr>
          <p:cNvSpPr>
            <a:spLocks noGrp="1"/>
          </p:cNvSpPr>
          <p:nvPr>
            <p:ph type="title"/>
          </p:nvPr>
        </p:nvSpPr>
        <p:spPr/>
        <p:txBody>
          <a:bodyPr/>
          <a:lstStyle/>
          <a:p>
            <a:r>
              <a:rPr lang="fr-FR" dirty="0"/>
              <a:t>Open Source et Systèmes d’Information de Commandement (SIC)</a:t>
            </a:r>
          </a:p>
        </p:txBody>
      </p:sp>
      <p:sp>
        <p:nvSpPr>
          <p:cNvPr id="3" name="Content Placeholder 2">
            <a:extLst>
              <a:ext uri="{FF2B5EF4-FFF2-40B4-BE49-F238E27FC236}">
                <a16:creationId xmlns:a16="http://schemas.microsoft.com/office/drawing/2014/main" id="{877A9883-E4F1-4F84-99EA-2EAE4CCF6154}"/>
              </a:ext>
            </a:extLst>
          </p:cNvPr>
          <p:cNvSpPr>
            <a:spLocks noGrp="1"/>
          </p:cNvSpPr>
          <p:nvPr>
            <p:ph idx="1"/>
          </p:nvPr>
        </p:nvSpPr>
        <p:spPr/>
        <p:txBody>
          <a:bodyPr>
            <a:normAutofit/>
          </a:bodyPr>
          <a:lstStyle/>
          <a:p>
            <a:pPr>
              <a:buFont typeface="Arial" panose="020B0604020202020204" pitchFamily="34" charset="0"/>
              <a:buChar char="•"/>
            </a:pPr>
            <a:r>
              <a:rPr lang="fr-FR" dirty="0"/>
              <a:t>Architecture ouverte pour capteurs et réseaux</a:t>
            </a:r>
          </a:p>
          <a:p>
            <a:pPr>
              <a:buFont typeface="Arial" panose="020B0604020202020204" pitchFamily="34" charset="0"/>
              <a:buChar char="•"/>
            </a:pPr>
            <a:r>
              <a:rPr lang="fr-FR" dirty="0"/>
              <a:t>Logiciels open pour cartographie, analyse, communication</a:t>
            </a:r>
          </a:p>
          <a:p>
            <a:pPr>
              <a:buFont typeface="Arial" panose="020B0604020202020204" pitchFamily="34" charset="0"/>
              <a:buChar char="•"/>
            </a:pPr>
            <a:r>
              <a:rPr lang="fr-FR" dirty="0"/>
              <a:t>Interopérabilité avec normes OTAN (STANAG)</a:t>
            </a:r>
          </a:p>
          <a:p>
            <a:r>
              <a:rPr lang="fr-FR" b="1" dirty="0"/>
              <a:t>Exemples :</a:t>
            </a:r>
            <a:endParaRPr lang="fr-FR" dirty="0"/>
          </a:p>
          <a:p>
            <a:pPr lvl="1"/>
            <a:r>
              <a:rPr lang="fr-FR" dirty="0"/>
              <a:t>QGIS pour cartographie militaire</a:t>
            </a:r>
          </a:p>
          <a:p>
            <a:pPr lvl="1"/>
            <a:r>
              <a:rPr lang="fr-FR" dirty="0"/>
              <a:t>Apache Kafka pour bus de données temps réel</a:t>
            </a:r>
          </a:p>
          <a:p>
            <a:endParaRPr lang="fr-FR" dirty="0"/>
          </a:p>
        </p:txBody>
      </p:sp>
    </p:spTree>
    <p:extLst>
      <p:ext uri="{BB962C8B-B14F-4D97-AF65-F5344CB8AC3E}">
        <p14:creationId xmlns:p14="http://schemas.microsoft.com/office/powerpoint/2010/main" val="1814757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BA0CCC-8CAE-4B5A-B8DA-5576C0E1A77A}"/>
              </a:ext>
            </a:extLst>
          </p:cNvPr>
          <p:cNvSpPr>
            <a:spLocks noGrp="1"/>
          </p:cNvSpPr>
          <p:nvPr>
            <p:ph idx="1"/>
          </p:nvPr>
        </p:nvSpPr>
        <p:spPr>
          <a:xfrm>
            <a:off x="714375" y="1253331"/>
            <a:ext cx="10515600" cy="4351338"/>
          </a:xfrm>
        </p:spPr>
        <p:txBody>
          <a:bodyPr>
            <a:normAutofit fontScale="70000" lnSpcReduction="20000"/>
          </a:bodyPr>
          <a:lstStyle/>
          <a:p>
            <a:r>
              <a:rPr lang="fr-FR" dirty="0"/>
              <a:t>Systèmes d'Exploitation Critiques : Linux (noyau) et ses distributions sécurisées pour les serveurs centraux et les systèmes embarqués (drones, radars, véhicules).</a:t>
            </a:r>
          </a:p>
          <a:p>
            <a:r>
              <a:rPr lang="fr-FR" dirty="0"/>
              <a:t>Cybersécurité et Audit : Outils comme Wireshark (analyse de réseau), </a:t>
            </a:r>
            <a:r>
              <a:rPr lang="fr-FR" dirty="0" err="1"/>
              <a:t>Nmap</a:t>
            </a:r>
            <a:r>
              <a:rPr lang="fr-FR" dirty="0"/>
              <a:t> (scanner de ports) et distributions comme Kali Linux sont la base de la formation des cyber-combattants.</a:t>
            </a:r>
          </a:p>
          <a:p>
            <a:r>
              <a:rPr lang="fr-FR" dirty="0"/>
              <a:t>Bases de Données : PostgreSQL ou </a:t>
            </a:r>
            <a:r>
              <a:rPr lang="fr-FR" dirty="0" err="1"/>
              <a:t>MariaDB</a:t>
            </a:r>
            <a:r>
              <a:rPr lang="fr-FR" dirty="0"/>
              <a:t> sont utilisés pour stocker les informations critiques de la logistique et du renseignement, offrant résilience et confidentialité.</a:t>
            </a:r>
          </a:p>
          <a:p>
            <a:r>
              <a:rPr lang="fr-FR" dirty="0"/>
              <a:t>Cartographie Tactique : QGIS (SIG libre) permet de construire des cartes personnalisées et d'y intégrer des couches de données classifiées nationales.</a:t>
            </a:r>
          </a:p>
        </p:txBody>
      </p:sp>
    </p:spTree>
    <p:extLst>
      <p:ext uri="{BB962C8B-B14F-4D97-AF65-F5344CB8AC3E}">
        <p14:creationId xmlns:p14="http://schemas.microsoft.com/office/powerpoint/2010/main" val="1863610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EA8A8-B79E-4503-B7EA-D3A0C9DFC59D}"/>
              </a:ext>
            </a:extLst>
          </p:cNvPr>
          <p:cNvSpPr>
            <a:spLocks noGrp="1"/>
          </p:cNvSpPr>
          <p:nvPr>
            <p:ph type="title"/>
          </p:nvPr>
        </p:nvSpPr>
        <p:spPr/>
        <p:txBody>
          <a:bodyPr/>
          <a:lstStyle/>
          <a:p>
            <a:r>
              <a:rPr lang="fr-FR" dirty="0"/>
              <a:t>L'Humain au Centre : Former pour Maîtriser le Code</a:t>
            </a:r>
          </a:p>
        </p:txBody>
      </p:sp>
      <p:sp>
        <p:nvSpPr>
          <p:cNvPr id="3" name="Content Placeholder 2">
            <a:extLst>
              <a:ext uri="{FF2B5EF4-FFF2-40B4-BE49-F238E27FC236}">
                <a16:creationId xmlns:a16="http://schemas.microsoft.com/office/drawing/2014/main" id="{877A9883-E4F1-4F84-99EA-2EAE4CCF6154}"/>
              </a:ext>
            </a:extLst>
          </p:cNvPr>
          <p:cNvSpPr>
            <a:spLocks noGrp="1"/>
          </p:cNvSpPr>
          <p:nvPr>
            <p:ph idx="1"/>
          </p:nvPr>
        </p:nvSpPr>
        <p:spPr/>
        <p:txBody>
          <a:bodyPr>
            <a:normAutofit/>
          </a:bodyPr>
          <a:lstStyle/>
          <a:p>
            <a:pPr>
              <a:buFont typeface="Arial" panose="020B0604020202020204" pitchFamily="34" charset="0"/>
              <a:buChar char="•"/>
            </a:pPr>
            <a:r>
              <a:rPr lang="fr-FR" b="1" dirty="0"/>
              <a:t>Développement des Compétences :</a:t>
            </a:r>
            <a:r>
              <a:rPr lang="fr-FR" dirty="0"/>
              <a:t> L'OS est un standard. Son adoption force l'investissement dans des </a:t>
            </a:r>
            <a:r>
              <a:rPr lang="fr-FR" b="1" dirty="0"/>
              <a:t>compétences internes d'ingénierie logicielle</a:t>
            </a:r>
            <a:r>
              <a:rPr lang="fr-FR" dirty="0"/>
              <a:t> (audit, modification, développement), garantissant le maintien de l'expertise au sein des forces.</a:t>
            </a:r>
          </a:p>
          <a:p>
            <a:pPr>
              <a:buFont typeface="Arial" panose="020B0604020202020204" pitchFamily="34" charset="0"/>
              <a:buChar char="•"/>
            </a:pPr>
            <a:r>
              <a:rPr lang="fr-FR" b="1" dirty="0"/>
              <a:t>La Doctrine :</a:t>
            </a:r>
            <a:r>
              <a:rPr lang="fr-FR" dirty="0"/>
              <a:t> Adopter l'OS, c'est adopter une culture de la </a:t>
            </a:r>
            <a:r>
              <a:rPr lang="fr-FR" b="1" dirty="0"/>
              <a:t>transparence contrôlée</a:t>
            </a:r>
            <a:r>
              <a:rPr lang="fr-FR" dirty="0"/>
              <a:t> et de l'amélioration continue du code.</a:t>
            </a:r>
          </a:p>
        </p:txBody>
      </p:sp>
    </p:spTree>
    <p:extLst>
      <p:ext uri="{BB962C8B-B14F-4D97-AF65-F5344CB8AC3E}">
        <p14:creationId xmlns:p14="http://schemas.microsoft.com/office/powerpoint/2010/main" val="23595962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3F31B-51C8-4DB4-97BE-82C04DF6E114}"/>
              </a:ext>
            </a:extLst>
          </p:cNvPr>
          <p:cNvSpPr>
            <a:spLocks noGrp="1"/>
          </p:cNvSpPr>
          <p:nvPr>
            <p:ph type="title"/>
          </p:nvPr>
        </p:nvSpPr>
        <p:spPr/>
        <p:txBody>
          <a:bodyPr/>
          <a:lstStyle/>
          <a:p>
            <a:r>
              <a:rPr lang="fr-FR" dirty="0"/>
              <a:t>Cybersécurité : open source comme bouclier</a:t>
            </a:r>
          </a:p>
        </p:txBody>
      </p:sp>
      <p:sp>
        <p:nvSpPr>
          <p:cNvPr id="3" name="Content Placeholder 2">
            <a:extLst>
              <a:ext uri="{FF2B5EF4-FFF2-40B4-BE49-F238E27FC236}">
                <a16:creationId xmlns:a16="http://schemas.microsoft.com/office/drawing/2014/main" id="{27FC508E-6A4D-4815-8676-D4F73DF4E96D}"/>
              </a:ext>
            </a:extLst>
          </p:cNvPr>
          <p:cNvSpPr>
            <a:spLocks noGrp="1"/>
          </p:cNvSpPr>
          <p:nvPr>
            <p:ph idx="1"/>
          </p:nvPr>
        </p:nvSpPr>
        <p:spPr/>
        <p:txBody>
          <a:bodyPr>
            <a:normAutofit/>
          </a:bodyPr>
          <a:lstStyle/>
          <a:p>
            <a:pPr>
              <a:buFont typeface="Arial" panose="020B0604020202020204" pitchFamily="34" charset="0"/>
              <a:buChar char="•"/>
            </a:pPr>
            <a:r>
              <a:rPr lang="fr-FR" dirty="0"/>
              <a:t>Transparence = </a:t>
            </a:r>
            <a:r>
              <a:rPr lang="fr-FR" dirty="0" err="1"/>
              <a:t>auditabilité</a:t>
            </a:r>
            <a:endParaRPr lang="fr-FR" dirty="0"/>
          </a:p>
          <a:p>
            <a:pPr>
              <a:buFont typeface="Arial" panose="020B0604020202020204" pitchFamily="34" charset="0"/>
              <a:buChar char="•"/>
            </a:pPr>
            <a:r>
              <a:rPr lang="fr-FR" dirty="0"/>
              <a:t>SOC open source pour surveillance continue</a:t>
            </a:r>
          </a:p>
          <a:p>
            <a:pPr>
              <a:buFont typeface="Arial" panose="020B0604020202020204" pitchFamily="34" charset="0"/>
              <a:buChar char="•"/>
            </a:pPr>
            <a:r>
              <a:rPr lang="fr-FR" dirty="0"/>
              <a:t>Partage mondial de renseignements sur les menaces</a:t>
            </a:r>
          </a:p>
          <a:p>
            <a:r>
              <a:rPr lang="fr-FR" b="1" dirty="0"/>
              <a:t>Exemples :</a:t>
            </a:r>
            <a:endParaRPr lang="fr-FR" dirty="0"/>
          </a:p>
          <a:p>
            <a:pPr lvl="1"/>
            <a:r>
              <a:rPr lang="fr-FR" dirty="0" err="1"/>
              <a:t>Suricata</a:t>
            </a:r>
            <a:r>
              <a:rPr lang="fr-FR" dirty="0"/>
              <a:t> IDS/IPS dans armées européennes</a:t>
            </a:r>
          </a:p>
          <a:p>
            <a:pPr lvl="1"/>
            <a:r>
              <a:rPr lang="fr-FR" dirty="0" err="1"/>
              <a:t>OpenCTI</a:t>
            </a:r>
            <a:r>
              <a:rPr lang="fr-FR" dirty="0"/>
              <a:t> pour </a:t>
            </a:r>
            <a:r>
              <a:rPr lang="fr-FR" dirty="0" err="1"/>
              <a:t>threat</a:t>
            </a:r>
            <a:r>
              <a:rPr lang="fr-FR" dirty="0"/>
              <a:t> intelligence</a:t>
            </a:r>
          </a:p>
          <a:p>
            <a:endParaRPr lang="fr-FR" dirty="0"/>
          </a:p>
        </p:txBody>
      </p:sp>
    </p:spTree>
    <p:extLst>
      <p:ext uri="{BB962C8B-B14F-4D97-AF65-F5344CB8AC3E}">
        <p14:creationId xmlns:p14="http://schemas.microsoft.com/office/powerpoint/2010/main" val="39067136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A6B76A32-3430-4267-8894-1D1DE1162CEB}"/>
              </a:ext>
            </a:extLst>
          </p:cNvPr>
          <p:cNvGraphicFramePr>
            <a:graphicFrameLocks noGrp="1"/>
          </p:cNvGraphicFramePr>
          <p:nvPr>
            <p:ph idx="1"/>
            <p:extLst>
              <p:ext uri="{D42A27DB-BD31-4B8C-83A1-F6EECF244321}">
                <p14:modId xmlns:p14="http://schemas.microsoft.com/office/powerpoint/2010/main" val="1841323886"/>
              </p:ext>
            </p:extLst>
          </p:nvPr>
        </p:nvGraphicFramePr>
        <p:xfrm>
          <a:off x="685800" y="342900"/>
          <a:ext cx="10877550" cy="62960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11312105"/>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CE1B2-7D62-49DB-9424-A809CC7C207A}"/>
              </a:ext>
            </a:extLst>
          </p:cNvPr>
          <p:cNvSpPr>
            <a:spLocks noGrp="1"/>
          </p:cNvSpPr>
          <p:nvPr>
            <p:ph type="title"/>
          </p:nvPr>
        </p:nvSpPr>
        <p:spPr>
          <a:xfrm>
            <a:off x="838200" y="33337"/>
            <a:ext cx="10515600" cy="1325563"/>
          </a:xfrm>
        </p:spPr>
        <p:txBody>
          <a:bodyPr/>
          <a:lstStyle/>
          <a:p>
            <a:r>
              <a:rPr lang="fr-FR" dirty="0"/>
              <a:t>Santé</a:t>
            </a:r>
          </a:p>
        </p:txBody>
      </p:sp>
      <p:sp>
        <p:nvSpPr>
          <p:cNvPr id="3" name="Content Placeholder 2">
            <a:extLst>
              <a:ext uri="{FF2B5EF4-FFF2-40B4-BE49-F238E27FC236}">
                <a16:creationId xmlns:a16="http://schemas.microsoft.com/office/drawing/2014/main" id="{35E077E1-D0C7-4637-B2C5-53E4072D9AE6}"/>
              </a:ext>
            </a:extLst>
          </p:cNvPr>
          <p:cNvSpPr>
            <a:spLocks noGrp="1"/>
          </p:cNvSpPr>
          <p:nvPr>
            <p:ph idx="1"/>
          </p:nvPr>
        </p:nvSpPr>
        <p:spPr>
          <a:xfrm>
            <a:off x="238125" y="1524000"/>
            <a:ext cx="11115675" cy="5181600"/>
          </a:xfrm>
        </p:spPr>
        <p:txBody>
          <a:bodyPr>
            <a:noAutofit/>
          </a:bodyPr>
          <a:lstStyle/>
          <a:p>
            <a:r>
              <a:rPr lang="fr-FR" sz="3200" dirty="0"/>
              <a:t>Dossiers patients digitaux, surveillance épidémiologique, gestion logistique (médicaments), plateformes de télémédecine.</a:t>
            </a:r>
          </a:p>
        </p:txBody>
      </p:sp>
    </p:spTree>
    <p:extLst>
      <p:ext uri="{BB962C8B-B14F-4D97-AF65-F5344CB8AC3E}">
        <p14:creationId xmlns:p14="http://schemas.microsoft.com/office/powerpoint/2010/main" val="1877212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CE1B2-7D62-49DB-9424-A809CC7C207A}"/>
              </a:ext>
            </a:extLst>
          </p:cNvPr>
          <p:cNvSpPr>
            <a:spLocks noGrp="1"/>
          </p:cNvSpPr>
          <p:nvPr>
            <p:ph type="title"/>
          </p:nvPr>
        </p:nvSpPr>
        <p:spPr>
          <a:xfrm>
            <a:off x="838200" y="33337"/>
            <a:ext cx="10515600" cy="1325563"/>
          </a:xfrm>
        </p:spPr>
        <p:txBody>
          <a:bodyPr/>
          <a:lstStyle/>
          <a:p>
            <a:r>
              <a:rPr lang="fr-FR" dirty="0"/>
              <a:t>Santé</a:t>
            </a:r>
          </a:p>
        </p:txBody>
      </p:sp>
      <p:sp>
        <p:nvSpPr>
          <p:cNvPr id="3" name="Content Placeholder 2">
            <a:extLst>
              <a:ext uri="{FF2B5EF4-FFF2-40B4-BE49-F238E27FC236}">
                <a16:creationId xmlns:a16="http://schemas.microsoft.com/office/drawing/2014/main" id="{35E077E1-D0C7-4637-B2C5-53E4072D9AE6}"/>
              </a:ext>
            </a:extLst>
          </p:cNvPr>
          <p:cNvSpPr>
            <a:spLocks noGrp="1"/>
          </p:cNvSpPr>
          <p:nvPr>
            <p:ph idx="1"/>
          </p:nvPr>
        </p:nvSpPr>
        <p:spPr>
          <a:xfrm>
            <a:off x="238125" y="1524000"/>
            <a:ext cx="11115675" cy="5181600"/>
          </a:xfrm>
        </p:spPr>
        <p:txBody>
          <a:bodyPr>
            <a:noAutofit/>
          </a:bodyPr>
          <a:lstStyle/>
          <a:p>
            <a:pPr>
              <a:buFont typeface="Arial" panose="020B0604020202020204" pitchFamily="34" charset="0"/>
              <a:buChar char="•"/>
            </a:pPr>
            <a:r>
              <a:rPr lang="fr-FR" sz="2000" b="1" dirty="0" err="1"/>
              <a:t>OpenMRS</a:t>
            </a:r>
            <a:r>
              <a:rPr lang="fr-FR" sz="2000" dirty="0"/>
              <a:t> — Dossier médical électronique (DME) modulaire, largement déployé en Afrique.</a:t>
            </a:r>
          </a:p>
          <a:p>
            <a:pPr>
              <a:buFont typeface="Arial" panose="020B0604020202020204" pitchFamily="34" charset="0"/>
              <a:buChar char="•"/>
            </a:pPr>
            <a:r>
              <a:rPr lang="fr-FR" sz="2000" b="1" dirty="0"/>
              <a:t>DHIS2</a:t>
            </a:r>
            <a:r>
              <a:rPr lang="fr-FR" sz="2000" dirty="0"/>
              <a:t> — Collecte et agrégation des données de santé publique, suivi </a:t>
            </a:r>
            <a:r>
              <a:rPr lang="fr-FR" sz="2000" dirty="0" err="1"/>
              <a:t>épidémio</a:t>
            </a:r>
            <a:r>
              <a:rPr lang="fr-FR" sz="2000" dirty="0"/>
              <a:t>, rapports nationaux.</a:t>
            </a:r>
          </a:p>
          <a:p>
            <a:pPr>
              <a:buFont typeface="Arial" panose="020B0604020202020204" pitchFamily="34" charset="0"/>
              <a:buChar char="•"/>
            </a:pPr>
            <a:r>
              <a:rPr lang="fr-FR" sz="2000" b="1" dirty="0" err="1"/>
              <a:t>OpenHIE</a:t>
            </a:r>
            <a:r>
              <a:rPr lang="fr-FR" sz="2000" b="1" dirty="0"/>
              <a:t> (architecture)</a:t>
            </a:r>
            <a:r>
              <a:rPr lang="fr-FR" sz="2000" dirty="0"/>
              <a:t> — interopérabilité entre systèmes (laboratoires, vaccination, DME).</a:t>
            </a:r>
          </a:p>
          <a:p>
            <a:pPr>
              <a:buFont typeface="Arial" panose="020B0604020202020204" pitchFamily="34" charset="0"/>
              <a:buChar char="•"/>
            </a:pPr>
            <a:r>
              <a:rPr lang="fr-FR" sz="2000" b="1" dirty="0" err="1"/>
              <a:t>OpenEMR</a:t>
            </a:r>
            <a:r>
              <a:rPr lang="fr-FR" sz="2000" b="1" dirty="0"/>
              <a:t> / </a:t>
            </a:r>
            <a:r>
              <a:rPr lang="fr-FR" sz="2000" b="1" dirty="0" err="1"/>
              <a:t>Bahmni</a:t>
            </a:r>
            <a:r>
              <a:rPr lang="fr-FR" sz="2000" dirty="0"/>
              <a:t> — alternative DME + gestion clinique et hospitalière.</a:t>
            </a:r>
            <a:br>
              <a:rPr lang="fr-FR" sz="2000" dirty="0"/>
            </a:br>
            <a:r>
              <a:rPr lang="fr-FR" sz="2000" b="1" dirty="0"/>
              <a:t>Cas pratiques pilotes</a:t>
            </a:r>
            <a:endParaRPr lang="fr-FR" sz="2000" dirty="0"/>
          </a:p>
          <a:p>
            <a:pPr>
              <a:buFont typeface="Arial" panose="020B0604020202020204" pitchFamily="34" charset="0"/>
              <a:buChar char="•"/>
            </a:pPr>
            <a:r>
              <a:rPr lang="fr-FR" sz="2000" dirty="0"/>
              <a:t>Hôpital régional : déployer </a:t>
            </a:r>
            <a:r>
              <a:rPr lang="fr-FR" sz="2000" dirty="0" err="1"/>
              <a:t>OpenMRS</a:t>
            </a:r>
            <a:r>
              <a:rPr lang="fr-FR" sz="2000" dirty="0"/>
              <a:t> + intégration DHIS2 pour remontée des données.</a:t>
            </a:r>
          </a:p>
          <a:p>
            <a:pPr>
              <a:buFont typeface="Arial" panose="020B0604020202020204" pitchFamily="34" charset="0"/>
              <a:buChar char="•"/>
            </a:pPr>
            <a:r>
              <a:rPr lang="fr-FR" sz="2000" dirty="0"/>
              <a:t>Programme vaccination : </a:t>
            </a:r>
            <a:r>
              <a:rPr lang="fr-FR" sz="2000" dirty="0" err="1"/>
              <a:t>dashboard</a:t>
            </a:r>
            <a:r>
              <a:rPr lang="fr-FR" sz="2000" dirty="0"/>
              <a:t> DHIS2 pour couverture en temps réel.</a:t>
            </a:r>
            <a:br>
              <a:rPr lang="fr-FR" sz="2000" dirty="0"/>
            </a:br>
            <a:r>
              <a:rPr lang="fr-FR" sz="2000" b="1" dirty="0"/>
              <a:t>Points d’attention</a:t>
            </a:r>
            <a:r>
              <a:rPr lang="fr-FR" sz="2000" dirty="0"/>
              <a:t> : protection des données de santé (confidentialité), chiffrement en transit &amp; repos, conformité loi nationale.</a:t>
            </a:r>
          </a:p>
          <a:p>
            <a:endParaRPr lang="fr-FR" sz="2000" dirty="0"/>
          </a:p>
        </p:txBody>
      </p:sp>
    </p:spTree>
    <p:extLst>
      <p:ext uri="{BB962C8B-B14F-4D97-AF65-F5344CB8AC3E}">
        <p14:creationId xmlns:p14="http://schemas.microsoft.com/office/powerpoint/2010/main" val="2157931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8C223-65D0-404A-B1D2-E4212855E8D9}"/>
              </a:ext>
            </a:extLst>
          </p:cNvPr>
          <p:cNvSpPr>
            <a:spLocks noGrp="1"/>
          </p:cNvSpPr>
          <p:nvPr>
            <p:ph type="title"/>
          </p:nvPr>
        </p:nvSpPr>
        <p:spPr/>
        <p:txBody>
          <a:bodyPr/>
          <a:lstStyle/>
          <a:p>
            <a:r>
              <a:rPr lang="fr-FR" dirty="0"/>
              <a:t>Education</a:t>
            </a:r>
          </a:p>
        </p:txBody>
      </p:sp>
      <p:sp>
        <p:nvSpPr>
          <p:cNvPr id="3" name="Content Placeholder 2">
            <a:extLst>
              <a:ext uri="{FF2B5EF4-FFF2-40B4-BE49-F238E27FC236}">
                <a16:creationId xmlns:a16="http://schemas.microsoft.com/office/drawing/2014/main" id="{5575CCE9-7299-4AD9-BC16-876578E462C3}"/>
              </a:ext>
            </a:extLst>
          </p:cNvPr>
          <p:cNvSpPr>
            <a:spLocks noGrp="1"/>
          </p:cNvSpPr>
          <p:nvPr>
            <p:ph idx="1"/>
          </p:nvPr>
        </p:nvSpPr>
        <p:spPr/>
        <p:txBody>
          <a:bodyPr/>
          <a:lstStyle/>
          <a:p>
            <a:r>
              <a:rPr lang="fr-FR" dirty="0"/>
              <a:t>gestion des apprentissages, plateforme LMS pour écoles/universités, contenus hors-ligne, certification.</a:t>
            </a:r>
          </a:p>
          <a:p>
            <a:endParaRPr lang="fr-FR" dirty="0"/>
          </a:p>
        </p:txBody>
      </p:sp>
    </p:spTree>
    <p:extLst>
      <p:ext uri="{BB962C8B-B14F-4D97-AF65-F5344CB8AC3E}">
        <p14:creationId xmlns:p14="http://schemas.microsoft.com/office/powerpoint/2010/main" val="31936853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8C223-65D0-404A-B1D2-E4212855E8D9}"/>
              </a:ext>
            </a:extLst>
          </p:cNvPr>
          <p:cNvSpPr>
            <a:spLocks noGrp="1"/>
          </p:cNvSpPr>
          <p:nvPr>
            <p:ph type="title"/>
          </p:nvPr>
        </p:nvSpPr>
        <p:spPr/>
        <p:txBody>
          <a:bodyPr/>
          <a:lstStyle/>
          <a:p>
            <a:r>
              <a:rPr lang="fr-FR" dirty="0"/>
              <a:t>Education</a:t>
            </a:r>
          </a:p>
        </p:txBody>
      </p:sp>
      <p:sp>
        <p:nvSpPr>
          <p:cNvPr id="3" name="Content Placeholder 2">
            <a:extLst>
              <a:ext uri="{FF2B5EF4-FFF2-40B4-BE49-F238E27FC236}">
                <a16:creationId xmlns:a16="http://schemas.microsoft.com/office/drawing/2014/main" id="{5575CCE9-7299-4AD9-BC16-876578E462C3}"/>
              </a:ext>
            </a:extLst>
          </p:cNvPr>
          <p:cNvSpPr>
            <a:spLocks noGrp="1"/>
          </p:cNvSpPr>
          <p:nvPr>
            <p:ph idx="1"/>
          </p:nvPr>
        </p:nvSpPr>
        <p:spPr/>
        <p:txBody>
          <a:bodyPr>
            <a:normAutofit fontScale="77500" lnSpcReduction="20000"/>
          </a:bodyPr>
          <a:lstStyle/>
          <a:p>
            <a:r>
              <a:rPr lang="fr-FR" dirty="0"/>
              <a:t>Moodle — LMS mature, adaptation FR, déploiements massifs possibles.</a:t>
            </a:r>
          </a:p>
          <a:p>
            <a:r>
              <a:rPr lang="fr-FR" dirty="0" err="1"/>
              <a:t>Kolibri</a:t>
            </a:r>
            <a:r>
              <a:rPr lang="fr-FR" dirty="0"/>
              <a:t> — contenu éducatif hors-ligne (très utile en zones à faible connectivité).</a:t>
            </a:r>
          </a:p>
          <a:p>
            <a:r>
              <a:rPr lang="fr-FR" dirty="0" err="1"/>
              <a:t>BigBlueButton</a:t>
            </a:r>
            <a:r>
              <a:rPr lang="fr-FR" dirty="0"/>
              <a:t> — visioconférence pédagogique intégrée à </a:t>
            </a:r>
            <a:r>
              <a:rPr lang="fr-FR" dirty="0" err="1"/>
              <a:t>Moodle.OpenSIS</a:t>
            </a:r>
            <a:r>
              <a:rPr lang="fr-FR" dirty="0"/>
              <a:t> / </a:t>
            </a:r>
            <a:r>
              <a:rPr lang="fr-FR" dirty="0" err="1"/>
              <a:t>TSplus</a:t>
            </a:r>
            <a:r>
              <a:rPr lang="fr-FR" dirty="0"/>
              <a:t> — gestion administrative des établissements.</a:t>
            </a:r>
          </a:p>
          <a:p>
            <a:r>
              <a:rPr lang="fr-FR" dirty="0"/>
              <a:t>Cas pratiques pilotes</a:t>
            </a:r>
          </a:p>
          <a:p>
            <a:pPr lvl="1"/>
            <a:r>
              <a:rPr lang="fr-FR" dirty="0"/>
              <a:t>Académie pilote : Moodle + </a:t>
            </a:r>
            <a:r>
              <a:rPr lang="fr-FR" dirty="0" err="1"/>
              <a:t>BigBlueButton</a:t>
            </a:r>
            <a:r>
              <a:rPr lang="fr-FR" dirty="0"/>
              <a:t> pour formation des enseignants ; </a:t>
            </a:r>
            <a:r>
              <a:rPr lang="fr-FR" dirty="0" err="1"/>
              <a:t>Kolibri</a:t>
            </a:r>
            <a:r>
              <a:rPr lang="fr-FR" dirty="0"/>
              <a:t> pour écoles rurales.</a:t>
            </a:r>
          </a:p>
          <a:p>
            <a:pPr lvl="1"/>
            <a:r>
              <a:rPr lang="fr-FR" dirty="0"/>
              <a:t>Points d’attention : adaptation des contenus au curriculum camerounais, formation continue des enseignants</a:t>
            </a:r>
          </a:p>
        </p:txBody>
      </p:sp>
    </p:spTree>
    <p:extLst>
      <p:ext uri="{BB962C8B-B14F-4D97-AF65-F5344CB8AC3E}">
        <p14:creationId xmlns:p14="http://schemas.microsoft.com/office/powerpoint/2010/main" val="2934641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11E54-9392-49EB-9D10-F1CBC8E04890}"/>
              </a:ext>
            </a:extLst>
          </p:cNvPr>
          <p:cNvSpPr>
            <a:spLocks noGrp="1"/>
          </p:cNvSpPr>
          <p:nvPr>
            <p:ph type="title"/>
          </p:nvPr>
        </p:nvSpPr>
        <p:spPr/>
        <p:txBody>
          <a:bodyPr/>
          <a:lstStyle/>
          <a:p>
            <a:r>
              <a:rPr lang="fr-FR" dirty="0"/>
              <a:t>Economie/Administration</a:t>
            </a:r>
          </a:p>
        </p:txBody>
      </p:sp>
      <p:sp>
        <p:nvSpPr>
          <p:cNvPr id="3" name="Content Placeholder 2">
            <a:extLst>
              <a:ext uri="{FF2B5EF4-FFF2-40B4-BE49-F238E27FC236}">
                <a16:creationId xmlns:a16="http://schemas.microsoft.com/office/drawing/2014/main" id="{33912C4C-5839-48E6-895C-D8B5E1A42BF5}"/>
              </a:ext>
            </a:extLst>
          </p:cNvPr>
          <p:cNvSpPr>
            <a:spLocks noGrp="1"/>
          </p:cNvSpPr>
          <p:nvPr>
            <p:ph idx="1"/>
          </p:nvPr>
        </p:nvSpPr>
        <p:spPr/>
        <p:txBody>
          <a:bodyPr/>
          <a:lstStyle/>
          <a:p>
            <a:r>
              <a:rPr lang="fr-FR" dirty="0"/>
              <a:t>moderniser administration, transformer services publics digitaux, soutenir PME via outils de gestion.</a:t>
            </a:r>
          </a:p>
        </p:txBody>
      </p:sp>
    </p:spTree>
    <p:extLst>
      <p:ext uri="{BB962C8B-B14F-4D97-AF65-F5344CB8AC3E}">
        <p14:creationId xmlns:p14="http://schemas.microsoft.com/office/powerpoint/2010/main" val="12852651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11E54-9392-49EB-9D10-F1CBC8E04890}"/>
              </a:ext>
            </a:extLst>
          </p:cNvPr>
          <p:cNvSpPr>
            <a:spLocks noGrp="1"/>
          </p:cNvSpPr>
          <p:nvPr>
            <p:ph type="title"/>
          </p:nvPr>
        </p:nvSpPr>
        <p:spPr/>
        <p:txBody>
          <a:bodyPr/>
          <a:lstStyle/>
          <a:p>
            <a:r>
              <a:rPr lang="fr-FR" dirty="0"/>
              <a:t>Economie/Administration</a:t>
            </a:r>
          </a:p>
        </p:txBody>
      </p:sp>
      <p:sp>
        <p:nvSpPr>
          <p:cNvPr id="3" name="Content Placeholder 2">
            <a:extLst>
              <a:ext uri="{FF2B5EF4-FFF2-40B4-BE49-F238E27FC236}">
                <a16:creationId xmlns:a16="http://schemas.microsoft.com/office/drawing/2014/main" id="{33912C4C-5839-48E6-895C-D8B5E1A42BF5}"/>
              </a:ext>
            </a:extLst>
          </p:cNvPr>
          <p:cNvSpPr>
            <a:spLocks noGrp="1"/>
          </p:cNvSpPr>
          <p:nvPr>
            <p:ph idx="1"/>
          </p:nvPr>
        </p:nvSpPr>
        <p:spPr>
          <a:xfrm>
            <a:off x="838200" y="1825624"/>
            <a:ext cx="10515600" cy="5032375"/>
          </a:xfrm>
        </p:spPr>
        <p:txBody>
          <a:bodyPr>
            <a:normAutofit fontScale="70000" lnSpcReduction="20000"/>
          </a:bodyPr>
          <a:lstStyle/>
          <a:p>
            <a:r>
              <a:rPr lang="fr-FR" dirty="0"/>
              <a:t>Odoo / </a:t>
            </a:r>
            <a:r>
              <a:rPr lang="fr-FR" dirty="0" err="1"/>
              <a:t>ERPNext</a:t>
            </a:r>
            <a:r>
              <a:rPr lang="fr-FR" dirty="0"/>
              <a:t> / </a:t>
            </a:r>
            <a:r>
              <a:rPr lang="fr-FR" dirty="0" err="1"/>
              <a:t>Dolibarr</a:t>
            </a:r>
            <a:r>
              <a:rPr lang="fr-FR" dirty="0"/>
              <a:t> — ERP/CRM open source pour PME et services publics (facturation, RH, stock).</a:t>
            </a:r>
          </a:p>
          <a:p>
            <a:r>
              <a:rPr lang="fr-FR" dirty="0"/>
              <a:t>CKAN / DKAN — portail open data pour publier données gouvernementales (transparence, économie).</a:t>
            </a:r>
          </a:p>
          <a:p>
            <a:r>
              <a:rPr lang="fr-FR" dirty="0" err="1"/>
              <a:t>Nextcloud</a:t>
            </a:r>
            <a:r>
              <a:rPr lang="fr-FR" dirty="0"/>
              <a:t> — collaboration / stockage souverain (remplace services cloud étrangers).</a:t>
            </a:r>
          </a:p>
          <a:p>
            <a:r>
              <a:rPr lang="fr-FR" dirty="0" err="1"/>
              <a:t>GNUCash</a:t>
            </a:r>
            <a:r>
              <a:rPr lang="fr-FR" dirty="0"/>
              <a:t> / </a:t>
            </a:r>
            <a:r>
              <a:rPr lang="fr-FR" dirty="0" err="1"/>
              <a:t>Tryton</a:t>
            </a:r>
            <a:r>
              <a:rPr lang="fr-FR" dirty="0"/>
              <a:t> — comptabilité pour PME et collectivités.</a:t>
            </a:r>
          </a:p>
          <a:p>
            <a:r>
              <a:rPr lang="fr-FR" dirty="0"/>
              <a:t>Cas pratiques pilotes</a:t>
            </a:r>
          </a:p>
          <a:p>
            <a:pPr lvl="1"/>
            <a:r>
              <a:rPr lang="fr-FR" dirty="0"/>
              <a:t>Mairie pilote : mise en place d’</a:t>
            </a:r>
            <a:r>
              <a:rPr lang="fr-FR" dirty="0" err="1"/>
              <a:t>ERPNext</a:t>
            </a:r>
            <a:r>
              <a:rPr lang="fr-FR" dirty="0"/>
              <a:t> pour gestion des recettes locales et suivi projet.</a:t>
            </a:r>
          </a:p>
          <a:p>
            <a:pPr lvl="1"/>
            <a:r>
              <a:rPr lang="fr-FR" dirty="0"/>
              <a:t>Ministère économie : portail CKAN pour open data (budgets, marchés publics).Points d’attention : intégration paiement électronique local, interfaçage services fiscaux</a:t>
            </a:r>
          </a:p>
        </p:txBody>
      </p:sp>
    </p:spTree>
    <p:extLst>
      <p:ext uri="{BB962C8B-B14F-4D97-AF65-F5344CB8AC3E}">
        <p14:creationId xmlns:p14="http://schemas.microsoft.com/office/powerpoint/2010/main" val="3251473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0D99D-C4AA-467C-BDED-3D12B8FFDFB5}"/>
              </a:ext>
            </a:extLst>
          </p:cNvPr>
          <p:cNvSpPr>
            <a:spLocks noGrp="1"/>
          </p:cNvSpPr>
          <p:nvPr>
            <p:ph type="title"/>
          </p:nvPr>
        </p:nvSpPr>
        <p:spPr/>
        <p:txBody>
          <a:bodyPr/>
          <a:lstStyle/>
          <a:p>
            <a:r>
              <a:rPr lang="fr-FR" dirty="0"/>
              <a:t>Niveau Stratégique</a:t>
            </a:r>
          </a:p>
        </p:txBody>
      </p:sp>
      <p:sp>
        <p:nvSpPr>
          <p:cNvPr id="3" name="Content Placeholder 2">
            <a:extLst>
              <a:ext uri="{FF2B5EF4-FFF2-40B4-BE49-F238E27FC236}">
                <a16:creationId xmlns:a16="http://schemas.microsoft.com/office/drawing/2014/main" id="{46AF1E05-4C72-47BD-BB9A-CAD46629AA06}"/>
              </a:ext>
            </a:extLst>
          </p:cNvPr>
          <p:cNvSpPr>
            <a:spLocks noGrp="1"/>
          </p:cNvSpPr>
          <p:nvPr>
            <p:ph idx="1"/>
          </p:nvPr>
        </p:nvSpPr>
        <p:spPr/>
        <p:txBody>
          <a:bodyPr/>
          <a:lstStyle/>
          <a:p>
            <a:r>
              <a:rPr lang="fr-FR" dirty="0"/>
              <a:t>assurer souveraineté des systèmes d’information gouvernementaux, cartographie, SIG, fusion de données.</a:t>
            </a:r>
          </a:p>
        </p:txBody>
      </p:sp>
    </p:spTree>
    <p:extLst>
      <p:ext uri="{BB962C8B-B14F-4D97-AF65-F5344CB8AC3E}">
        <p14:creationId xmlns:p14="http://schemas.microsoft.com/office/powerpoint/2010/main" val="21788353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0D99D-C4AA-467C-BDED-3D12B8FFDFB5}"/>
              </a:ext>
            </a:extLst>
          </p:cNvPr>
          <p:cNvSpPr>
            <a:spLocks noGrp="1"/>
          </p:cNvSpPr>
          <p:nvPr>
            <p:ph type="title"/>
          </p:nvPr>
        </p:nvSpPr>
        <p:spPr/>
        <p:txBody>
          <a:bodyPr/>
          <a:lstStyle/>
          <a:p>
            <a:r>
              <a:rPr lang="fr-FR" dirty="0"/>
              <a:t>Niveau Stratégique</a:t>
            </a:r>
          </a:p>
        </p:txBody>
      </p:sp>
      <p:sp>
        <p:nvSpPr>
          <p:cNvPr id="3" name="Content Placeholder 2">
            <a:extLst>
              <a:ext uri="{FF2B5EF4-FFF2-40B4-BE49-F238E27FC236}">
                <a16:creationId xmlns:a16="http://schemas.microsoft.com/office/drawing/2014/main" id="{46AF1E05-4C72-47BD-BB9A-CAD46629AA06}"/>
              </a:ext>
            </a:extLst>
          </p:cNvPr>
          <p:cNvSpPr>
            <a:spLocks noGrp="1"/>
          </p:cNvSpPr>
          <p:nvPr>
            <p:ph idx="1"/>
          </p:nvPr>
        </p:nvSpPr>
        <p:spPr>
          <a:xfrm>
            <a:off x="838200" y="1825624"/>
            <a:ext cx="10515600" cy="4958633"/>
          </a:xfrm>
        </p:spPr>
        <p:txBody>
          <a:bodyPr>
            <a:normAutofit fontScale="77500" lnSpcReduction="20000"/>
          </a:bodyPr>
          <a:lstStyle/>
          <a:p>
            <a:r>
              <a:rPr lang="fr-FR" dirty="0"/>
              <a:t>Debian / Ubuntu LTS — OS serveur/transversal (auditables, large écosystème).</a:t>
            </a:r>
          </a:p>
          <a:p>
            <a:r>
              <a:rPr lang="fr-FR" dirty="0"/>
              <a:t>QGIS / GRASS — SIG open source pour cartographie opérationnelle.</a:t>
            </a:r>
          </a:p>
          <a:p>
            <a:r>
              <a:rPr lang="fr-FR" dirty="0"/>
              <a:t>Apache Kafka / </a:t>
            </a:r>
            <a:r>
              <a:rPr lang="fr-FR" dirty="0" err="1"/>
              <a:t>Mosquitto</a:t>
            </a:r>
            <a:r>
              <a:rPr lang="fr-FR" dirty="0"/>
              <a:t> (MQTT) — bus de données pour flux temps réel (logistique, capteurs).</a:t>
            </a:r>
          </a:p>
          <a:p>
            <a:r>
              <a:rPr lang="fr-FR" dirty="0" err="1"/>
              <a:t>OpenCTI</a:t>
            </a:r>
            <a:r>
              <a:rPr lang="fr-FR" dirty="0"/>
              <a:t> / MISP — </a:t>
            </a:r>
            <a:r>
              <a:rPr lang="fr-FR" dirty="0" err="1"/>
              <a:t>threat</a:t>
            </a:r>
            <a:r>
              <a:rPr lang="fr-FR" dirty="0"/>
              <a:t> intelligence &amp; partage d’indicateurs.</a:t>
            </a:r>
          </a:p>
          <a:p>
            <a:r>
              <a:rPr lang="fr-FR" dirty="0"/>
              <a:t>Cas pratiques pilotes</a:t>
            </a:r>
          </a:p>
          <a:p>
            <a:pPr lvl="1"/>
            <a:r>
              <a:rPr lang="fr-FR" dirty="0"/>
              <a:t>Centre de crise national : QGIS + flux DAT (capteurs) + tableau de bord local sur </a:t>
            </a:r>
            <a:r>
              <a:rPr lang="fr-FR" dirty="0" err="1"/>
              <a:t>Nextcloud</a:t>
            </a:r>
            <a:r>
              <a:rPr lang="fr-FR" dirty="0"/>
              <a:t>.</a:t>
            </a:r>
          </a:p>
          <a:p>
            <a:pPr lvl="1"/>
            <a:r>
              <a:rPr lang="fr-FR" dirty="0"/>
              <a:t>Points d’attention : cloisonnement des environnements sensibles, audits réguliers, politiques ROE.</a:t>
            </a:r>
          </a:p>
        </p:txBody>
      </p:sp>
    </p:spTree>
    <p:extLst>
      <p:ext uri="{BB962C8B-B14F-4D97-AF65-F5344CB8AC3E}">
        <p14:creationId xmlns:p14="http://schemas.microsoft.com/office/powerpoint/2010/main" val="583691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4D70F-942E-430B-A6F0-D6993C7CE05B}"/>
              </a:ext>
            </a:extLst>
          </p:cNvPr>
          <p:cNvSpPr>
            <a:spLocks noGrp="1"/>
          </p:cNvSpPr>
          <p:nvPr>
            <p:ph type="title"/>
          </p:nvPr>
        </p:nvSpPr>
        <p:spPr/>
        <p:txBody>
          <a:bodyPr/>
          <a:lstStyle/>
          <a:p>
            <a:r>
              <a:rPr lang="fr-FR" dirty="0"/>
              <a:t>CONCLUSION</a:t>
            </a:r>
          </a:p>
        </p:txBody>
      </p:sp>
      <p:sp>
        <p:nvSpPr>
          <p:cNvPr id="3" name="Content Placeholder 2">
            <a:extLst>
              <a:ext uri="{FF2B5EF4-FFF2-40B4-BE49-F238E27FC236}">
                <a16:creationId xmlns:a16="http://schemas.microsoft.com/office/drawing/2014/main" id="{D03045AB-F045-48B4-A249-D135D776ABC1}"/>
              </a:ext>
            </a:extLst>
          </p:cNvPr>
          <p:cNvSpPr>
            <a:spLocks noGrp="1"/>
          </p:cNvSpPr>
          <p:nvPr>
            <p:ph idx="1"/>
          </p:nvPr>
        </p:nvSpPr>
        <p:spPr/>
        <p:txBody>
          <a:bodyPr/>
          <a:lstStyle/>
          <a:p>
            <a:r>
              <a:rPr lang="fr-FR" dirty="0"/>
              <a:t>L'adoption de l'Open Source n'est pas un choix technique, mais un choix </a:t>
            </a:r>
            <a:r>
              <a:rPr lang="fr-FR" b="1" dirty="0"/>
              <a:t>politique et militaire</a:t>
            </a:r>
            <a:r>
              <a:rPr lang="fr-FR" dirty="0"/>
              <a:t> en faveur de l'autonomie stratégique. Une </a:t>
            </a:r>
            <a:r>
              <a:rPr lang="fr-FR" b="1" dirty="0"/>
              <a:t>politique d'acquisition "Open Source First"</a:t>
            </a:r>
            <a:r>
              <a:rPr lang="fr-FR" dirty="0"/>
              <a:t> doit devenir la norme pour garantir la résilience de notre infrastructure numérique.</a:t>
            </a:r>
          </a:p>
        </p:txBody>
      </p:sp>
    </p:spTree>
    <p:extLst>
      <p:ext uri="{BB962C8B-B14F-4D97-AF65-F5344CB8AC3E}">
        <p14:creationId xmlns:p14="http://schemas.microsoft.com/office/powerpoint/2010/main" val="29227734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4D70F-942E-430B-A6F0-D6993C7CE05B}"/>
              </a:ext>
            </a:extLst>
          </p:cNvPr>
          <p:cNvSpPr>
            <a:spLocks noGrp="1"/>
          </p:cNvSpPr>
          <p:nvPr>
            <p:ph type="title"/>
          </p:nvPr>
        </p:nvSpPr>
        <p:spPr>
          <a:xfrm>
            <a:off x="838200" y="2766218"/>
            <a:ext cx="10515600" cy="1325563"/>
          </a:xfrm>
        </p:spPr>
        <p:txBody>
          <a:bodyPr/>
          <a:lstStyle/>
          <a:p>
            <a:r>
              <a:rPr lang="fr-FR" dirty="0"/>
              <a:t>QUESTIONS?</a:t>
            </a:r>
          </a:p>
        </p:txBody>
      </p:sp>
    </p:spTree>
    <p:extLst>
      <p:ext uri="{BB962C8B-B14F-4D97-AF65-F5344CB8AC3E}">
        <p14:creationId xmlns:p14="http://schemas.microsoft.com/office/powerpoint/2010/main" val="1538152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1138</TotalTime>
  <Words>2485</Words>
  <Application>Microsoft Office PowerPoint</Application>
  <PresentationFormat>Widescreen</PresentationFormat>
  <Paragraphs>245</Paragraphs>
  <Slides>32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Cambria</vt:lpstr>
      <vt:lpstr>Office Theme</vt:lpstr>
      <vt:lpstr>©2025 HELIOS Project. All Rights Reserved.</vt:lpstr>
      <vt:lpstr>SYNOPSIS</vt:lpstr>
      <vt:lpstr>Pourquoi parler d’Open Source en Défense</vt:lpstr>
      <vt:lpstr>PLAN</vt:lpstr>
      <vt:lpstr>PLAN</vt:lpstr>
      <vt:lpstr>PowerPoint Presentation</vt:lpstr>
      <vt:lpstr>Logiciel libre vs Open Source </vt:lpstr>
      <vt:lpstr>PowerPoint Presentation</vt:lpstr>
      <vt:lpstr>PowerPoint Presentation</vt:lpstr>
      <vt:lpstr>PowerPoint Presentation</vt:lpstr>
      <vt:lpstr>PowerPoint Presentation</vt:lpstr>
      <vt:lpstr>Open source : moteur d’innovation</vt:lpstr>
      <vt:lpstr>Souveraineté numérique : un enjeu stratégique</vt:lpstr>
      <vt:lpstr>Agilité Opérationnelle et Réactivité</vt:lpstr>
      <vt:lpstr>PowerPoint Presentation</vt:lpstr>
      <vt:lpstr>La collaboration comme arme stratégique</vt:lpstr>
      <vt:lpstr>PowerPoint Presentation</vt:lpstr>
      <vt:lpstr>Open Source et Systèmes d’Information de Commandement (SIC)</vt:lpstr>
      <vt:lpstr>PowerPoint Presentation</vt:lpstr>
      <vt:lpstr>L'Humain au Centre : Former pour Maîtriser le Code</vt:lpstr>
      <vt:lpstr>Cybersécurité : open source comme bouclier</vt:lpstr>
      <vt:lpstr>PowerPoint Presentation</vt:lpstr>
      <vt:lpstr>Santé</vt:lpstr>
      <vt:lpstr>Santé</vt:lpstr>
      <vt:lpstr>Education</vt:lpstr>
      <vt:lpstr>Education</vt:lpstr>
      <vt:lpstr>Economie/Administration</vt:lpstr>
      <vt:lpstr>Economie/Administration</vt:lpstr>
      <vt:lpstr>Niveau Stratégique</vt:lpstr>
      <vt:lpstr>Niveau Stratégique</vt:lpstr>
      <vt:lpstr>CONCLUSION</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Stephane Mekoua</dc:creator>
  <cp:lastModifiedBy>Stephane Mekoua</cp:lastModifiedBy>
  <cp:revision>15</cp:revision>
  <dcterms:created xsi:type="dcterms:W3CDTF">2025-10-07T14:58:49Z</dcterms:created>
  <dcterms:modified xsi:type="dcterms:W3CDTF">2025-10-08T09:57:24Z</dcterms:modified>
</cp:coreProperties>
</file>