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05" r:id="rId2"/>
    <p:sldId id="258" r:id="rId3"/>
    <p:sldId id="259" r:id="rId4"/>
    <p:sldId id="260" r:id="rId5"/>
    <p:sldId id="267" r:id="rId6"/>
    <p:sldId id="269" r:id="rId7"/>
    <p:sldId id="268" r:id="rId8"/>
    <p:sldId id="261" r:id="rId9"/>
    <p:sldId id="270" r:id="rId10"/>
    <p:sldId id="262" r:id="rId11"/>
    <p:sldId id="271" r:id="rId12"/>
    <p:sldId id="274" r:id="rId13"/>
    <p:sldId id="275" r:id="rId14"/>
    <p:sldId id="315" r:id="rId15"/>
    <p:sldId id="276" r:id="rId16"/>
    <p:sldId id="306" r:id="rId17"/>
    <p:sldId id="307" r:id="rId18"/>
    <p:sldId id="316" r:id="rId19"/>
    <p:sldId id="277" r:id="rId20"/>
    <p:sldId id="308" r:id="rId21"/>
    <p:sldId id="311" r:id="rId22"/>
    <p:sldId id="319" r:id="rId23"/>
    <p:sldId id="312" r:id="rId24"/>
    <p:sldId id="278" r:id="rId25"/>
    <p:sldId id="310" r:id="rId26"/>
    <p:sldId id="309" r:id="rId27"/>
    <p:sldId id="324" r:id="rId28"/>
    <p:sldId id="280" r:id="rId29"/>
    <p:sldId id="281" r:id="rId30"/>
    <p:sldId id="282" r:id="rId31"/>
    <p:sldId id="283" r:id="rId32"/>
    <p:sldId id="318" r:id="rId33"/>
    <p:sldId id="285" r:id="rId34"/>
    <p:sldId id="286" r:id="rId35"/>
    <p:sldId id="287" r:id="rId36"/>
    <p:sldId id="288" r:id="rId37"/>
    <p:sldId id="303" r:id="rId38"/>
    <p:sldId id="266" r:id="rId39"/>
    <p:sldId id="304" r:id="rId4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0DC0C6-D416-43EA-B8ED-D5B2113A809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9C114801-CAC3-4A5F-8A12-C2D6E000B664}">
      <dgm:prSet phldrT="[Text]"/>
      <dgm:spPr/>
      <dgm:t>
        <a:bodyPr/>
        <a:lstStyle/>
        <a:p>
          <a:r>
            <a:rPr lang="fr-FR" dirty="0">
              <a:latin typeface="Cambria" panose="02040503050406030204" pitchFamily="18" charset="0"/>
              <a:ea typeface="Cambria" panose="02040503050406030204" pitchFamily="18" charset="0"/>
            </a:rPr>
            <a:t>1.</a:t>
          </a:r>
        </a:p>
      </dgm:t>
    </dgm:pt>
    <dgm:pt modelId="{DF809216-107C-466F-B6C9-3CCBEEE90572}" type="par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2A0D71A6-1057-4C84-BD46-24F7173E776F}" type="sib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7579395F-81C8-4AF8-B7E0-0425AA1AD0FF}">
      <dgm:prSet phldrT="[Text]"/>
      <dgm:spPr/>
      <dgm:t>
        <a:bodyPr/>
        <a:lstStyle/>
        <a:p>
          <a:r>
            <a:rPr lang="fr-FR" dirty="0">
              <a:latin typeface="Cambria" panose="02040503050406030204" pitchFamily="18" charset="0"/>
              <a:ea typeface="Cambria" panose="02040503050406030204" pitchFamily="18" charset="0"/>
            </a:rPr>
            <a:t>Introduction</a:t>
          </a:r>
        </a:p>
      </dgm:t>
    </dgm:pt>
    <dgm:pt modelId="{3F286716-333D-4A21-ABAD-281838F2ABC6}" type="par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EAA5B57C-AF47-4B81-B032-6CA325FEB6E0}" type="sib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33F81538-CEAA-4917-85DF-92EBA4ADB062}">
      <dgm:prSet phldrT="[Text]"/>
      <dgm:spPr/>
      <dgm:t>
        <a:bodyPr/>
        <a:lstStyle/>
        <a:p>
          <a:r>
            <a:rPr lang="fr-FR" dirty="0">
              <a:latin typeface="Cambria" panose="02040503050406030204" pitchFamily="18" charset="0"/>
              <a:ea typeface="Cambria" panose="02040503050406030204" pitchFamily="18" charset="0"/>
            </a:rPr>
            <a:t>2.</a:t>
          </a:r>
        </a:p>
      </dgm:t>
    </dgm:pt>
    <dgm:pt modelId="{11BA43D9-BDE4-46BE-BE66-EC1CCF6D5919}" type="par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EA6C08CC-2B78-4430-82BD-D9D93ABBF257}" type="sib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CF909AE4-8284-4C1C-8824-17FCA46BD185}">
      <dgm:prSet phldrT="[Text]"/>
      <dgm:spPr/>
      <dgm:t>
        <a:bodyPr/>
        <a:lstStyle/>
        <a:p>
          <a:r>
            <a:rPr lang="fr-FR" dirty="0">
              <a:latin typeface="Cambria" panose="02040503050406030204" pitchFamily="18" charset="0"/>
              <a:ea typeface="Cambria" panose="02040503050406030204" pitchFamily="18" charset="0"/>
            </a:rPr>
            <a:t>Principales caractéristiques du cloud</a:t>
          </a:r>
        </a:p>
      </dgm:t>
    </dgm:pt>
    <dgm:pt modelId="{55263672-D812-4D67-B469-7146F324A610}" type="par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E6BBA966-8722-46B2-9AC0-E367E32BC041}" type="sib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3A783CF5-1F70-4856-AB08-9907FB03AD2A}">
      <dgm:prSet phldrT="[Text]"/>
      <dgm:spPr/>
      <dgm:t>
        <a:bodyPr/>
        <a:lstStyle/>
        <a:p>
          <a:r>
            <a:rPr lang="fr-FR" dirty="0">
              <a:latin typeface="Cambria" panose="02040503050406030204" pitchFamily="18" charset="0"/>
              <a:ea typeface="Cambria" panose="02040503050406030204" pitchFamily="18" charset="0"/>
            </a:rPr>
            <a:t>3.</a:t>
          </a:r>
        </a:p>
      </dgm:t>
    </dgm:pt>
    <dgm:pt modelId="{2AC30BDB-49CC-4CAC-8AC9-627D4C982E18}" type="par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31563C07-98C3-4480-A989-398E41B9041D}" type="sib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73A8005A-D97F-4579-BFF5-4834199E9E30}">
      <dgm:prSet phldrT="[Text]"/>
      <dgm:spPr/>
      <dgm:t>
        <a:bodyPr/>
        <a:lstStyle/>
        <a:p>
          <a:r>
            <a:rPr lang="fr-FR" dirty="0">
              <a:latin typeface="Cambria" panose="02040503050406030204" pitchFamily="18" charset="0"/>
              <a:ea typeface="Cambria" panose="02040503050406030204" pitchFamily="18" charset="0"/>
            </a:rPr>
            <a:t>Différents types de cloud</a:t>
          </a:r>
        </a:p>
      </dgm:t>
    </dgm:pt>
    <dgm:pt modelId="{2E5B2BDB-6302-4775-9FDE-EAD7F78A81F3}" type="par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05F3AE9C-68DC-4950-87C8-66F026ABBE62}" type="sib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9F56FBF2-6E83-474B-81B6-A46BFDC59362}">
      <dgm:prSet phldrT="[Text]"/>
      <dgm:spPr/>
      <dgm:t>
        <a:bodyPr/>
        <a:lstStyle/>
        <a:p>
          <a:r>
            <a:rPr lang="fr-FR" dirty="0">
              <a:latin typeface="Cambria" panose="02040503050406030204" pitchFamily="18" charset="0"/>
              <a:ea typeface="Cambria" panose="02040503050406030204" pitchFamily="18" charset="0"/>
            </a:rPr>
            <a:t>4.</a:t>
          </a:r>
        </a:p>
      </dgm:t>
    </dgm:pt>
    <dgm:pt modelId="{5827C676-64E8-410D-A1C3-E93EC7E46078}" type="parTrans" cxnId="{0922077D-9B8E-4743-8640-C870A21C2317}">
      <dgm:prSet/>
      <dgm:spPr/>
      <dgm:t>
        <a:bodyPr/>
        <a:lstStyle/>
        <a:p>
          <a:endParaRPr lang="fr-FR"/>
        </a:p>
      </dgm:t>
    </dgm:pt>
    <dgm:pt modelId="{611F51FC-1097-42EE-80D3-C60456146650}" type="sibTrans" cxnId="{0922077D-9B8E-4743-8640-C870A21C2317}">
      <dgm:prSet/>
      <dgm:spPr/>
      <dgm:t>
        <a:bodyPr/>
        <a:lstStyle/>
        <a:p>
          <a:endParaRPr lang="fr-FR"/>
        </a:p>
      </dgm:t>
    </dgm:pt>
    <dgm:pt modelId="{F6A27E43-6AB7-4EA0-A90D-24F0297FCC94}">
      <dgm:prSet phldrT="[Text]"/>
      <dgm:spPr/>
      <dgm:t>
        <a:bodyPr/>
        <a:lstStyle/>
        <a:p>
          <a:r>
            <a:rPr lang="fr-FR" dirty="0">
              <a:latin typeface="Cambria" panose="02040503050406030204" pitchFamily="18" charset="0"/>
              <a:ea typeface="Cambria" panose="02040503050406030204" pitchFamily="18" charset="0"/>
            </a:rPr>
            <a:t>Différents modèles de service Cloud</a:t>
          </a:r>
        </a:p>
      </dgm:t>
    </dgm:pt>
    <dgm:pt modelId="{7714E1CE-5478-4815-836F-CACC22BAAAD5}" type="parTrans" cxnId="{4FC18C96-8EAE-48A7-BFDF-F12B18F30AF4}">
      <dgm:prSet/>
      <dgm:spPr/>
      <dgm:t>
        <a:bodyPr/>
        <a:lstStyle/>
        <a:p>
          <a:endParaRPr lang="fr-FR"/>
        </a:p>
      </dgm:t>
    </dgm:pt>
    <dgm:pt modelId="{70004A75-7879-4D6D-A7C3-0027175C5A74}" type="sibTrans" cxnId="{4FC18C96-8EAE-48A7-BFDF-F12B18F30AF4}">
      <dgm:prSet/>
      <dgm:spPr/>
      <dgm:t>
        <a:bodyPr/>
        <a:lstStyle/>
        <a:p>
          <a:endParaRPr lang="fr-FR"/>
        </a:p>
      </dgm:t>
    </dgm:pt>
    <dgm:pt modelId="{6D0B8560-7ACD-4040-BEFA-B24FA8999E02}">
      <dgm:prSet phldrT="[Text]"/>
      <dgm:spPr/>
      <dgm:t>
        <a:bodyPr/>
        <a:lstStyle/>
        <a:p>
          <a:r>
            <a:rPr lang="fr-FR" dirty="0">
              <a:latin typeface="Cambria" panose="02040503050406030204" pitchFamily="18" charset="0"/>
              <a:ea typeface="Cambria" panose="02040503050406030204" pitchFamily="18" charset="0"/>
            </a:rPr>
            <a:t>5.</a:t>
          </a:r>
        </a:p>
      </dgm:t>
    </dgm:pt>
    <dgm:pt modelId="{A5D4A58B-5A63-4E25-879B-E58C032374B5}" type="parTrans" cxnId="{15FDA94B-C761-42C1-A258-FB566B447B54}">
      <dgm:prSet/>
      <dgm:spPr/>
      <dgm:t>
        <a:bodyPr/>
        <a:lstStyle/>
        <a:p>
          <a:endParaRPr lang="fr-FR"/>
        </a:p>
      </dgm:t>
    </dgm:pt>
    <dgm:pt modelId="{92C1C2EA-D10A-4474-93EC-AB95E9FD070C}" type="sibTrans" cxnId="{15FDA94B-C761-42C1-A258-FB566B447B54}">
      <dgm:prSet/>
      <dgm:spPr/>
      <dgm:t>
        <a:bodyPr/>
        <a:lstStyle/>
        <a:p>
          <a:endParaRPr lang="fr-FR"/>
        </a:p>
      </dgm:t>
    </dgm:pt>
    <dgm:pt modelId="{A14F5A27-998A-4EBE-B8BF-C1A3D451AD92}">
      <dgm:prSet phldrT="[Text]"/>
      <dgm:spPr/>
      <dgm:t>
        <a:bodyPr/>
        <a:lstStyle/>
        <a:p>
          <a:r>
            <a:rPr lang="fr-FR" dirty="0">
              <a:latin typeface="Cambria" panose="02040503050406030204" pitchFamily="18" charset="0"/>
              <a:ea typeface="Cambria" panose="02040503050406030204" pitchFamily="18" charset="0"/>
            </a:rPr>
            <a:t>Grands principes du Edge &amp; Fog </a:t>
          </a:r>
          <a:r>
            <a:rPr lang="fr-FR" dirty="0" err="1">
              <a:latin typeface="Cambria" panose="02040503050406030204" pitchFamily="18" charset="0"/>
              <a:ea typeface="Cambria" panose="02040503050406030204" pitchFamily="18" charset="0"/>
            </a:rPr>
            <a:t>computing</a:t>
          </a:r>
          <a:endParaRPr lang="fr-FR" dirty="0">
            <a:latin typeface="Cambria" panose="02040503050406030204" pitchFamily="18" charset="0"/>
            <a:ea typeface="Cambria" panose="02040503050406030204" pitchFamily="18" charset="0"/>
          </a:endParaRPr>
        </a:p>
      </dgm:t>
    </dgm:pt>
    <dgm:pt modelId="{67962722-5BE2-4D02-8827-E9C45AAEA74A}" type="parTrans" cxnId="{E7892703-22D1-4B31-9E1C-645BDF244529}">
      <dgm:prSet/>
      <dgm:spPr/>
      <dgm:t>
        <a:bodyPr/>
        <a:lstStyle/>
        <a:p>
          <a:endParaRPr lang="fr-FR"/>
        </a:p>
      </dgm:t>
    </dgm:pt>
    <dgm:pt modelId="{E6FD7432-9A9C-455E-BF28-4FB175A1C92E}" type="sibTrans" cxnId="{E7892703-22D1-4B31-9E1C-645BDF244529}">
      <dgm:prSet/>
      <dgm:spPr/>
      <dgm:t>
        <a:bodyPr/>
        <a:lstStyle/>
        <a:p>
          <a:endParaRPr lang="fr-FR"/>
        </a:p>
      </dgm:t>
    </dgm:pt>
    <dgm:pt modelId="{CC713F32-4CC4-44E0-B110-7C05F14B1BFA}">
      <dgm:prSet phldrT="[Text]"/>
      <dgm:spPr/>
      <dgm:t>
        <a:bodyPr/>
        <a:lstStyle/>
        <a:p>
          <a:r>
            <a:rPr lang="fr-FR" dirty="0">
              <a:latin typeface="Cambria" panose="02040503050406030204" pitchFamily="18" charset="0"/>
              <a:ea typeface="Cambria" panose="02040503050406030204" pitchFamily="18" charset="0"/>
            </a:rPr>
            <a:t>6. </a:t>
          </a:r>
        </a:p>
      </dgm:t>
    </dgm:pt>
    <dgm:pt modelId="{3F012F0A-E637-440B-82EB-7E6CA03B8FA9}" type="parTrans" cxnId="{587D1F30-177C-40E5-A897-F49865F0F0F9}">
      <dgm:prSet/>
      <dgm:spPr/>
      <dgm:t>
        <a:bodyPr/>
        <a:lstStyle/>
        <a:p>
          <a:endParaRPr lang="fr-FR"/>
        </a:p>
      </dgm:t>
    </dgm:pt>
    <dgm:pt modelId="{75A8133E-8B4C-4D36-B74B-27B0F1C6D295}" type="sibTrans" cxnId="{587D1F30-177C-40E5-A897-F49865F0F0F9}">
      <dgm:prSet/>
      <dgm:spPr/>
      <dgm:t>
        <a:bodyPr/>
        <a:lstStyle/>
        <a:p>
          <a:endParaRPr lang="fr-FR"/>
        </a:p>
      </dgm:t>
    </dgm:pt>
    <dgm:pt modelId="{41CADDD9-BFBE-484C-A77D-0A05C52C26F5}">
      <dgm:prSet phldrT="[Text]"/>
      <dgm:spPr/>
      <dgm:t>
        <a:bodyPr/>
        <a:lstStyle/>
        <a:p>
          <a:r>
            <a:rPr lang="fr-FR" dirty="0">
              <a:latin typeface="Cambria" panose="02040503050406030204" pitchFamily="18" charset="0"/>
              <a:ea typeface="Cambria" panose="02040503050406030204" pitchFamily="18" charset="0"/>
            </a:rPr>
            <a:t>Applications</a:t>
          </a:r>
        </a:p>
      </dgm:t>
    </dgm:pt>
    <dgm:pt modelId="{E0B61AF2-37B4-41B4-98D3-8DA905833213}" type="parTrans" cxnId="{431E2087-1981-4BC9-AE39-31D0A9EC1C35}">
      <dgm:prSet/>
      <dgm:spPr/>
      <dgm:t>
        <a:bodyPr/>
        <a:lstStyle/>
        <a:p>
          <a:endParaRPr lang="fr-FR"/>
        </a:p>
      </dgm:t>
    </dgm:pt>
    <dgm:pt modelId="{3253D144-31C6-4BB8-A465-F6526617C428}" type="sibTrans" cxnId="{431E2087-1981-4BC9-AE39-31D0A9EC1C35}">
      <dgm:prSet/>
      <dgm:spPr/>
      <dgm:t>
        <a:bodyPr/>
        <a:lstStyle/>
        <a:p>
          <a:endParaRPr lang="fr-FR"/>
        </a:p>
      </dgm:t>
    </dgm:pt>
    <dgm:pt modelId="{904B4AD5-6809-46CB-9F8F-774E19858825}" type="pres">
      <dgm:prSet presAssocID="{070DC0C6-D416-43EA-B8ED-D5B2113A809A}" presName="linearFlow" presStyleCnt="0">
        <dgm:presLayoutVars>
          <dgm:dir/>
          <dgm:animLvl val="lvl"/>
          <dgm:resizeHandles val="exact"/>
        </dgm:presLayoutVars>
      </dgm:prSet>
      <dgm:spPr/>
    </dgm:pt>
    <dgm:pt modelId="{105C6D18-0CBC-48F8-95FA-E29ED25233F2}" type="pres">
      <dgm:prSet presAssocID="{9C114801-CAC3-4A5F-8A12-C2D6E000B664}" presName="composite" presStyleCnt="0"/>
      <dgm:spPr/>
    </dgm:pt>
    <dgm:pt modelId="{7A793AFA-7D75-4F64-A1E8-E4B9D55C3D05}" type="pres">
      <dgm:prSet presAssocID="{9C114801-CAC3-4A5F-8A12-C2D6E000B664}" presName="parentText" presStyleLbl="alignNode1" presStyleIdx="0" presStyleCnt="6">
        <dgm:presLayoutVars>
          <dgm:chMax val="1"/>
          <dgm:bulletEnabled val="1"/>
        </dgm:presLayoutVars>
      </dgm:prSet>
      <dgm:spPr/>
    </dgm:pt>
    <dgm:pt modelId="{D348354D-45C4-4F36-B8B5-4CF15FA70D33}" type="pres">
      <dgm:prSet presAssocID="{9C114801-CAC3-4A5F-8A12-C2D6E000B664}" presName="descendantText" presStyleLbl="alignAcc1" presStyleIdx="0" presStyleCnt="6">
        <dgm:presLayoutVars>
          <dgm:bulletEnabled val="1"/>
        </dgm:presLayoutVars>
      </dgm:prSet>
      <dgm:spPr/>
    </dgm:pt>
    <dgm:pt modelId="{9E9B018A-760D-4B60-9DA5-3918585C2896}" type="pres">
      <dgm:prSet presAssocID="{2A0D71A6-1057-4C84-BD46-24F7173E776F}" presName="sp" presStyleCnt="0"/>
      <dgm:spPr/>
    </dgm:pt>
    <dgm:pt modelId="{6C6FD981-4DD2-406B-9376-444DB19D8C3C}" type="pres">
      <dgm:prSet presAssocID="{33F81538-CEAA-4917-85DF-92EBA4ADB062}" presName="composite" presStyleCnt="0"/>
      <dgm:spPr/>
    </dgm:pt>
    <dgm:pt modelId="{D8E23947-776E-480E-9D1E-3C443D745CF1}" type="pres">
      <dgm:prSet presAssocID="{33F81538-CEAA-4917-85DF-92EBA4ADB062}" presName="parentText" presStyleLbl="alignNode1" presStyleIdx="1" presStyleCnt="6">
        <dgm:presLayoutVars>
          <dgm:chMax val="1"/>
          <dgm:bulletEnabled val="1"/>
        </dgm:presLayoutVars>
      </dgm:prSet>
      <dgm:spPr/>
    </dgm:pt>
    <dgm:pt modelId="{75546590-EC9E-4994-9B6F-C3ABA43161DD}" type="pres">
      <dgm:prSet presAssocID="{33F81538-CEAA-4917-85DF-92EBA4ADB062}" presName="descendantText" presStyleLbl="alignAcc1" presStyleIdx="1" presStyleCnt="6">
        <dgm:presLayoutVars>
          <dgm:bulletEnabled val="1"/>
        </dgm:presLayoutVars>
      </dgm:prSet>
      <dgm:spPr/>
    </dgm:pt>
    <dgm:pt modelId="{5F7AD55F-5C90-41B0-BAAC-55F61292122E}" type="pres">
      <dgm:prSet presAssocID="{EA6C08CC-2B78-4430-82BD-D9D93ABBF257}" presName="sp" presStyleCnt="0"/>
      <dgm:spPr/>
    </dgm:pt>
    <dgm:pt modelId="{67AAD7B8-730F-4CEB-B1F6-C3F598CCF4DF}" type="pres">
      <dgm:prSet presAssocID="{3A783CF5-1F70-4856-AB08-9907FB03AD2A}" presName="composite" presStyleCnt="0"/>
      <dgm:spPr/>
    </dgm:pt>
    <dgm:pt modelId="{04978F30-AA93-463C-9BB0-41CEB5D987C6}" type="pres">
      <dgm:prSet presAssocID="{3A783CF5-1F70-4856-AB08-9907FB03AD2A}" presName="parentText" presStyleLbl="alignNode1" presStyleIdx="2" presStyleCnt="6">
        <dgm:presLayoutVars>
          <dgm:chMax val="1"/>
          <dgm:bulletEnabled val="1"/>
        </dgm:presLayoutVars>
      </dgm:prSet>
      <dgm:spPr/>
    </dgm:pt>
    <dgm:pt modelId="{382B9D09-32A1-4879-842C-4EBFF456F70D}" type="pres">
      <dgm:prSet presAssocID="{3A783CF5-1F70-4856-AB08-9907FB03AD2A}" presName="descendantText" presStyleLbl="alignAcc1" presStyleIdx="2" presStyleCnt="6">
        <dgm:presLayoutVars>
          <dgm:bulletEnabled val="1"/>
        </dgm:presLayoutVars>
      </dgm:prSet>
      <dgm:spPr/>
    </dgm:pt>
    <dgm:pt modelId="{B491921F-B739-4F56-AEA1-159B00DADEC0}" type="pres">
      <dgm:prSet presAssocID="{31563C07-98C3-4480-A989-398E41B9041D}" presName="sp" presStyleCnt="0"/>
      <dgm:spPr/>
    </dgm:pt>
    <dgm:pt modelId="{6DE413DE-6322-4DFB-82B3-2700281DFCB5}" type="pres">
      <dgm:prSet presAssocID="{9F56FBF2-6E83-474B-81B6-A46BFDC59362}" presName="composite" presStyleCnt="0"/>
      <dgm:spPr/>
    </dgm:pt>
    <dgm:pt modelId="{F05BAB32-5FD8-4ACC-BE23-7F934C91C8C4}" type="pres">
      <dgm:prSet presAssocID="{9F56FBF2-6E83-474B-81B6-A46BFDC59362}" presName="parentText" presStyleLbl="alignNode1" presStyleIdx="3" presStyleCnt="6">
        <dgm:presLayoutVars>
          <dgm:chMax val="1"/>
          <dgm:bulletEnabled val="1"/>
        </dgm:presLayoutVars>
      </dgm:prSet>
      <dgm:spPr/>
    </dgm:pt>
    <dgm:pt modelId="{7DEBE452-D49F-441E-8FEA-2D5E88746963}" type="pres">
      <dgm:prSet presAssocID="{9F56FBF2-6E83-474B-81B6-A46BFDC59362}" presName="descendantText" presStyleLbl="alignAcc1" presStyleIdx="3" presStyleCnt="6">
        <dgm:presLayoutVars>
          <dgm:bulletEnabled val="1"/>
        </dgm:presLayoutVars>
      </dgm:prSet>
      <dgm:spPr/>
    </dgm:pt>
    <dgm:pt modelId="{0CC99DCC-D71D-4186-BC0A-EE84D3FAB3F8}" type="pres">
      <dgm:prSet presAssocID="{611F51FC-1097-42EE-80D3-C60456146650}" presName="sp" presStyleCnt="0"/>
      <dgm:spPr/>
    </dgm:pt>
    <dgm:pt modelId="{BF424E7D-719F-4987-8BAC-8816C6DC0A2F}" type="pres">
      <dgm:prSet presAssocID="{6D0B8560-7ACD-4040-BEFA-B24FA8999E02}" presName="composite" presStyleCnt="0"/>
      <dgm:spPr/>
    </dgm:pt>
    <dgm:pt modelId="{C982BE34-8977-4488-8593-1CB60421ECD6}" type="pres">
      <dgm:prSet presAssocID="{6D0B8560-7ACD-4040-BEFA-B24FA8999E02}" presName="parentText" presStyleLbl="alignNode1" presStyleIdx="4" presStyleCnt="6">
        <dgm:presLayoutVars>
          <dgm:chMax val="1"/>
          <dgm:bulletEnabled val="1"/>
        </dgm:presLayoutVars>
      </dgm:prSet>
      <dgm:spPr/>
    </dgm:pt>
    <dgm:pt modelId="{701F3621-29A6-4410-96C2-54CAB3AE0219}" type="pres">
      <dgm:prSet presAssocID="{6D0B8560-7ACD-4040-BEFA-B24FA8999E02}" presName="descendantText" presStyleLbl="alignAcc1" presStyleIdx="4" presStyleCnt="6">
        <dgm:presLayoutVars>
          <dgm:bulletEnabled val="1"/>
        </dgm:presLayoutVars>
      </dgm:prSet>
      <dgm:spPr/>
    </dgm:pt>
    <dgm:pt modelId="{5739934F-355B-47EA-89D2-42D1C8F8FAD3}" type="pres">
      <dgm:prSet presAssocID="{92C1C2EA-D10A-4474-93EC-AB95E9FD070C}" presName="sp" presStyleCnt="0"/>
      <dgm:spPr/>
    </dgm:pt>
    <dgm:pt modelId="{03F0B0AE-F3A2-4EAF-BCBD-169F52E7BD98}" type="pres">
      <dgm:prSet presAssocID="{CC713F32-4CC4-44E0-B110-7C05F14B1BFA}" presName="composite" presStyleCnt="0"/>
      <dgm:spPr/>
    </dgm:pt>
    <dgm:pt modelId="{11AA0E6F-3938-44DA-97C1-59F74FFB8ECA}" type="pres">
      <dgm:prSet presAssocID="{CC713F32-4CC4-44E0-B110-7C05F14B1BFA}" presName="parentText" presStyleLbl="alignNode1" presStyleIdx="5" presStyleCnt="6">
        <dgm:presLayoutVars>
          <dgm:chMax val="1"/>
          <dgm:bulletEnabled val="1"/>
        </dgm:presLayoutVars>
      </dgm:prSet>
      <dgm:spPr/>
    </dgm:pt>
    <dgm:pt modelId="{49A57842-C0EF-449B-BB4B-83B05077417B}" type="pres">
      <dgm:prSet presAssocID="{CC713F32-4CC4-44E0-B110-7C05F14B1BFA}" presName="descendantText" presStyleLbl="alignAcc1" presStyleIdx="5" presStyleCnt="6">
        <dgm:presLayoutVars>
          <dgm:bulletEnabled val="1"/>
        </dgm:presLayoutVars>
      </dgm:prSet>
      <dgm:spPr/>
    </dgm:pt>
  </dgm:ptLst>
  <dgm:cxnLst>
    <dgm:cxn modelId="{A7DF1B03-729A-469B-BE04-9A56DB0D0532}" type="presOf" srcId="{CC713F32-4CC4-44E0-B110-7C05F14B1BFA}" destId="{11AA0E6F-3938-44DA-97C1-59F74FFB8ECA}" srcOrd="0" destOrd="0" presId="urn:microsoft.com/office/officeart/2005/8/layout/chevron2"/>
    <dgm:cxn modelId="{E7892703-22D1-4B31-9E1C-645BDF244529}" srcId="{6D0B8560-7ACD-4040-BEFA-B24FA8999E02}" destId="{A14F5A27-998A-4EBE-B8BF-C1A3D451AD92}" srcOrd="0" destOrd="0" parTransId="{67962722-5BE2-4D02-8827-E9C45AAEA74A}" sibTransId="{E6FD7432-9A9C-455E-BF28-4FB175A1C92E}"/>
    <dgm:cxn modelId="{3D354E2F-87D9-4ABB-8E73-4BF85A47B10A}" type="presOf" srcId="{3A783CF5-1F70-4856-AB08-9907FB03AD2A}" destId="{04978F30-AA93-463C-9BB0-41CEB5D987C6}" srcOrd="0" destOrd="0" presId="urn:microsoft.com/office/officeart/2005/8/layout/chevron2"/>
    <dgm:cxn modelId="{587D1F30-177C-40E5-A897-F49865F0F0F9}" srcId="{070DC0C6-D416-43EA-B8ED-D5B2113A809A}" destId="{CC713F32-4CC4-44E0-B110-7C05F14B1BFA}" srcOrd="5" destOrd="0" parTransId="{3F012F0A-E637-440B-82EB-7E6CA03B8FA9}" sibTransId="{75A8133E-8B4C-4D36-B74B-27B0F1C6D295}"/>
    <dgm:cxn modelId="{5FBEDC34-E07E-400A-A09C-8FFA01497DD1}" type="presOf" srcId="{7579395F-81C8-4AF8-B7E0-0425AA1AD0FF}" destId="{D348354D-45C4-4F36-B8B5-4CF15FA70D33}" srcOrd="0" destOrd="0" presId="urn:microsoft.com/office/officeart/2005/8/layout/chevron2"/>
    <dgm:cxn modelId="{6AD6EF61-7324-44EC-A3E5-8ECCBE094438}" srcId="{3A783CF5-1F70-4856-AB08-9907FB03AD2A}" destId="{73A8005A-D97F-4579-BFF5-4834199E9E30}" srcOrd="0" destOrd="0" parTransId="{2E5B2BDB-6302-4775-9FDE-EAD7F78A81F3}" sibTransId="{05F3AE9C-68DC-4950-87C8-66F026ABBE62}"/>
    <dgm:cxn modelId="{D7EBAB66-5E4F-4BAE-A30D-147C03C594C7}" srcId="{9C114801-CAC3-4A5F-8A12-C2D6E000B664}" destId="{7579395F-81C8-4AF8-B7E0-0425AA1AD0FF}" srcOrd="0" destOrd="0" parTransId="{3F286716-333D-4A21-ABAD-281838F2ABC6}" sibTransId="{EAA5B57C-AF47-4B81-B032-6CA325FEB6E0}"/>
    <dgm:cxn modelId="{15FDA94B-C761-42C1-A258-FB566B447B54}" srcId="{070DC0C6-D416-43EA-B8ED-D5B2113A809A}" destId="{6D0B8560-7ACD-4040-BEFA-B24FA8999E02}" srcOrd="4" destOrd="0" parTransId="{A5D4A58B-5A63-4E25-879B-E58C032374B5}" sibTransId="{92C1C2EA-D10A-4474-93EC-AB95E9FD070C}"/>
    <dgm:cxn modelId="{BF0D4970-8758-4228-B3CD-314877CDA78C}" srcId="{33F81538-CEAA-4917-85DF-92EBA4ADB062}" destId="{CF909AE4-8284-4C1C-8824-17FCA46BD185}" srcOrd="0" destOrd="0" parTransId="{55263672-D812-4D67-B469-7146F324A610}" sibTransId="{E6BBA966-8722-46B2-9AC0-E367E32BC041}"/>
    <dgm:cxn modelId="{74F29553-9506-4278-9E57-660657543238}" type="presOf" srcId="{41CADDD9-BFBE-484C-A77D-0A05C52C26F5}" destId="{49A57842-C0EF-449B-BB4B-83B05077417B}" srcOrd="0" destOrd="0" presId="urn:microsoft.com/office/officeart/2005/8/layout/chevron2"/>
    <dgm:cxn modelId="{0922077D-9B8E-4743-8640-C870A21C2317}" srcId="{070DC0C6-D416-43EA-B8ED-D5B2113A809A}" destId="{9F56FBF2-6E83-474B-81B6-A46BFDC59362}" srcOrd="3" destOrd="0" parTransId="{5827C676-64E8-410D-A1C3-E93EC7E46078}" sibTransId="{611F51FC-1097-42EE-80D3-C60456146650}"/>
    <dgm:cxn modelId="{C649977E-5472-4341-B016-AC5079E33EA1}" type="presOf" srcId="{33F81538-CEAA-4917-85DF-92EBA4ADB062}" destId="{D8E23947-776E-480E-9D1E-3C443D745CF1}" srcOrd="0" destOrd="0" presId="urn:microsoft.com/office/officeart/2005/8/layout/chevron2"/>
    <dgm:cxn modelId="{31F94D80-9172-4E2F-A5A2-5A7406E4F453}" type="presOf" srcId="{73A8005A-D97F-4579-BFF5-4834199E9E30}" destId="{382B9D09-32A1-4879-842C-4EBFF456F70D}" srcOrd="0" destOrd="0" presId="urn:microsoft.com/office/officeart/2005/8/layout/chevron2"/>
    <dgm:cxn modelId="{431E2087-1981-4BC9-AE39-31D0A9EC1C35}" srcId="{CC713F32-4CC4-44E0-B110-7C05F14B1BFA}" destId="{41CADDD9-BFBE-484C-A77D-0A05C52C26F5}" srcOrd="0" destOrd="0" parTransId="{E0B61AF2-37B4-41B4-98D3-8DA905833213}" sibTransId="{3253D144-31C6-4BB8-A465-F6526617C428}"/>
    <dgm:cxn modelId="{D243BB8C-4329-4AD1-A435-C1DC226742C8}" type="presOf" srcId="{6D0B8560-7ACD-4040-BEFA-B24FA8999E02}" destId="{C982BE34-8977-4488-8593-1CB60421ECD6}" srcOrd="0" destOrd="0" presId="urn:microsoft.com/office/officeart/2005/8/layout/chevron2"/>
    <dgm:cxn modelId="{B0AD9491-EE4B-491D-9D91-01496C6B7CE2}" srcId="{070DC0C6-D416-43EA-B8ED-D5B2113A809A}" destId="{9C114801-CAC3-4A5F-8A12-C2D6E000B664}" srcOrd="0" destOrd="0" parTransId="{DF809216-107C-466F-B6C9-3CCBEEE90572}" sibTransId="{2A0D71A6-1057-4C84-BD46-24F7173E776F}"/>
    <dgm:cxn modelId="{4FC18C96-8EAE-48A7-BFDF-F12B18F30AF4}" srcId="{9F56FBF2-6E83-474B-81B6-A46BFDC59362}" destId="{F6A27E43-6AB7-4EA0-A90D-24F0297FCC94}" srcOrd="0" destOrd="0" parTransId="{7714E1CE-5478-4815-836F-CACC22BAAAD5}" sibTransId="{70004A75-7879-4D6D-A7C3-0027175C5A74}"/>
    <dgm:cxn modelId="{C13A8799-573D-469E-84CA-79F46D80568F}" type="presOf" srcId="{070DC0C6-D416-43EA-B8ED-D5B2113A809A}" destId="{904B4AD5-6809-46CB-9F8F-774E19858825}" srcOrd="0" destOrd="0" presId="urn:microsoft.com/office/officeart/2005/8/layout/chevron2"/>
    <dgm:cxn modelId="{3A03239C-D80D-42C0-9A3F-E91A27A2EAB7}" type="presOf" srcId="{A14F5A27-998A-4EBE-B8BF-C1A3D451AD92}" destId="{701F3621-29A6-4410-96C2-54CAB3AE0219}" srcOrd="0" destOrd="0" presId="urn:microsoft.com/office/officeart/2005/8/layout/chevron2"/>
    <dgm:cxn modelId="{2C5D9DBE-AC95-427E-B50E-358D33B6D11B}" srcId="{070DC0C6-D416-43EA-B8ED-D5B2113A809A}" destId="{33F81538-CEAA-4917-85DF-92EBA4ADB062}" srcOrd="1" destOrd="0" parTransId="{11BA43D9-BDE4-46BE-BE66-EC1CCF6D5919}" sibTransId="{EA6C08CC-2B78-4430-82BD-D9D93ABBF257}"/>
    <dgm:cxn modelId="{251EE6BF-2257-4DC5-A0A0-8188AD7D028C}" type="presOf" srcId="{9F56FBF2-6E83-474B-81B6-A46BFDC59362}" destId="{F05BAB32-5FD8-4ACC-BE23-7F934C91C8C4}" srcOrd="0" destOrd="0" presId="urn:microsoft.com/office/officeart/2005/8/layout/chevron2"/>
    <dgm:cxn modelId="{B2923BCC-0EF1-48A7-A847-F359614890A8}" srcId="{070DC0C6-D416-43EA-B8ED-D5B2113A809A}" destId="{3A783CF5-1F70-4856-AB08-9907FB03AD2A}" srcOrd="2" destOrd="0" parTransId="{2AC30BDB-49CC-4CAC-8AC9-627D4C982E18}" sibTransId="{31563C07-98C3-4480-A989-398E41B9041D}"/>
    <dgm:cxn modelId="{9FE815DA-51F9-43A8-B34E-7CE3A2ADBCAA}" type="presOf" srcId="{CF909AE4-8284-4C1C-8824-17FCA46BD185}" destId="{75546590-EC9E-4994-9B6F-C3ABA43161DD}" srcOrd="0" destOrd="0" presId="urn:microsoft.com/office/officeart/2005/8/layout/chevron2"/>
    <dgm:cxn modelId="{F62B2CDE-F505-4976-9477-516D6F2DD772}" type="presOf" srcId="{F6A27E43-6AB7-4EA0-A90D-24F0297FCC94}" destId="{7DEBE452-D49F-441E-8FEA-2D5E88746963}" srcOrd="0" destOrd="0" presId="urn:microsoft.com/office/officeart/2005/8/layout/chevron2"/>
    <dgm:cxn modelId="{3EED0DF7-2E33-4283-89D4-E8A713C51B88}" type="presOf" srcId="{9C114801-CAC3-4A5F-8A12-C2D6E000B664}" destId="{7A793AFA-7D75-4F64-A1E8-E4B9D55C3D05}" srcOrd="0" destOrd="0" presId="urn:microsoft.com/office/officeart/2005/8/layout/chevron2"/>
    <dgm:cxn modelId="{7E9E53B7-F94F-40A5-8D29-56B860335E97}" type="presParOf" srcId="{904B4AD5-6809-46CB-9F8F-774E19858825}" destId="{105C6D18-0CBC-48F8-95FA-E29ED25233F2}" srcOrd="0" destOrd="0" presId="urn:microsoft.com/office/officeart/2005/8/layout/chevron2"/>
    <dgm:cxn modelId="{1E543D60-4C27-4BD7-9F01-945E9AE31B6D}" type="presParOf" srcId="{105C6D18-0CBC-48F8-95FA-E29ED25233F2}" destId="{7A793AFA-7D75-4F64-A1E8-E4B9D55C3D05}" srcOrd="0" destOrd="0" presId="urn:microsoft.com/office/officeart/2005/8/layout/chevron2"/>
    <dgm:cxn modelId="{23BCBB27-22BD-4C3A-B1F3-11A6FE0F691C}" type="presParOf" srcId="{105C6D18-0CBC-48F8-95FA-E29ED25233F2}" destId="{D348354D-45C4-4F36-B8B5-4CF15FA70D33}" srcOrd="1" destOrd="0" presId="urn:microsoft.com/office/officeart/2005/8/layout/chevron2"/>
    <dgm:cxn modelId="{CDF89A73-2B10-49FD-AC1D-2F245B7377DA}" type="presParOf" srcId="{904B4AD5-6809-46CB-9F8F-774E19858825}" destId="{9E9B018A-760D-4B60-9DA5-3918585C2896}" srcOrd="1" destOrd="0" presId="urn:microsoft.com/office/officeart/2005/8/layout/chevron2"/>
    <dgm:cxn modelId="{71DA8EE5-D9A1-4E00-B992-6643AA9B728F}" type="presParOf" srcId="{904B4AD5-6809-46CB-9F8F-774E19858825}" destId="{6C6FD981-4DD2-406B-9376-444DB19D8C3C}" srcOrd="2" destOrd="0" presId="urn:microsoft.com/office/officeart/2005/8/layout/chevron2"/>
    <dgm:cxn modelId="{8D60B02D-021B-4B5C-B594-24FE939A6114}" type="presParOf" srcId="{6C6FD981-4DD2-406B-9376-444DB19D8C3C}" destId="{D8E23947-776E-480E-9D1E-3C443D745CF1}" srcOrd="0" destOrd="0" presId="urn:microsoft.com/office/officeart/2005/8/layout/chevron2"/>
    <dgm:cxn modelId="{6517EF1A-22E5-45C0-B256-C953FBB2A6BB}" type="presParOf" srcId="{6C6FD981-4DD2-406B-9376-444DB19D8C3C}" destId="{75546590-EC9E-4994-9B6F-C3ABA43161DD}" srcOrd="1" destOrd="0" presId="urn:microsoft.com/office/officeart/2005/8/layout/chevron2"/>
    <dgm:cxn modelId="{EBCA1960-C34B-4B5A-AE5B-0D3BE25F6AC7}" type="presParOf" srcId="{904B4AD5-6809-46CB-9F8F-774E19858825}" destId="{5F7AD55F-5C90-41B0-BAAC-55F61292122E}" srcOrd="3" destOrd="0" presId="urn:microsoft.com/office/officeart/2005/8/layout/chevron2"/>
    <dgm:cxn modelId="{4D9FF228-BA82-48F9-BA9A-66C07802DE64}" type="presParOf" srcId="{904B4AD5-6809-46CB-9F8F-774E19858825}" destId="{67AAD7B8-730F-4CEB-B1F6-C3F598CCF4DF}" srcOrd="4" destOrd="0" presId="urn:microsoft.com/office/officeart/2005/8/layout/chevron2"/>
    <dgm:cxn modelId="{DAEE812C-C662-4870-AE92-5CDCCA212A93}" type="presParOf" srcId="{67AAD7B8-730F-4CEB-B1F6-C3F598CCF4DF}" destId="{04978F30-AA93-463C-9BB0-41CEB5D987C6}" srcOrd="0" destOrd="0" presId="urn:microsoft.com/office/officeart/2005/8/layout/chevron2"/>
    <dgm:cxn modelId="{A813A5CF-30E0-412A-8744-B8AEED19C720}" type="presParOf" srcId="{67AAD7B8-730F-4CEB-B1F6-C3F598CCF4DF}" destId="{382B9D09-32A1-4879-842C-4EBFF456F70D}" srcOrd="1" destOrd="0" presId="urn:microsoft.com/office/officeart/2005/8/layout/chevron2"/>
    <dgm:cxn modelId="{A984524C-C8F8-4F34-8870-383E72D95212}" type="presParOf" srcId="{904B4AD5-6809-46CB-9F8F-774E19858825}" destId="{B491921F-B739-4F56-AEA1-159B00DADEC0}" srcOrd="5" destOrd="0" presId="urn:microsoft.com/office/officeart/2005/8/layout/chevron2"/>
    <dgm:cxn modelId="{3C0C57E1-8510-4F8D-81C0-5A5CA43D06DB}" type="presParOf" srcId="{904B4AD5-6809-46CB-9F8F-774E19858825}" destId="{6DE413DE-6322-4DFB-82B3-2700281DFCB5}" srcOrd="6" destOrd="0" presId="urn:microsoft.com/office/officeart/2005/8/layout/chevron2"/>
    <dgm:cxn modelId="{DE75811C-1FBF-456E-BA9C-289C6CFE3927}" type="presParOf" srcId="{6DE413DE-6322-4DFB-82B3-2700281DFCB5}" destId="{F05BAB32-5FD8-4ACC-BE23-7F934C91C8C4}" srcOrd="0" destOrd="0" presId="urn:microsoft.com/office/officeart/2005/8/layout/chevron2"/>
    <dgm:cxn modelId="{CCE79F55-4DD3-45C5-A2D4-6F543BC5DC55}" type="presParOf" srcId="{6DE413DE-6322-4DFB-82B3-2700281DFCB5}" destId="{7DEBE452-D49F-441E-8FEA-2D5E88746963}" srcOrd="1" destOrd="0" presId="urn:microsoft.com/office/officeart/2005/8/layout/chevron2"/>
    <dgm:cxn modelId="{496ED4DB-C9E3-4742-B542-EFBA0999A775}" type="presParOf" srcId="{904B4AD5-6809-46CB-9F8F-774E19858825}" destId="{0CC99DCC-D71D-4186-BC0A-EE84D3FAB3F8}" srcOrd="7" destOrd="0" presId="urn:microsoft.com/office/officeart/2005/8/layout/chevron2"/>
    <dgm:cxn modelId="{45850D9E-3048-4FFC-8703-100CFBA19549}" type="presParOf" srcId="{904B4AD5-6809-46CB-9F8F-774E19858825}" destId="{BF424E7D-719F-4987-8BAC-8816C6DC0A2F}" srcOrd="8" destOrd="0" presId="urn:microsoft.com/office/officeart/2005/8/layout/chevron2"/>
    <dgm:cxn modelId="{C49B7BE1-7900-4988-829E-C91ED1D6250E}" type="presParOf" srcId="{BF424E7D-719F-4987-8BAC-8816C6DC0A2F}" destId="{C982BE34-8977-4488-8593-1CB60421ECD6}" srcOrd="0" destOrd="0" presId="urn:microsoft.com/office/officeart/2005/8/layout/chevron2"/>
    <dgm:cxn modelId="{9D3155B0-B419-4B0C-84D5-1BA1BD3D79B9}" type="presParOf" srcId="{BF424E7D-719F-4987-8BAC-8816C6DC0A2F}" destId="{701F3621-29A6-4410-96C2-54CAB3AE0219}" srcOrd="1" destOrd="0" presId="urn:microsoft.com/office/officeart/2005/8/layout/chevron2"/>
    <dgm:cxn modelId="{67A53450-A173-4CC4-A423-4C56924D606D}" type="presParOf" srcId="{904B4AD5-6809-46CB-9F8F-774E19858825}" destId="{5739934F-355B-47EA-89D2-42D1C8F8FAD3}" srcOrd="9" destOrd="0" presId="urn:microsoft.com/office/officeart/2005/8/layout/chevron2"/>
    <dgm:cxn modelId="{A91CC1C6-6445-4C2B-9300-2786B2E874C1}" type="presParOf" srcId="{904B4AD5-6809-46CB-9F8F-774E19858825}" destId="{03F0B0AE-F3A2-4EAF-BCBD-169F52E7BD98}" srcOrd="10" destOrd="0" presId="urn:microsoft.com/office/officeart/2005/8/layout/chevron2"/>
    <dgm:cxn modelId="{C27EB1BE-8F50-42F9-BBAF-96E96BB65D64}" type="presParOf" srcId="{03F0B0AE-F3A2-4EAF-BCBD-169F52E7BD98}" destId="{11AA0E6F-3938-44DA-97C1-59F74FFB8ECA}" srcOrd="0" destOrd="0" presId="urn:microsoft.com/office/officeart/2005/8/layout/chevron2"/>
    <dgm:cxn modelId="{1B7D069C-6079-4006-AD0E-9F1181D76DC8}" type="presParOf" srcId="{03F0B0AE-F3A2-4EAF-BCBD-169F52E7BD98}" destId="{49A57842-C0EF-449B-BB4B-83B05077417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0DC0C6-D416-43EA-B8ED-D5B2113A809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9C114801-CAC3-4A5F-8A12-C2D6E000B664}">
      <dgm:prSet phldrT="[Text]"/>
      <dgm:spPr>
        <a:solidFill>
          <a:schemeClr val="accent2"/>
        </a:solidFill>
      </dgm:spPr>
      <dgm:t>
        <a:bodyPr/>
        <a:lstStyle/>
        <a:p>
          <a:r>
            <a:rPr lang="fr-FR" dirty="0">
              <a:latin typeface="Cambria" panose="02040503050406030204" pitchFamily="18" charset="0"/>
              <a:ea typeface="Cambria" panose="02040503050406030204" pitchFamily="18" charset="0"/>
            </a:rPr>
            <a:t>1.</a:t>
          </a:r>
        </a:p>
      </dgm:t>
    </dgm:pt>
    <dgm:pt modelId="{DF809216-107C-466F-B6C9-3CCBEEE90572}" type="par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2A0D71A6-1057-4C84-BD46-24F7173E776F}" type="sib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7579395F-81C8-4AF8-B7E0-0425AA1AD0FF}">
      <dgm:prSet phldrT="[Text]"/>
      <dgm:spPr>
        <a:solidFill>
          <a:schemeClr val="accent2">
            <a:alpha val="90000"/>
          </a:schemeClr>
        </a:solidFill>
      </dgm:spPr>
      <dgm:t>
        <a:bodyPr/>
        <a:lstStyle/>
        <a:p>
          <a:r>
            <a:rPr lang="fr-FR" dirty="0">
              <a:solidFill>
                <a:schemeClr val="bg1"/>
              </a:solidFill>
              <a:latin typeface="Cambria" panose="02040503050406030204" pitchFamily="18" charset="0"/>
              <a:ea typeface="Cambria" panose="02040503050406030204" pitchFamily="18" charset="0"/>
            </a:rPr>
            <a:t>Introduction</a:t>
          </a:r>
        </a:p>
      </dgm:t>
    </dgm:pt>
    <dgm:pt modelId="{3F286716-333D-4A21-ABAD-281838F2ABC6}" type="par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EAA5B57C-AF47-4B81-B032-6CA325FEB6E0}" type="sib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33F81538-CEAA-4917-85DF-92EBA4ADB062}">
      <dgm:prSet phldrT="[Text]"/>
      <dgm:spPr/>
      <dgm:t>
        <a:bodyPr/>
        <a:lstStyle/>
        <a:p>
          <a:r>
            <a:rPr lang="fr-FR" dirty="0">
              <a:latin typeface="Cambria" panose="02040503050406030204" pitchFamily="18" charset="0"/>
              <a:ea typeface="Cambria" panose="02040503050406030204" pitchFamily="18" charset="0"/>
            </a:rPr>
            <a:t>2.</a:t>
          </a:r>
        </a:p>
      </dgm:t>
    </dgm:pt>
    <dgm:pt modelId="{11BA43D9-BDE4-46BE-BE66-EC1CCF6D5919}" type="par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EA6C08CC-2B78-4430-82BD-D9D93ABBF257}" type="sib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CF909AE4-8284-4C1C-8824-17FCA46BD185}">
      <dgm:prSet phldrT="[Text]"/>
      <dgm:spPr/>
      <dgm:t>
        <a:bodyPr/>
        <a:lstStyle/>
        <a:p>
          <a:r>
            <a:rPr lang="fr-FR" dirty="0">
              <a:latin typeface="Cambria" panose="02040503050406030204" pitchFamily="18" charset="0"/>
              <a:ea typeface="Cambria" panose="02040503050406030204" pitchFamily="18" charset="0"/>
            </a:rPr>
            <a:t>Principales caractéristiques du cloud</a:t>
          </a:r>
        </a:p>
      </dgm:t>
    </dgm:pt>
    <dgm:pt modelId="{55263672-D812-4D67-B469-7146F324A610}" type="par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E6BBA966-8722-46B2-9AC0-E367E32BC041}" type="sib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3A783CF5-1F70-4856-AB08-9907FB03AD2A}">
      <dgm:prSet phldrT="[Text]"/>
      <dgm:spPr/>
      <dgm:t>
        <a:bodyPr/>
        <a:lstStyle/>
        <a:p>
          <a:r>
            <a:rPr lang="fr-FR" dirty="0">
              <a:latin typeface="Cambria" panose="02040503050406030204" pitchFamily="18" charset="0"/>
              <a:ea typeface="Cambria" panose="02040503050406030204" pitchFamily="18" charset="0"/>
            </a:rPr>
            <a:t>3.</a:t>
          </a:r>
        </a:p>
      </dgm:t>
    </dgm:pt>
    <dgm:pt modelId="{2AC30BDB-49CC-4CAC-8AC9-627D4C982E18}" type="par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31563C07-98C3-4480-A989-398E41B9041D}" type="sib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73A8005A-D97F-4579-BFF5-4834199E9E30}">
      <dgm:prSet phldrT="[Text]"/>
      <dgm:spPr/>
      <dgm:t>
        <a:bodyPr/>
        <a:lstStyle/>
        <a:p>
          <a:r>
            <a:rPr lang="fr-FR" dirty="0">
              <a:latin typeface="Cambria" panose="02040503050406030204" pitchFamily="18" charset="0"/>
              <a:ea typeface="Cambria" panose="02040503050406030204" pitchFamily="18" charset="0"/>
            </a:rPr>
            <a:t>Différents types de cloud</a:t>
          </a:r>
        </a:p>
      </dgm:t>
    </dgm:pt>
    <dgm:pt modelId="{2E5B2BDB-6302-4775-9FDE-EAD7F78A81F3}" type="par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05F3AE9C-68DC-4950-87C8-66F026ABBE62}" type="sib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9F56FBF2-6E83-474B-81B6-A46BFDC59362}">
      <dgm:prSet phldrT="[Text]"/>
      <dgm:spPr/>
      <dgm:t>
        <a:bodyPr/>
        <a:lstStyle/>
        <a:p>
          <a:r>
            <a:rPr lang="fr-FR" dirty="0">
              <a:latin typeface="Cambria" panose="02040503050406030204" pitchFamily="18" charset="0"/>
              <a:ea typeface="Cambria" panose="02040503050406030204" pitchFamily="18" charset="0"/>
            </a:rPr>
            <a:t>4.</a:t>
          </a:r>
        </a:p>
      </dgm:t>
    </dgm:pt>
    <dgm:pt modelId="{5827C676-64E8-410D-A1C3-E93EC7E46078}" type="parTrans" cxnId="{0922077D-9B8E-4743-8640-C870A21C2317}">
      <dgm:prSet/>
      <dgm:spPr/>
      <dgm:t>
        <a:bodyPr/>
        <a:lstStyle/>
        <a:p>
          <a:endParaRPr lang="fr-FR"/>
        </a:p>
      </dgm:t>
    </dgm:pt>
    <dgm:pt modelId="{611F51FC-1097-42EE-80D3-C60456146650}" type="sibTrans" cxnId="{0922077D-9B8E-4743-8640-C870A21C2317}">
      <dgm:prSet/>
      <dgm:spPr/>
      <dgm:t>
        <a:bodyPr/>
        <a:lstStyle/>
        <a:p>
          <a:endParaRPr lang="fr-FR"/>
        </a:p>
      </dgm:t>
    </dgm:pt>
    <dgm:pt modelId="{F6A27E43-6AB7-4EA0-A90D-24F0297FCC94}">
      <dgm:prSet phldrT="[Text]"/>
      <dgm:spPr/>
      <dgm:t>
        <a:bodyPr/>
        <a:lstStyle/>
        <a:p>
          <a:r>
            <a:rPr lang="fr-FR" dirty="0">
              <a:latin typeface="Cambria" panose="02040503050406030204" pitchFamily="18" charset="0"/>
              <a:ea typeface="Cambria" panose="02040503050406030204" pitchFamily="18" charset="0"/>
            </a:rPr>
            <a:t>Différents modèles de service Cloud</a:t>
          </a:r>
        </a:p>
      </dgm:t>
    </dgm:pt>
    <dgm:pt modelId="{7714E1CE-5478-4815-836F-CACC22BAAAD5}" type="parTrans" cxnId="{4FC18C96-8EAE-48A7-BFDF-F12B18F30AF4}">
      <dgm:prSet/>
      <dgm:spPr/>
      <dgm:t>
        <a:bodyPr/>
        <a:lstStyle/>
        <a:p>
          <a:endParaRPr lang="fr-FR"/>
        </a:p>
      </dgm:t>
    </dgm:pt>
    <dgm:pt modelId="{70004A75-7879-4D6D-A7C3-0027175C5A74}" type="sibTrans" cxnId="{4FC18C96-8EAE-48A7-BFDF-F12B18F30AF4}">
      <dgm:prSet/>
      <dgm:spPr/>
      <dgm:t>
        <a:bodyPr/>
        <a:lstStyle/>
        <a:p>
          <a:endParaRPr lang="fr-FR"/>
        </a:p>
      </dgm:t>
    </dgm:pt>
    <dgm:pt modelId="{6D0B8560-7ACD-4040-BEFA-B24FA8999E02}">
      <dgm:prSet phldrT="[Text]"/>
      <dgm:spPr/>
      <dgm:t>
        <a:bodyPr/>
        <a:lstStyle/>
        <a:p>
          <a:r>
            <a:rPr lang="fr-FR" dirty="0">
              <a:latin typeface="Cambria" panose="02040503050406030204" pitchFamily="18" charset="0"/>
              <a:ea typeface="Cambria" panose="02040503050406030204" pitchFamily="18" charset="0"/>
            </a:rPr>
            <a:t>5.</a:t>
          </a:r>
        </a:p>
      </dgm:t>
    </dgm:pt>
    <dgm:pt modelId="{A5D4A58B-5A63-4E25-879B-E58C032374B5}" type="parTrans" cxnId="{15FDA94B-C761-42C1-A258-FB566B447B54}">
      <dgm:prSet/>
      <dgm:spPr/>
      <dgm:t>
        <a:bodyPr/>
        <a:lstStyle/>
        <a:p>
          <a:endParaRPr lang="fr-FR"/>
        </a:p>
      </dgm:t>
    </dgm:pt>
    <dgm:pt modelId="{92C1C2EA-D10A-4474-93EC-AB95E9FD070C}" type="sibTrans" cxnId="{15FDA94B-C761-42C1-A258-FB566B447B54}">
      <dgm:prSet/>
      <dgm:spPr/>
      <dgm:t>
        <a:bodyPr/>
        <a:lstStyle/>
        <a:p>
          <a:endParaRPr lang="fr-FR"/>
        </a:p>
      </dgm:t>
    </dgm:pt>
    <dgm:pt modelId="{A14F5A27-998A-4EBE-B8BF-C1A3D451AD92}">
      <dgm:prSet phldrT="[Text]"/>
      <dgm:spPr/>
      <dgm:t>
        <a:bodyPr/>
        <a:lstStyle/>
        <a:p>
          <a:r>
            <a:rPr lang="fr-FR" dirty="0">
              <a:latin typeface="Cambria" panose="02040503050406030204" pitchFamily="18" charset="0"/>
              <a:ea typeface="Cambria" panose="02040503050406030204" pitchFamily="18" charset="0"/>
            </a:rPr>
            <a:t>Grands principes du Edge &amp; Fog </a:t>
          </a:r>
          <a:r>
            <a:rPr lang="fr-FR" dirty="0" err="1">
              <a:latin typeface="Cambria" panose="02040503050406030204" pitchFamily="18" charset="0"/>
              <a:ea typeface="Cambria" panose="02040503050406030204" pitchFamily="18" charset="0"/>
            </a:rPr>
            <a:t>computing</a:t>
          </a:r>
          <a:endParaRPr lang="fr-FR" dirty="0">
            <a:latin typeface="Cambria" panose="02040503050406030204" pitchFamily="18" charset="0"/>
            <a:ea typeface="Cambria" panose="02040503050406030204" pitchFamily="18" charset="0"/>
          </a:endParaRPr>
        </a:p>
      </dgm:t>
    </dgm:pt>
    <dgm:pt modelId="{67962722-5BE2-4D02-8827-E9C45AAEA74A}" type="parTrans" cxnId="{E7892703-22D1-4B31-9E1C-645BDF244529}">
      <dgm:prSet/>
      <dgm:spPr/>
      <dgm:t>
        <a:bodyPr/>
        <a:lstStyle/>
        <a:p>
          <a:endParaRPr lang="fr-FR"/>
        </a:p>
      </dgm:t>
    </dgm:pt>
    <dgm:pt modelId="{E6FD7432-9A9C-455E-BF28-4FB175A1C92E}" type="sibTrans" cxnId="{E7892703-22D1-4B31-9E1C-645BDF244529}">
      <dgm:prSet/>
      <dgm:spPr/>
      <dgm:t>
        <a:bodyPr/>
        <a:lstStyle/>
        <a:p>
          <a:endParaRPr lang="fr-FR"/>
        </a:p>
      </dgm:t>
    </dgm:pt>
    <dgm:pt modelId="{CC713F32-4CC4-44E0-B110-7C05F14B1BFA}">
      <dgm:prSet phldrT="[Text]"/>
      <dgm:spPr/>
      <dgm:t>
        <a:bodyPr/>
        <a:lstStyle/>
        <a:p>
          <a:r>
            <a:rPr lang="fr-FR" dirty="0">
              <a:latin typeface="Cambria" panose="02040503050406030204" pitchFamily="18" charset="0"/>
              <a:ea typeface="Cambria" panose="02040503050406030204" pitchFamily="18" charset="0"/>
            </a:rPr>
            <a:t>6. </a:t>
          </a:r>
        </a:p>
      </dgm:t>
    </dgm:pt>
    <dgm:pt modelId="{3F012F0A-E637-440B-82EB-7E6CA03B8FA9}" type="parTrans" cxnId="{587D1F30-177C-40E5-A897-F49865F0F0F9}">
      <dgm:prSet/>
      <dgm:spPr/>
      <dgm:t>
        <a:bodyPr/>
        <a:lstStyle/>
        <a:p>
          <a:endParaRPr lang="fr-FR"/>
        </a:p>
      </dgm:t>
    </dgm:pt>
    <dgm:pt modelId="{75A8133E-8B4C-4D36-B74B-27B0F1C6D295}" type="sibTrans" cxnId="{587D1F30-177C-40E5-A897-F49865F0F0F9}">
      <dgm:prSet/>
      <dgm:spPr/>
      <dgm:t>
        <a:bodyPr/>
        <a:lstStyle/>
        <a:p>
          <a:endParaRPr lang="fr-FR"/>
        </a:p>
      </dgm:t>
    </dgm:pt>
    <dgm:pt modelId="{41CADDD9-BFBE-484C-A77D-0A05C52C26F5}">
      <dgm:prSet phldrT="[Text]"/>
      <dgm:spPr/>
      <dgm:t>
        <a:bodyPr/>
        <a:lstStyle/>
        <a:p>
          <a:r>
            <a:rPr lang="fr-FR" dirty="0">
              <a:latin typeface="Cambria" panose="02040503050406030204" pitchFamily="18" charset="0"/>
              <a:ea typeface="Cambria" panose="02040503050406030204" pitchFamily="18" charset="0"/>
            </a:rPr>
            <a:t>Applications</a:t>
          </a:r>
        </a:p>
      </dgm:t>
    </dgm:pt>
    <dgm:pt modelId="{E0B61AF2-37B4-41B4-98D3-8DA905833213}" type="parTrans" cxnId="{431E2087-1981-4BC9-AE39-31D0A9EC1C35}">
      <dgm:prSet/>
      <dgm:spPr/>
      <dgm:t>
        <a:bodyPr/>
        <a:lstStyle/>
        <a:p>
          <a:endParaRPr lang="fr-FR"/>
        </a:p>
      </dgm:t>
    </dgm:pt>
    <dgm:pt modelId="{3253D144-31C6-4BB8-A465-F6526617C428}" type="sibTrans" cxnId="{431E2087-1981-4BC9-AE39-31D0A9EC1C35}">
      <dgm:prSet/>
      <dgm:spPr/>
      <dgm:t>
        <a:bodyPr/>
        <a:lstStyle/>
        <a:p>
          <a:endParaRPr lang="fr-FR"/>
        </a:p>
      </dgm:t>
    </dgm:pt>
    <dgm:pt modelId="{904B4AD5-6809-46CB-9F8F-774E19858825}" type="pres">
      <dgm:prSet presAssocID="{070DC0C6-D416-43EA-B8ED-D5B2113A809A}" presName="linearFlow" presStyleCnt="0">
        <dgm:presLayoutVars>
          <dgm:dir/>
          <dgm:animLvl val="lvl"/>
          <dgm:resizeHandles val="exact"/>
        </dgm:presLayoutVars>
      </dgm:prSet>
      <dgm:spPr/>
    </dgm:pt>
    <dgm:pt modelId="{105C6D18-0CBC-48F8-95FA-E29ED25233F2}" type="pres">
      <dgm:prSet presAssocID="{9C114801-CAC3-4A5F-8A12-C2D6E000B664}" presName="composite" presStyleCnt="0"/>
      <dgm:spPr/>
    </dgm:pt>
    <dgm:pt modelId="{7A793AFA-7D75-4F64-A1E8-E4B9D55C3D05}" type="pres">
      <dgm:prSet presAssocID="{9C114801-CAC3-4A5F-8A12-C2D6E000B664}" presName="parentText" presStyleLbl="alignNode1" presStyleIdx="0" presStyleCnt="6">
        <dgm:presLayoutVars>
          <dgm:chMax val="1"/>
          <dgm:bulletEnabled val="1"/>
        </dgm:presLayoutVars>
      </dgm:prSet>
      <dgm:spPr/>
    </dgm:pt>
    <dgm:pt modelId="{D348354D-45C4-4F36-B8B5-4CF15FA70D33}" type="pres">
      <dgm:prSet presAssocID="{9C114801-CAC3-4A5F-8A12-C2D6E000B664}" presName="descendantText" presStyleLbl="alignAcc1" presStyleIdx="0" presStyleCnt="6">
        <dgm:presLayoutVars>
          <dgm:bulletEnabled val="1"/>
        </dgm:presLayoutVars>
      </dgm:prSet>
      <dgm:spPr/>
    </dgm:pt>
    <dgm:pt modelId="{9E9B018A-760D-4B60-9DA5-3918585C2896}" type="pres">
      <dgm:prSet presAssocID="{2A0D71A6-1057-4C84-BD46-24F7173E776F}" presName="sp" presStyleCnt="0"/>
      <dgm:spPr/>
    </dgm:pt>
    <dgm:pt modelId="{6C6FD981-4DD2-406B-9376-444DB19D8C3C}" type="pres">
      <dgm:prSet presAssocID="{33F81538-CEAA-4917-85DF-92EBA4ADB062}" presName="composite" presStyleCnt="0"/>
      <dgm:spPr/>
    </dgm:pt>
    <dgm:pt modelId="{D8E23947-776E-480E-9D1E-3C443D745CF1}" type="pres">
      <dgm:prSet presAssocID="{33F81538-CEAA-4917-85DF-92EBA4ADB062}" presName="parentText" presStyleLbl="alignNode1" presStyleIdx="1" presStyleCnt="6">
        <dgm:presLayoutVars>
          <dgm:chMax val="1"/>
          <dgm:bulletEnabled val="1"/>
        </dgm:presLayoutVars>
      </dgm:prSet>
      <dgm:spPr/>
    </dgm:pt>
    <dgm:pt modelId="{75546590-EC9E-4994-9B6F-C3ABA43161DD}" type="pres">
      <dgm:prSet presAssocID="{33F81538-CEAA-4917-85DF-92EBA4ADB062}" presName="descendantText" presStyleLbl="alignAcc1" presStyleIdx="1" presStyleCnt="6">
        <dgm:presLayoutVars>
          <dgm:bulletEnabled val="1"/>
        </dgm:presLayoutVars>
      </dgm:prSet>
      <dgm:spPr/>
    </dgm:pt>
    <dgm:pt modelId="{5F7AD55F-5C90-41B0-BAAC-55F61292122E}" type="pres">
      <dgm:prSet presAssocID="{EA6C08CC-2B78-4430-82BD-D9D93ABBF257}" presName="sp" presStyleCnt="0"/>
      <dgm:spPr/>
    </dgm:pt>
    <dgm:pt modelId="{67AAD7B8-730F-4CEB-B1F6-C3F598CCF4DF}" type="pres">
      <dgm:prSet presAssocID="{3A783CF5-1F70-4856-AB08-9907FB03AD2A}" presName="composite" presStyleCnt="0"/>
      <dgm:spPr/>
    </dgm:pt>
    <dgm:pt modelId="{04978F30-AA93-463C-9BB0-41CEB5D987C6}" type="pres">
      <dgm:prSet presAssocID="{3A783CF5-1F70-4856-AB08-9907FB03AD2A}" presName="parentText" presStyleLbl="alignNode1" presStyleIdx="2" presStyleCnt="6">
        <dgm:presLayoutVars>
          <dgm:chMax val="1"/>
          <dgm:bulletEnabled val="1"/>
        </dgm:presLayoutVars>
      </dgm:prSet>
      <dgm:spPr/>
    </dgm:pt>
    <dgm:pt modelId="{382B9D09-32A1-4879-842C-4EBFF456F70D}" type="pres">
      <dgm:prSet presAssocID="{3A783CF5-1F70-4856-AB08-9907FB03AD2A}" presName="descendantText" presStyleLbl="alignAcc1" presStyleIdx="2" presStyleCnt="6">
        <dgm:presLayoutVars>
          <dgm:bulletEnabled val="1"/>
        </dgm:presLayoutVars>
      </dgm:prSet>
      <dgm:spPr/>
    </dgm:pt>
    <dgm:pt modelId="{B491921F-B739-4F56-AEA1-159B00DADEC0}" type="pres">
      <dgm:prSet presAssocID="{31563C07-98C3-4480-A989-398E41B9041D}" presName="sp" presStyleCnt="0"/>
      <dgm:spPr/>
    </dgm:pt>
    <dgm:pt modelId="{6DE413DE-6322-4DFB-82B3-2700281DFCB5}" type="pres">
      <dgm:prSet presAssocID="{9F56FBF2-6E83-474B-81B6-A46BFDC59362}" presName="composite" presStyleCnt="0"/>
      <dgm:spPr/>
    </dgm:pt>
    <dgm:pt modelId="{F05BAB32-5FD8-4ACC-BE23-7F934C91C8C4}" type="pres">
      <dgm:prSet presAssocID="{9F56FBF2-6E83-474B-81B6-A46BFDC59362}" presName="parentText" presStyleLbl="alignNode1" presStyleIdx="3" presStyleCnt="6">
        <dgm:presLayoutVars>
          <dgm:chMax val="1"/>
          <dgm:bulletEnabled val="1"/>
        </dgm:presLayoutVars>
      </dgm:prSet>
      <dgm:spPr/>
    </dgm:pt>
    <dgm:pt modelId="{7DEBE452-D49F-441E-8FEA-2D5E88746963}" type="pres">
      <dgm:prSet presAssocID="{9F56FBF2-6E83-474B-81B6-A46BFDC59362}" presName="descendantText" presStyleLbl="alignAcc1" presStyleIdx="3" presStyleCnt="6">
        <dgm:presLayoutVars>
          <dgm:bulletEnabled val="1"/>
        </dgm:presLayoutVars>
      </dgm:prSet>
      <dgm:spPr/>
    </dgm:pt>
    <dgm:pt modelId="{0CC99DCC-D71D-4186-BC0A-EE84D3FAB3F8}" type="pres">
      <dgm:prSet presAssocID="{611F51FC-1097-42EE-80D3-C60456146650}" presName="sp" presStyleCnt="0"/>
      <dgm:spPr/>
    </dgm:pt>
    <dgm:pt modelId="{BF424E7D-719F-4987-8BAC-8816C6DC0A2F}" type="pres">
      <dgm:prSet presAssocID="{6D0B8560-7ACD-4040-BEFA-B24FA8999E02}" presName="composite" presStyleCnt="0"/>
      <dgm:spPr/>
    </dgm:pt>
    <dgm:pt modelId="{C982BE34-8977-4488-8593-1CB60421ECD6}" type="pres">
      <dgm:prSet presAssocID="{6D0B8560-7ACD-4040-BEFA-B24FA8999E02}" presName="parentText" presStyleLbl="alignNode1" presStyleIdx="4" presStyleCnt="6">
        <dgm:presLayoutVars>
          <dgm:chMax val="1"/>
          <dgm:bulletEnabled val="1"/>
        </dgm:presLayoutVars>
      </dgm:prSet>
      <dgm:spPr/>
    </dgm:pt>
    <dgm:pt modelId="{701F3621-29A6-4410-96C2-54CAB3AE0219}" type="pres">
      <dgm:prSet presAssocID="{6D0B8560-7ACD-4040-BEFA-B24FA8999E02}" presName="descendantText" presStyleLbl="alignAcc1" presStyleIdx="4" presStyleCnt="6">
        <dgm:presLayoutVars>
          <dgm:bulletEnabled val="1"/>
        </dgm:presLayoutVars>
      </dgm:prSet>
      <dgm:spPr/>
    </dgm:pt>
    <dgm:pt modelId="{5739934F-355B-47EA-89D2-42D1C8F8FAD3}" type="pres">
      <dgm:prSet presAssocID="{92C1C2EA-D10A-4474-93EC-AB95E9FD070C}" presName="sp" presStyleCnt="0"/>
      <dgm:spPr/>
    </dgm:pt>
    <dgm:pt modelId="{03F0B0AE-F3A2-4EAF-BCBD-169F52E7BD98}" type="pres">
      <dgm:prSet presAssocID="{CC713F32-4CC4-44E0-B110-7C05F14B1BFA}" presName="composite" presStyleCnt="0"/>
      <dgm:spPr/>
    </dgm:pt>
    <dgm:pt modelId="{11AA0E6F-3938-44DA-97C1-59F74FFB8ECA}" type="pres">
      <dgm:prSet presAssocID="{CC713F32-4CC4-44E0-B110-7C05F14B1BFA}" presName="parentText" presStyleLbl="alignNode1" presStyleIdx="5" presStyleCnt="6">
        <dgm:presLayoutVars>
          <dgm:chMax val="1"/>
          <dgm:bulletEnabled val="1"/>
        </dgm:presLayoutVars>
      </dgm:prSet>
      <dgm:spPr/>
    </dgm:pt>
    <dgm:pt modelId="{49A57842-C0EF-449B-BB4B-83B05077417B}" type="pres">
      <dgm:prSet presAssocID="{CC713F32-4CC4-44E0-B110-7C05F14B1BFA}" presName="descendantText" presStyleLbl="alignAcc1" presStyleIdx="5" presStyleCnt="6">
        <dgm:presLayoutVars>
          <dgm:bulletEnabled val="1"/>
        </dgm:presLayoutVars>
      </dgm:prSet>
      <dgm:spPr/>
    </dgm:pt>
  </dgm:ptLst>
  <dgm:cxnLst>
    <dgm:cxn modelId="{A7DF1B03-729A-469B-BE04-9A56DB0D0532}" type="presOf" srcId="{CC713F32-4CC4-44E0-B110-7C05F14B1BFA}" destId="{11AA0E6F-3938-44DA-97C1-59F74FFB8ECA}" srcOrd="0" destOrd="0" presId="urn:microsoft.com/office/officeart/2005/8/layout/chevron2"/>
    <dgm:cxn modelId="{E7892703-22D1-4B31-9E1C-645BDF244529}" srcId="{6D0B8560-7ACD-4040-BEFA-B24FA8999E02}" destId="{A14F5A27-998A-4EBE-B8BF-C1A3D451AD92}" srcOrd="0" destOrd="0" parTransId="{67962722-5BE2-4D02-8827-E9C45AAEA74A}" sibTransId="{E6FD7432-9A9C-455E-BF28-4FB175A1C92E}"/>
    <dgm:cxn modelId="{3D354E2F-87D9-4ABB-8E73-4BF85A47B10A}" type="presOf" srcId="{3A783CF5-1F70-4856-AB08-9907FB03AD2A}" destId="{04978F30-AA93-463C-9BB0-41CEB5D987C6}" srcOrd="0" destOrd="0" presId="urn:microsoft.com/office/officeart/2005/8/layout/chevron2"/>
    <dgm:cxn modelId="{587D1F30-177C-40E5-A897-F49865F0F0F9}" srcId="{070DC0C6-D416-43EA-B8ED-D5B2113A809A}" destId="{CC713F32-4CC4-44E0-B110-7C05F14B1BFA}" srcOrd="5" destOrd="0" parTransId="{3F012F0A-E637-440B-82EB-7E6CA03B8FA9}" sibTransId="{75A8133E-8B4C-4D36-B74B-27B0F1C6D295}"/>
    <dgm:cxn modelId="{5FBEDC34-E07E-400A-A09C-8FFA01497DD1}" type="presOf" srcId="{7579395F-81C8-4AF8-B7E0-0425AA1AD0FF}" destId="{D348354D-45C4-4F36-B8B5-4CF15FA70D33}" srcOrd="0" destOrd="0" presId="urn:microsoft.com/office/officeart/2005/8/layout/chevron2"/>
    <dgm:cxn modelId="{6AD6EF61-7324-44EC-A3E5-8ECCBE094438}" srcId="{3A783CF5-1F70-4856-AB08-9907FB03AD2A}" destId="{73A8005A-D97F-4579-BFF5-4834199E9E30}" srcOrd="0" destOrd="0" parTransId="{2E5B2BDB-6302-4775-9FDE-EAD7F78A81F3}" sibTransId="{05F3AE9C-68DC-4950-87C8-66F026ABBE62}"/>
    <dgm:cxn modelId="{D7EBAB66-5E4F-4BAE-A30D-147C03C594C7}" srcId="{9C114801-CAC3-4A5F-8A12-C2D6E000B664}" destId="{7579395F-81C8-4AF8-B7E0-0425AA1AD0FF}" srcOrd="0" destOrd="0" parTransId="{3F286716-333D-4A21-ABAD-281838F2ABC6}" sibTransId="{EAA5B57C-AF47-4B81-B032-6CA325FEB6E0}"/>
    <dgm:cxn modelId="{15FDA94B-C761-42C1-A258-FB566B447B54}" srcId="{070DC0C6-D416-43EA-B8ED-D5B2113A809A}" destId="{6D0B8560-7ACD-4040-BEFA-B24FA8999E02}" srcOrd="4" destOrd="0" parTransId="{A5D4A58B-5A63-4E25-879B-E58C032374B5}" sibTransId="{92C1C2EA-D10A-4474-93EC-AB95E9FD070C}"/>
    <dgm:cxn modelId="{BF0D4970-8758-4228-B3CD-314877CDA78C}" srcId="{33F81538-CEAA-4917-85DF-92EBA4ADB062}" destId="{CF909AE4-8284-4C1C-8824-17FCA46BD185}" srcOrd="0" destOrd="0" parTransId="{55263672-D812-4D67-B469-7146F324A610}" sibTransId="{E6BBA966-8722-46B2-9AC0-E367E32BC041}"/>
    <dgm:cxn modelId="{74F29553-9506-4278-9E57-660657543238}" type="presOf" srcId="{41CADDD9-BFBE-484C-A77D-0A05C52C26F5}" destId="{49A57842-C0EF-449B-BB4B-83B05077417B}" srcOrd="0" destOrd="0" presId="urn:microsoft.com/office/officeart/2005/8/layout/chevron2"/>
    <dgm:cxn modelId="{0922077D-9B8E-4743-8640-C870A21C2317}" srcId="{070DC0C6-D416-43EA-B8ED-D5B2113A809A}" destId="{9F56FBF2-6E83-474B-81B6-A46BFDC59362}" srcOrd="3" destOrd="0" parTransId="{5827C676-64E8-410D-A1C3-E93EC7E46078}" sibTransId="{611F51FC-1097-42EE-80D3-C60456146650}"/>
    <dgm:cxn modelId="{C649977E-5472-4341-B016-AC5079E33EA1}" type="presOf" srcId="{33F81538-CEAA-4917-85DF-92EBA4ADB062}" destId="{D8E23947-776E-480E-9D1E-3C443D745CF1}" srcOrd="0" destOrd="0" presId="urn:microsoft.com/office/officeart/2005/8/layout/chevron2"/>
    <dgm:cxn modelId="{31F94D80-9172-4E2F-A5A2-5A7406E4F453}" type="presOf" srcId="{73A8005A-D97F-4579-BFF5-4834199E9E30}" destId="{382B9D09-32A1-4879-842C-4EBFF456F70D}" srcOrd="0" destOrd="0" presId="urn:microsoft.com/office/officeart/2005/8/layout/chevron2"/>
    <dgm:cxn modelId="{431E2087-1981-4BC9-AE39-31D0A9EC1C35}" srcId="{CC713F32-4CC4-44E0-B110-7C05F14B1BFA}" destId="{41CADDD9-BFBE-484C-A77D-0A05C52C26F5}" srcOrd="0" destOrd="0" parTransId="{E0B61AF2-37B4-41B4-98D3-8DA905833213}" sibTransId="{3253D144-31C6-4BB8-A465-F6526617C428}"/>
    <dgm:cxn modelId="{D243BB8C-4329-4AD1-A435-C1DC226742C8}" type="presOf" srcId="{6D0B8560-7ACD-4040-BEFA-B24FA8999E02}" destId="{C982BE34-8977-4488-8593-1CB60421ECD6}" srcOrd="0" destOrd="0" presId="urn:microsoft.com/office/officeart/2005/8/layout/chevron2"/>
    <dgm:cxn modelId="{B0AD9491-EE4B-491D-9D91-01496C6B7CE2}" srcId="{070DC0C6-D416-43EA-B8ED-D5B2113A809A}" destId="{9C114801-CAC3-4A5F-8A12-C2D6E000B664}" srcOrd="0" destOrd="0" parTransId="{DF809216-107C-466F-B6C9-3CCBEEE90572}" sibTransId="{2A0D71A6-1057-4C84-BD46-24F7173E776F}"/>
    <dgm:cxn modelId="{4FC18C96-8EAE-48A7-BFDF-F12B18F30AF4}" srcId="{9F56FBF2-6E83-474B-81B6-A46BFDC59362}" destId="{F6A27E43-6AB7-4EA0-A90D-24F0297FCC94}" srcOrd="0" destOrd="0" parTransId="{7714E1CE-5478-4815-836F-CACC22BAAAD5}" sibTransId="{70004A75-7879-4D6D-A7C3-0027175C5A74}"/>
    <dgm:cxn modelId="{C13A8799-573D-469E-84CA-79F46D80568F}" type="presOf" srcId="{070DC0C6-D416-43EA-B8ED-D5B2113A809A}" destId="{904B4AD5-6809-46CB-9F8F-774E19858825}" srcOrd="0" destOrd="0" presId="urn:microsoft.com/office/officeart/2005/8/layout/chevron2"/>
    <dgm:cxn modelId="{3A03239C-D80D-42C0-9A3F-E91A27A2EAB7}" type="presOf" srcId="{A14F5A27-998A-4EBE-B8BF-C1A3D451AD92}" destId="{701F3621-29A6-4410-96C2-54CAB3AE0219}" srcOrd="0" destOrd="0" presId="urn:microsoft.com/office/officeart/2005/8/layout/chevron2"/>
    <dgm:cxn modelId="{2C5D9DBE-AC95-427E-B50E-358D33B6D11B}" srcId="{070DC0C6-D416-43EA-B8ED-D5B2113A809A}" destId="{33F81538-CEAA-4917-85DF-92EBA4ADB062}" srcOrd="1" destOrd="0" parTransId="{11BA43D9-BDE4-46BE-BE66-EC1CCF6D5919}" sibTransId="{EA6C08CC-2B78-4430-82BD-D9D93ABBF257}"/>
    <dgm:cxn modelId="{251EE6BF-2257-4DC5-A0A0-8188AD7D028C}" type="presOf" srcId="{9F56FBF2-6E83-474B-81B6-A46BFDC59362}" destId="{F05BAB32-5FD8-4ACC-BE23-7F934C91C8C4}" srcOrd="0" destOrd="0" presId="urn:microsoft.com/office/officeart/2005/8/layout/chevron2"/>
    <dgm:cxn modelId="{B2923BCC-0EF1-48A7-A847-F359614890A8}" srcId="{070DC0C6-D416-43EA-B8ED-D5B2113A809A}" destId="{3A783CF5-1F70-4856-AB08-9907FB03AD2A}" srcOrd="2" destOrd="0" parTransId="{2AC30BDB-49CC-4CAC-8AC9-627D4C982E18}" sibTransId="{31563C07-98C3-4480-A989-398E41B9041D}"/>
    <dgm:cxn modelId="{9FE815DA-51F9-43A8-B34E-7CE3A2ADBCAA}" type="presOf" srcId="{CF909AE4-8284-4C1C-8824-17FCA46BD185}" destId="{75546590-EC9E-4994-9B6F-C3ABA43161DD}" srcOrd="0" destOrd="0" presId="urn:microsoft.com/office/officeart/2005/8/layout/chevron2"/>
    <dgm:cxn modelId="{F62B2CDE-F505-4976-9477-516D6F2DD772}" type="presOf" srcId="{F6A27E43-6AB7-4EA0-A90D-24F0297FCC94}" destId="{7DEBE452-D49F-441E-8FEA-2D5E88746963}" srcOrd="0" destOrd="0" presId="urn:microsoft.com/office/officeart/2005/8/layout/chevron2"/>
    <dgm:cxn modelId="{3EED0DF7-2E33-4283-89D4-E8A713C51B88}" type="presOf" srcId="{9C114801-CAC3-4A5F-8A12-C2D6E000B664}" destId="{7A793AFA-7D75-4F64-A1E8-E4B9D55C3D05}" srcOrd="0" destOrd="0" presId="urn:microsoft.com/office/officeart/2005/8/layout/chevron2"/>
    <dgm:cxn modelId="{7E9E53B7-F94F-40A5-8D29-56B860335E97}" type="presParOf" srcId="{904B4AD5-6809-46CB-9F8F-774E19858825}" destId="{105C6D18-0CBC-48F8-95FA-E29ED25233F2}" srcOrd="0" destOrd="0" presId="urn:microsoft.com/office/officeart/2005/8/layout/chevron2"/>
    <dgm:cxn modelId="{1E543D60-4C27-4BD7-9F01-945E9AE31B6D}" type="presParOf" srcId="{105C6D18-0CBC-48F8-95FA-E29ED25233F2}" destId="{7A793AFA-7D75-4F64-A1E8-E4B9D55C3D05}" srcOrd="0" destOrd="0" presId="urn:microsoft.com/office/officeart/2005/8/layout/chevron2"/>
    <dgm:cxn modelId="{23BCBB27-22BD-4C3A-B1F3-11A6FE0F691C}" type="presParOf" srcId="{105C6D18-0CBC-48F8-95FA-E29ED25233F2}" destId="{D348354D-45C4-4F36-B8B5-4CF15FA70D33}" srcOrd="1" destOrd="0" presId="urn:microsoft.com/office/officeart/2005/8/layout/chevron2"/>
    <dgm:cxn modelId="{CDF89A73-2B10-49FD-AC1D-2F245B7377DA}" type="presParOf" srcId="{904B4AD5-6809-46CB-9F8F-774E19858825}" destId="{9E9B018A-760D-4B60-9DA5-3918585C2896}" srcOrd="1" destOrd="0" presId="urn:microsoft.com/office/officeart/2005/8/layout/chevron2"/>
    <dgm:cxn modelId="{71DA8EE5-D9A1-4E00-B992-6643AA9B728F}" type="presParOf" srcId="{904B4AD5-6809-46CB-9F8F-774E19858825}" destId="{6C6FD981-4DD2-406B-9376-444DB19D8C3C}" srcOrd="2" destOrd="0" presId="urn:microsoft.com/office/officeart/2005/8/layout/chevron2"/>
    <dgm:cxn modelId="{8D60B02D-021B-4B5C-B594-24FE939A6114}" type="presParOf" srcId="{6C6FD981-4DD2-406B-9376-444DB19D8C3C}" destId="{D8E23947-776E-480E-9D1E-3C443D745CF1}" srcOrd="0" destOrd="0" presId="urn:microsoft.com/office/officeart/2005/8/layout/chevron2"/>
    <dgm:cxn modelId="{6517EF1A-22E5-45C0-B256-C953FBB2A6BB}" type="presParOf" srcId="{6C6FD981-4DD2-406B-9376-444DB19D8C3C}" destId="{75546590-EC9E-4994-9B6F-C3ABA43161DD}" srcOrd="1" destOrd="0" presId="urn:microsoft.com/office/officeart/2005/8/layout/chevron2"/>
    <dgm:cxn modelId="{EBCA1960-C34B-4B5A-AE5B-0D3BE25F6AC7}" type="presParOf" srcId="{904B4AD5-6809-46CB-9F8F-774E19858825}" destId="{5F7AD55F-5C90-41B0-BAAC-55F61292122E}" srcOrd="3" destOrd="0" presId="urn:microsoft.com/office/officeart/2005/8/layout/chevron2"/>
    <dgm:cxn modelId="{4D9FF228-BA82-48F9-BA9A-66C07802DE64}" type="presParOf" srcId="{904B4AD5-6809-46CB-9F8F-774E19858825}" destId="{67AAD7B8-730F-4CEB-B1F6-C3F598CCF4DF}" srcOrd="4" destOrd="0" presId="urn:microsoft.com/office/officeart/2005/8/layout/chevron2"/>
    <dgm:cxn modelId="{DAEE812C-C662-4870-AE92-5CDCCA212A93}" type="presParOf" srcId="{67AAD7B8-730F-4CEB-B1F6-C3F598CCF4DF}" destId="{04978F30-AA93-463C-9BB0-41CEB5D987C6}" srcOrd="0" destOrd="0" presId="urn:microsoft.com/office/officeart/2005/8/layout/chevron2"/>
    <dgm:cxn modelId="{A813A5CF-30E0-412A-8744-B8AEED19C720}" type="presParOf" srcId="{67AAD7B8-730F-4CEB-B1F6-C3F598CCF4DF}" destId="{382B9D09-32A1-4879-842C-4EBFF456F70D}" srcOrd="1" destOrd="0" presId="urn:microsoft.com/office/officeart/2005/8/layout/chevron2"/>
    <dgm:cxn modelId="{A984524C-C8F8-4F34-8870-383E72D95212}" type="presParOf" srcId="{904B4AD5-6809-46CB-9F8F-774E19858825}" destId="{B491921F-B739-4F56-AEA1-159B00DADEC0}" srcOrd="5" destOrd="0" presId="urn:microsoft.com/office/officeart/2005/8/layout/chevron2"/>
    <dgm:cxn modelId="{3C0C57E1-8510-4F8D-81C0-5A5CA43D06DB}" type="presParOf" srcId="{904B4AD5-6809-46CB-9F8F-774E19858825}" destId="{6DE413DE-6322-4DFB-82B3-2700281DFCB5}" srcOrd="6" destOrd="0" presId="urn:microsoft.com/office/officeart/2005/8/layout/chevron2"/>
    <dgm:cxn modelId="{DE75811C-1FBF-456E-BA9C-289C6CFE3927}" type="presParOf" srcId="{6DE413DE-6322-4DFB-82B3-2700281DFCB5}" destId="{F05BAB32-5FD8-4ACC-BE23-7F934C91C8C4}" srcOrd="0" destOrd="0" presId="urn:microsoft.com/office/officeart/2005/8/layout/chevron2"/>
    <dgm:cxn modelId="{CCE79F55-4DD3-45C5-A2D4-6F543BC5DC55}" type="presParOf" srcId="{6DE413DE-6322-4DFB-82B3-2700281DFCB5}" destId="{7DEBE452-D49F-441E-8FEA-2D5E88746963}" srcOrd="1" destOrd="0" presId="urn:microsoft.com/office/officeart/2005/8/layout/chevron2"/>
    <dgm:cxn modelId="{496ED4DB-C9E3-4742-B542-EFBA0999A775}" type="presParOf" srcId="{904B4AD5-6809-46CB-9F8F-774E19858825}" destId="{0CC99DCC-D71D-4186-BC0A-EE84D3FAB3F8}" srcOrd="7" destOrd="0" presId="urn:microsoft.com/office/officeart/2005/8/layout/chevron2"/>
    <dgm:cxn modelId="{45850D9E-3048-4FFC-8703-100CFBA19549}" type="presParOf" srcId="{904B4AD5-6809-46CB-9F8F-774E19858825}" destId="{BF424E7D-719F-4987-8BAC-8816C6DC0A2F}" srcOrd="8" destOrd="0" presId="urn:microsoft.com/office/officeart/2005/8/layout/chevron2"/>
    <dgm:cxn modelId="{C49B7BE1-7900-4988-829E-C91ED1D6250E}" type="presParOf" srcId="{BF424E7D-719F-4987-8BAC-8816C6DC0A2F}" destId="{C982BE34-8977-4488-8593-1CB60421ECD6}" srcOrd="0" destOrd="0" presId="urn:microsoft.com/office/officeart/2005/8/layout/chevron2"/>
    <dgm:cxn modelId="{9D3155B0-B419-4B0C-84D5-1BA1BD3D79B9}" type="presParOf" srcId="{BF424E7D-719F-4987-8BAC-8816C6DC0A2F}" destId="{701F3621-29A6-4410-96C2-54CAB3AE0219}" srcOrd="1" destOrd="0" presId="urn:microsoft.com/office/officeart/2005/8/layout/chevron2"/>
    <dgm:cxn modelId="{67A53450-A173-4CC4-A423-4C56924D606D}" type="presParOf" srcId="{904B4AD5-6809-46CB-9F8F-774E19858825}" destId="{5739934F-355B-47EA-89D2-42D1C8F8FAD3}" srcOrd="9" destOrd="0" presId="urn:microsoft.com/office/officeart/2005/8/layout/chevron2"/>
    <dgm:cxn modelId="{A91CC1C6-6445-4C2B-9300-2786B2E874C1}" type="presParOf" srcId="{904B4AD5-6809-46CB-9F8F-774E19858825}" destId="{03F0B0AE-F3A2-4EAF-BCBD-169F52E7BD98}" srcOrd="10" destOrd="0" presId="urn:microsoft.com/office/officeart/2005/8/layout/chevron2"/>
    <dgm:cxn modelId="{C27EB1BE-8F50-42F9-BBAF-96E96BB65D64}" type="presParOf" srcId="{03F0B0AE-F3A2-4EAF-BCBD-169F52E7BD98}" destId="{11AA0E6F-3938-44DA-97C1-59F74FFB8ECA}" srcOrd="0" destOrd="0" presId="urn:microsoft.com/office/officeart/2005/8/layout/chevron2"/>
    <dgm:cxn modelId="{1B7D069C-6079-4006-AD0E-9F1181D76DC8}" type="presParOf" srcId="{03F0B0AE-F3A2-4EAF-BCBD-169F52E7BD98}" destId="{49A57842-C0EF-449B-BB4B-83B05077417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0DC0C6-D416-43EA-B8ED-D5B2113A809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9C114801-CAC3-4A5F-8A12-C2D6E000B664}">
      <dgm:prSet phldrT="[Text]" custT="1"/>
      <dgm:spPr>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1.</a:t>
          </a:r>
        </a:p>
      </dgm:t>
    </dgm:pt>
    <dgm:pt modelId="{DF809216-107C-466F-B6C9-3CCBEEE90572}" type="par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2A0D71A6-1057-4C84-BD46-24F7173E776F}" type="sib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7579395F-81C8-4AF8-B7E0-0425AA1AD0FF}">
      <dgm:prSet phldrT="[Text]" custT="1"/>
      <dgm:spPr>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Introduction</a:t>
          </a:r>
        </a:p>
      </dgm:t>
    </dgm:pt>
    <dgm:pt modelId="{3F286716-333D-4A21-ABAD-281838F2ABC6}" type="par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EAA5B57C-AF47-4B81-B032-6CA325FEB6E0}" type="sib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33F81538-CEAA-4917-85DF-92EBA4ADB062}">
      <dgm:prSet phldrT="[Text]" custT="1"/>
      <dgm:spPr>
        <a:solidFill>
          <a:srgbClr val="ED7D31"/>
        </a:solidFill>
        <a:ln w="12700" cap="flat" cmpd="sng" algn="ctr">
          <a:solidFill>
            <a:srgbClr val="4472C4">
              <a:hueOff val="0"/>
              <a:satOff val="0"/>
              <a:lumOff val="0"/>
              <a:alphaOff val="0"/>
            </a:srgbClr>
          </a:solidFill>
          <a:prstDash val="solid"/>
          <a:miter lim="800000"/>
        </a:ln>
        <a:effectLst/>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2.</a:t>
          </a:r>
        </a:p>
      </dgm:t>
    </dgm:pt>
    <dgm:pt modelId="{11BA43D9-BDE4-46BE-BE66-EC1CCF6D5919}" type="par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EA6C08CC-2B78-4430-82BD-D9D93ABBF257}" type="sib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CF909AE4-8284-4C1C-8824-17FCA46BD185}">
      <dgm:prSet phldrT="[Text]" custT="1"/>
      <dgm:spPr>
        <a:solidFill>
          <a:srgbClr val="ED7D31">
            <a:alpha val="90000"/>
          </a:srgbClr>
        </a:solidFill>
        <a:ln w="12700" cap="flat" cmpd="sng" algn="ctr">
          <a:solidFill>
            <a:srgbClr val="4472C4">
              <a:hueOff val="0"/>
              <a:satOff val="0"/>
              <a:lumOff val="0"/>
              <a:alphaOff val="0"/>
            </a:srgbClr>
          </a:solidFill>
          <a:prstDash val="solid"/>
          <a:miter lim="800000"/>
        </a:ln>
        <a:effectLst/>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solidFill>
                <a:prstClr val="white"/>
              </a:solidFill>
              <a:latin typeface="Cambria" panose="02040503050406030204" pitchFamily="18" charset="0"/>
              <a:ea typeface="Cambria" panose="02040503050406030204" pitchFamily="18" charset="0"/>
              <a:cs typeface="+mn-cs"/>
            </a:rPr>
            <a:t>Principales caractéristiques du Cloud</a:t>
          </a:r>
        </a:p>
      </dgm:t>
    </dgm:pt>
    <dgm:pt modelId="{55263672-D812-4D67-B469-7146F324A610}" type="par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E6BBA966-8722-46B2-9AC0-E367E32BC041}" type="sib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3A783CF5-1F70-4856-AB08-9907FB03AD2A}">
      <dgm:prSet phldrT="[Text]"/>
      <dgm:spPr/>
      <dgm:t>
        <a:bodyPr/>
        <a:lstStyle/>
        <a:p>
          <a:r>
            <a:rPr lang="fr-FR" dirty="0">
              <a:latin typeface="Cambria" panose="02040503050406030204" pitchFamily="18" charset="0"/>
              <a:ea typeface="Cambria" panose="02040503050406030204" pitchFamily="18" charset="0"/>
            </a:rPr>
            <a:t>3.</a:t>
          </a:r>
        </a:p>
      </dgm:t>
    </dgm:pt>
    <dgm:pt modelId="{2AC30BDB-49CC-4CAC-8AC9-627D4C982E18}" type="par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31563C07-98C3-4480-A989-398E41B9041D}" type="sib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73A8005A-D97F-4579-BFF5-4834199E9E30}">
      <dgm:prSet phldrT="[Text]"/>
      <dgm:spPr/>
      <dgm:t>
        <a:bodyPr/>
        <a:lstStyle/>
        <a:p>
          <a:r>
            <a:rPr lang="fr-FR" dirty="0">
              <a:latin typeface="Cambria" panose="02040503050406030204" pitchFamily="18" charset="0"/>
              <a:ea typeface="Cambria" panose="02040503050406030204" pitchFamily="18" charset="0"/>
            </a:rPr>
            <a:t>Différents types de cloud</a:t>
          </a:r>
        </a:p>
      </dgm:t>
    </dgm:pt>
    <dgm:pt modelId="{2E5B2BDB-6302-4775-9FDE-EAD7F78A81F3}" type="par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05F3AE9C-68DC-4950-87C8-66F026ABBE62}" type="sib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9F56FBF2-6E83-474B-81B6-A46BFDC59362}">
      <dgm:prSet phldrT="[Text]"/>
      <dgm:spPr/>
      <dgm:t>
        <a:bodyPr/>
        <a:lstStyle/>
        <a:p>
          <a:r>
            <a:rPr lang="fr-FR" dirty="0">
              <a:latin typeface="Cambria" panose="02040503050406030204" pitchFamily="18" charset="0"/>
              <a:ea typeface="Cambria" panose="02040503050406030204" pitchFamily="18" charset="0"/>
            </a:rPr>
            <a:t>4.</a:t>
          </a:r>
        </a:p>
      </dgm:t>
    </dgm:pt>
    <dgm:pt modelId="{5827C676-64E8-410D-A1C3-E93EC7E46078}" type="parTrans" cxnId="{0922077D-9B8E-4743-8640-C870A21C2317}">
      <dgm:prSet/>
      <dgm:spPr/>
      <dgm:t>
        <a:bodyPr/>
        <a:lstStyle/>
        <a:p>
          <a:endParaRPr lang="fr-FR"/>
        </a:p>
      </dgm:t>
    </dgm:pt>
    <dgm:pt modelId="{611F51FC-1097-42EE-80D3-C60456146650}" type="sibTrans" cxnId="{0922077D-9B8E-4743-8640-C870A21C2317}">
      <dgm:prSet/>
      <dgm:spPr/>
      <dgm:t>
        <a:bodyPr/>
        <a:lstStyle/>
        <a:p>
          <a:endParaRPr lang="fr-FR"/>
        </a:p>
      </dgm:t>
    </dgm:pt>
    <dgm:pt modelId="{F6A27E43-6AB7-4EA0-A90D-24F0297FCC94}">
      <dgm:prSet phldrT="[Text]"/>
      <dgm:spPr/>
      <dgm:t>
        <a:bodyPr/>
        <a:lstStyle/>
        <a:p>
          <a:r>
            <a:rPr lang="fr-FR" dirty="0">
              <a:latin typeface="Cambria" panose="02040503050406030204" pitchFamily="18" charset="0"/>
              <a:ea typeface="Cambria" panose="02040503050406030204" pitchFamily="18" charset="0"/>
            </a:rPr>
            <a:t>Différents modèles de service cloud</a:t>
          </a:r>
        </a:p>
      </dgm:t>
    </dgm:pt>
    <dgm:pt modelId="{7714E1CE-5478-4815-836F-CACC22BAAAD5}" type="parTrans" cxnId="{4FC18C96-8EAE-48A7-BFDF-F12B18F30AF4}">
      <dgm:prSet/>
      <dgm:spPr/>
      <dgm:t>
        <a:bodyPr/>
        <a:lstStyle/>
        <a:p>
          <a:endParaRPr lang="fr-FR"/>
        </a:p>
      </dgm:t>
    </dgm:pt>
    <dgm:pt modelId="{70004A75-7879-4D6D-A7C3-0027175C5A74}" type="sibTrans" cxnId="{4FC18C96-8EAE-48A7-BFDF-F12B18F30AF4}">
      <dgm:prSet/>
      <dgm:spPr/>
      <dgm:t>
        <a:bodyPr/>
        <a:lstStyle/>
        <a:p>
          <a:endParaRPr lang="fr-FR"/>
        </a:p>
      </dgm:t>
    </dgm:pt>
    <dgm:pt modelId="{6D0B8560-7ACD-4040-BEFA-B24FA8999E02}">
      <dgm:prSet phldrT="[Text]"/>
      <dgm:spPr/>
      <dgm:t>
        <a:bodyPr/>
        <a:lstStyle/>
        <a:p>
          <a:r>
            <a:rPr lang="fr-FR" dirty="0">
              <a:latin typeface="Cambria" panose="02040503050406030204" pitchFamily="18" charset="0"/>
              <a:ea typeface="Cambria" panose="02040503050406030204" pitchFamily="18" charset="0"/>
            </a:rPr>
            <a:t>5.</a:t>
          </a:r>
        </a:p>
      </dgm:t>
    </dgm:pt>
    <dgm:pt modelId="{A5D4A58B-5A63-4E25-879B-E58C032374B5}" type="parTrans" cxnId="{15FDA94B-C761-42C1-A258-FB566B447B54}">
      <dgm:prSet/>
      <dgm:spPr/>
      <dgm:t>
        <a:bodyPr/>
        <a:lstStyle/>
        <a:p>
          <a:endParaRPr lang="fr-FR"/>
        </a:p>
      </dgm:t>
    </dgm:pt>
    <dgm:pt modelId="{92C1C2EA-D10A-4474-93EC-AB95E9FD070C}" type="sibTrans" cxnId="{15FDA94B-C761-42C1-A258-FB566B447B54}">
      <dgm:prSet/>
      <dgm:spPr/>
      <dgm:t>
        <a:bodyPr/>
        <a:lstStyle/>
        <a:p>
          <a:endParaRPr lang="fr-FR"/>
        </a:p>
      </dgm:t>
    </dgm:pt>
    <dgm:pt modelId="{A14F5A27-998A-4EBE-B8BF-C1A3D451AD92}">
      <dgm:prSet phldrT="[Text]"/>
      <dgm:spPr/>
      <dgm:t>
        <a:bodyPr/>
        <a:lstStyle/>
        <a:p>
          <a:r>
            <a:rPr lang="fr-FR" dirty="0">
              <a:latin typeface="Cambria" panose="02040503050406030204" pitchFamily="18" charset="0"/>
              <a:ea typeface="Cambria" panose="02040503050406030204" pitchFamily="18" charset="0"/>
            </a:rPr>
            <a:t>Grands principes du Edge et Fog </a:t>
          </a:r>
          <a:r>
            <a:rPr lang="fr-FR" dirty="0" err="1">
              <a:latin typeface="Cambria" panose="02040503050406030204" pitchFamily="18" charset="0"/>
              <a:ea typeface="Cambria" panose="02040503050406030204" pitchFamily="18" charset="0"/>
            </a:rPr>
            <a:t>computing</a:t>
          </a:r>
          <a:endParaRPr lang="fr-FR" dirty="0">
            <a:latin typeface="Cambria" panose="02040503050406030204" pitchFamily="18" charset="0"/>
            <a:ea typeface="Cambria" panose="02040503050406030204" pitchFamily="18" charset="0"/>
          </a:endParaRPr>
        </a:p>
      </dgm:t>
    </dgm:pt>
    <dgm:pt modelId="{67962722-5BE2-4D02-8827-E9C45AAEA74A}" type="parTrans" cxnId="{E7892703-22D1-4B31-9E1C-645BDF244529}">
      <dgm:prSet/>
      <dgm:spPr/>
      <dgm:t>
        <a:bodyPr/>
        <a:lstStyle/>
        <a:p>
          <a:endParaRPr lang="fr-FR"/>
        </a:p>
      </dgm:t>
    </dgm:pt>
    <dgm:pt modelId="{E6FD7432-9A9C-455E-BF28-4FB175A1C92E}" type="sibTrans" cxnId="{E7892703-22D1-4B31-9E1C-645BDF244529}">
      <dgm:prSet/>
      <dgm:spPr/>
      <dgm:t>
        <a:bodyPr/>
        <a:lstStyle/>
        <a:p>
          <a:endParaRPr lang="fr-FR"/>
        </a:p>
      </dgm:t>
    </dgm:pt>
    <dgm:pt modelId="{CC713F32-4CC4-44E0-B110-7C05F14B1BFA}">
      <dgm:prSet phldrT="[Text]"/>
      <dgm:spPr/>
      <dgm:t>
        <a:bodyPr/>
        <a:lstStyle/>
        <a:p>
          <a:r>
            <a:rPr lang="fr-FR" dirty="0">
              <a:latin typeface="Cambria" panose="02040503050406030204" pitchFamily="18" charset="0"/>
              <a:ea typeface="Cambria" panose="02040503050406030204" pitchFamily="18" charset="0"/>
            </a:rPr>
            <a:t>6. </a:t>
          </a:r>
        </a:p>
      </dgm:t>
    </dgm:pt>
    <dgm:pt modelId="{3F012F0A-E637-440B-82EB-7E6CA03B8FA9}" type="parTrans" cxnId="{587D1F30-177C-40E5-A897-F49865F0F0F9}">
      <dgm:prSet/>
      <dgm:spPr/>
      <dgm:t>
        <a:bodyPr/>
        <a:lstStyle/>
        <a:p>
          <a:endParaRPr lang="fr-FR"/>
        </a:p>
      </dgm:t>
    </dgm:pt>
    <dgm:pt modelId="{75A8133E-8B4C-4D36-B74B-27B0F1C6D295}" type="sibTrans" cxnId="{587D1F30-177C-40E5-A897-F49865F0F0F9}">
      <dgm:prSet/>
      <dgm:spPr/>
      <dgm:t>
        <a:bodyPr/>
        <a:lstStyle/>
        <a:p>
          <a:endParaRPr lang="fr-FR"/>
        </a:p>
      </dgm:t>
    </dgm:pt>
    <dgm:pt modelId="{41CADDD9-BFBE-484C-A77D-0A05C52C26F5}">
      <dgm:prSet phldrT="[Text]"/>
      <dgm:spPr/>
      <dgm:t>
        <a:bodyPr/>
        <a:lstStyle/>
        <a:p>
          <a:r>
            <a:rPr lang="fr-FR" dirty="0">
              <a:latin typeface="Cambria" panose="02040503050406030204" pitchFamily="18" charset="0"/>
              <a:ea typeface="Cambria" panose="02040503050406030204" pitchFamily="18" charset="0"/>
            </a:rPr>
            <a:t>Applications</a:t>
          </a:r>
        </a:p>
      </dgm:t>
    </dgm:pt>
    <dgm:pt modelId="{E0B61AF2-37B4-41B4-98D3-8DA905833213}" type="parTrans" cxnId="{431E2087-1981-4BC9-AE39-31D0A9EC1C35}">
      <dgm:prSet/>
      <dgm:spPr/>
      <dgm:t>
        <a:bodyPr/>
        <a:lstStyle/>
        <a:p>
          <a:endParaRPr lang="fr-FR"/>
        </a:p>
      </dgm:t>
    </dgm:pt>
    <dgm:pt modelId="{3253D144-31C6-4BB8-A465-F6526617C428}" type="sibTrans" cxnId="{431E2087-1981-4BC9-AE39-31D0A9EC1C35}">
      <dgm:prSet/>
      <dgm:spPr/>
      <dgm:t>
        <a:bodyPr/>
        <a:lstStyle/>
        <a:p>
          <a:endParaRPr lang="fr-FR"/>
        </a:p>
      </dgm:t>
    </dgm:pt>
    <dgm:pt modelId="{904B4AD5-6809-46CB-9F8F-774E19858825}" type="pres">
      <dgm:prSet presAssocID="{070DC0C6-D416-43EA-B8ED-D5B2113A809A}" presName="linearFlow" presStyleCnt="0">
        <dgm:presLayoutVars>
          <dgm:dir/>
          <dgm:animLvl val="lvl"/>
          <dgm:resizeHandles val="exact"/>
        </dgm:presLayoutVars>
      </dgm:prSet>
      <dgm:spPr/>
    </dgm:pt>
    <dgm:pt modelId="{105C6D18-0CBC-48F8-95FA-E29ED25233F2}" type="pres">
      <dgm:prSet presAssocID="{9C114801-CAC3-4A5F-8A12-C2D6E000B664}" presName="composite" presStyleCnt="0"/>
      <dgm:spPr/>
    </dgm:pt>
    <dgm:pt modelId="{7A793AFA-7D75-4F64-A1E8-E4B9D55C3D05}" type="pres">
      <dgm:prSet presAssocID="{9C114801-CAC3-4A5F-8A12-C2D6E000B664}" presName="parentText" presStyleLbl="alignNode1" presStyleIdx="0" presStyleCnt="6" custLinFactX="-24432" custLinFactNeighborX="-100000" custLinFactNeighborY="-84436">
        <dgm:presLayoutVars>
          <dgm:chMax val="1"/>
          <dgm:bulletEnabled val="1"/>
        </dgm:presLayoutVars>
      </dgm:prSet>
      <dgm:spPr>
        <a:xfrm rot="5400000">
          <a:off x="-165935" y="165935"/>
          <a:ext cx="1106237" cy="774365"/>
        </a:xfrm>
        <a:prstGeom prst="chevron">
          <a:avLst/>
        </a:prstGeom>
      </dgm:spPr>
    </dgm:pt>
    <dgm:pt modelId="{D348354D-45C4-4F36-B8B5-4CF15FA70D33}" type="pres">
      <dgm:prSet presAssocID="{9C114801-CAC3-4A5F-8A12-C2D6E000B664}" presName="descendantText" presStyleLbl="alignAcc1" presStyleIdx="0" presStyleCnt="6">
        <dgm:presLayoutVars>
          <dgm:bulletEnabled val="1"/>
        </dgm:presLayoutVars>
      </dgm:prSet>
      <dgm:spPr>
        <a:xfrm rot="5400000">
          <a:off x="5285455" y="-4507077"/>
          <a:ext cx="719054" cy="9741234"/>
        </a:xfrm>
        <a:prstGeom prst="round2SameRect">
          <a:avLst/>
        </a:prstGeom>
      </dgm:spPr>
    </dgm:pt>
    <dgm:pt modelId="{9E9B018A-760D-4B60-9DA5-3918585C2896}" type="pres">
      <dgm:prSet presAssocID="{2A0D71A6-1057-4C84-BD46-24F7173E776F}" presName="sp" presStyleCnt="0"/>
      <dgm:spPr/>
    </dgm:pt>
    <dgm:pt modelId="{6C6FD981-4DD2-406B-9376-444DB19D8C3C}" type="pres">
      <dgm:prSet presAssocID="{33F81538-CEAA-4917-85DF-92EBA4ADB062}" presName="composite" presStyleCnt="0"/>
      <dgm:spPr/>
    </dgm:pt>
    <dgm:pt modelId="{D8E23947-776E-480E-9D1E-3C443D745CF1}" type="pres">
      <dgm:prSet presAssocID="{33F81538-CEAA-4917-85DF-92EBA4ADB062}" presName="parentText" presStyleLbl="alignNode1" presStyleIdx="1" presStyleCnt="6">
        <dgm:presLayoutVars>
          <dgm:chMax val="1"/>
          <dgm:bulletEnabled val="1"/>
        </dgm:presLayoutVars>
      </dgm:prSet>
      <dgm:spPr>
        <a:xfrm rot="5400000">
          <a:off x="-165935" y="1180060"/>
          <a:ext cx="1106237" cy="774365"/>
        </a:xfrm>
        <a:prstGeom prst="chevron">
          <a:avLst/>
        </a:prstGeom>
      </dgm:spPr>
    </dgm:pt>
    <dgm:pt modelId="{75546590-EC9E-4994-9B6F-C3ABA43161DD}" type="pres">
      <dgm:prSet presAssocID="{33F81538-CEAA-4917-85DF-92EBA4ADB062}" presName="descendantText" presStyleLbl="alignAcc1" presStyleIdx="1" presStyleCnt="6">
        <dgm:presLayoutVars>
          <dgm:bulletEnabled val="1"/>
        </dgm:presLayoutVars>
      </dgm:prSet>
      <dgm:spPr>
        <a:xfrm rot="5400000">
          <a:off x="5285455" y="-3496964"/>
          <a:ext cx="719054" cy="9741234"/>
        </a:xfrm>
        <a:prstGeom prst="round2SameRect">
          <a:avLst/>
        </a:prstGeom>
      </dgm:spPr>
    </dgm:pt>
    <dgm:pt modelId="{5F7AD55F-5C90-41B0-BAAC-55F61292122E}" type="pres">
      <dgm:prSet presAssocID="{EA6C08CC-2B78-4430-82BD-D9D93ABBF257}" presName="sp" presStyleCnt="0"/>
      <dgm:spPr/>
    </dgm:pt>
    <dgm:pt modelId="{67AAD7B8-730F-4CEB-B1F6-C3F598CCF4DF}" type="pres">
      <dgm:prSet presAssocID="{3A783CF5-1F70-4856-AB08-9907FB03AD2A}" presName="composite" presStyleCnt="0"/>
      <dgm:spPr/>
    </dgm:pt>
    <dgm:pt modelId="{04978F30-AA93-463C-9BB0-41CEB5D987C6}" type="pres">
      <dgm:prSet presAssocID="{3A783CF5-1F70-4856-AB08-9907FB03AD2A}" presName="parentText" presStyleLbl="alignNode1" presStyleIdx="2" presStyleCnt="6">
        <dgm:presLayoutVars>
          <dgm:chMax val="1"/>
          <dgm:bulletEnabled val="1"/>
        </dgm:presLayoutVars>
      </dgm:prSet>
      <dgm:spPr/>
    </dgm:pt>
    <dgm:pt modelId="{382B9D09-32A1-4879-842C-4EBFF456F70D}" type="pres">
      <dgm:prSet presAssocID="{3A783CF5-1F70-4856-AB08-9907FB03AD2A}" presName="descendantText" presStyleLbl="alignAcc1" presStyleIdx="2" presStyleCnt="6">
        <dgm:presLayoutVars>
          <dgm:bulletEnabled val="1"/>
        </dgm:presLayoutVars>
      </dgm:prSet>
      <dgm:spPr/>
    </dgm:pt>
    <dgm:pt modelId="{B491921F-B739-4F56-AEA1-159B00DADEC0}" type="pres">
      <dgm:prSet presAssocID="{31563C07-98C3-4480-A989-398E41B9041D}" presName="sp" presStyleCnt="0"/>
      <dgm:spPr/>
    </dgm:pt>
    <dgm:pt modelId="{6DE413DE-6322-4DFB-82B3-2700281DFCB5}" type="pres">
      <dgm:prSet presAssocID="{9F56FBF2-6E83-474B-81B6-A46BFDC59362}" presName="composite" presStyleCnt="0"/>
      <dgm:spPr/>
    </dgm:pt>
    <dgm:pt modelId="{F05BAB32-5FD8-4ACC-BE23-7F934C91C8C4}" type="pres">
      <dgm:prSet presAssocID="{9F56FBF2-6E83-474B-81B6-A46BFDC59362}" presName="parentText" presStyleLbl="alignNode1" presStyleIdx="3" presStyleCnt="6">
        <dgm:presLayoutVars>
          <dgm:chMax val="1"/>
          <dgm:bulletEnabled val="1"/>
        </dgm:presLayoutVars>
      </dgm:prSet>
      <dgm:spPr/>
    </dgm:pt>
    <dgm:pt modelId="{7DEBE452-D49F-441E-8FEA-2D5E88746963}" type="pres">
      <dgm:prSet presAssocID="{9F56FBF2-6E83-474B-81B6-A46BFDC59362}" presName="descendantText" presStyleLbl="alignAcc1" presStyleIdx="3" presStyleCnt="6">
        <dgm:presLayoutVars>
          <dgm:bulletEnabled val="1"/>
        </dgm:presLayoutVars>
      </dgm:prSet>
      <dgm:spPr/>
    </dgm:pt>
    <dgm:pt modelId="{0CC99DCC-D71D-4186-BC0A-EE84D3FAB3F8}" type="pres">
      <dgm:prSet presAssocID="{611F51FC-1097-42EE-80D3-C60456146650}" presName="sp" presStyleCnt="0"/>
      <dgm:spPr/>
    </dgm:pt>
    <dgm:pt modelId="{BF424E7D-719F-4987-8BAC-8816C6DC0A2F}" type="pres">
      <dgm:prSet presAssocID="{6D0B8560-7ACD-4040-BEFA-B24FA8999E02}" presName="composite" presStyleCnt="0"/>
      <dgm:spPr/>
    </dgm:pt>
    <dgm:pt modelId="{C982BE34-8977-4488-8593-1CB60421ECD6}" type="pres">
      <dgm:prSet presAssocID="{6D0B8560-7ACD-4040-BEFA-B24FA8999E02}" presName="parentText" presStyleLbl="alignNode1" presStyleIdx="4" presStyleCnt="6">
        <dgm:presLayoutVars>
          <dgm:chMax val="1"/>
          <dgm:bulletEnabled val="1"/>
        </dgm:presLayoutVars>
      </dgm:prSet>
      <dgm:spPr/>
    </dgm:pt>
    <dgm:pt modelId="{701F3621-29A6-4410-96C2-54CAB3AE0219}" type="pres">
      <dgm:prSet presAssocID="{6D0B8560-7ACD-4040-BEFA-B24FA8999E02}" presName="descendantText" presStyleLbl="alignAcc1" presStyleIdx="4" presStyleCnt="6">
        <dgm:presLayoutVars>
          <dgm:bulletEnabled val="1"/>
        </dgm:presLayoutVars>
      </dgm:prSet>
      <dgm:spPr/>
    </dgm:pt>
    <dgm:pt modelId="{5739934F-355B-47EA-89D2-42D1C8F8FAD3}" type="pres">
      <dgm:prSet presAssocID="{92C1C2EA-D10A-4474-93EC-AB95E9FD070C}" presName="sp" presStyleCnt="0"/>
      <dgm:spPr/>
    </dgm:pt>
    <dgm:pt modelId="{03F0B0AE-F3A2-4EAF-BCBD-169F52E7BD98}" type="pres">
      <dgm:prSet presAssocID="{CC713F32-4CC4-44E0-B110-7C05F14B1BFA}" presName="composite" presStyleCnt="0"/>
      <dgm:spPr/>
    </dgm:pt>
    <dgm:pt modelId="{11AA0E6F-3938-44DA-97C1-59F74FFB8ECA}" type="pres">
      <dgm:prSet presAssocID="{CC713F32-4CC4-44E0-B110-7C05F14B1BFA}" presName="parentText" presStyleLbl="alignNode1" presStyleIdx="5" presStyleCnt="6">
        <dgm:presLayoutVars>
          <dgm:chMax val="1"/>
          <dgm:bulletEnabled val="1"/>
        </dgm:presLayoutVars>
      </dgm:prSet>
      <dgm:spPr/>
    </dgm:pt>
    <dgm:pt modelId="{49A57842-C0EF-449B-BB4B-83B05077417B}" type="pres">
      <dgm:prSet presAssocID="{CC713F32-4CC4-44E0-B110-7C05F14B1BFA}" presName="descendantText" presStyleLbl="alignAcc1" presStyleIdx="5" presStyleCnt="6">
        <dgm:presLayoutVars>
          <dgm:bulletEnabled val="1"/>
        </dgm:presLayoutVars>
      </dgm:prSet>
      <dgm:spPr/>
    </dgm:pt>
  </dgm:ptLst>
  <dgm:cxnLst>
    <dgm:cxn modelId="{A7DF1B03-729A-469B-BE04-9A56DB0D0532}" type="presOf" srcId="{CC713F32-4CC4-44E0-B110-7C05F14B1BFA}" destId="{11AA0E6F-3938-44DA-97C1-59F74FFB8ECA}" srcOrd="0" destOrd="0" presId="urn:microsoft.com/office/officeart/2005/8/layout/chevron2"/>
    <dgm:cxn modelId="{E7892703-22D1-4B31-9E1C-645BDF244529}" srcId="{6D0B8560-7ACD-4040-BEFA-B24FA8999E02}" destId="{A14F5A27-998A-4EBE-B8BF-C1A3D451AD92}" srcOrd="0" destOrd="0" parTransId="{67962722-5BE2-4D02-8827-E9C45AAEA74A}" sibTransId="{E6FD7432-9A9C-455E-BF28-4FB175A1C92E}"/>
    <dgm:cxn modelId="{3D354E2F-87D9-4ABB-8E73-4BF85A47B10A}" type="presOf" srcId="{3A783CF5-1F70-4856-AB08-9907FB03AD2A}" destId="{04978F30-AA93-463C-9BB0-41CEB5D987C6}" srcOrd="0" destOrd="0" presId="urn:microsoft.com/office/officeart/2005/8/layout/chevron2"/>
    <dgm:cxn modelId="{587D1F30-177C-40E5-A897-F49865F0F0F9}" srcId="{070DC0C6-D416-43EA-B8ED-D5B2113A809A}" destId="{CC713F32-4CC4-44E0-B110-7C05F14B1BFA}" srcOrd="5" destOrd="0" parTransId="{3F012F0A-E637-440B-82EB-7E6CA03B8FA9}" sibTransId="{75A8133E-8B4C-4D36-B74B-27B0F1C6D295}"/>
    <dgm:cxn modelId="{5FBEDC34-E07E-400A-A09C-8FFA01497DD1}" type="presOf" srcId="{7579395F-81C8-4AF8-B7E0-0425AA1AD0FF}" destId="{D348354D-45C4-4F36-B8B5-4CF15FA70D33}" srcOrd="0" destOrd="0" presId="urn:microsoft.com/office/officeart/2005/8/layout/chevron2"/>
    <dgm:cxn modelId="{6AD6EF61-7324-44EC-A3E5-8ECCBE094438}" srcId="{3A783CF5-1F70-4856-AB08-9907FB03AD2A}" destId="{73A8005A-D97F-4579-BFF5-4834199E9E30}" srcOrd="0" destOrd="0" parTransId="{2E5B2BDB-6302-4775-9FDE-EAD7F78A81F3}" sibTransId="{05F3AE9C-68DC-4950-87C8-66F026ABBE62}"/>
    <dgm:cxn modelId="{D7EBAB66-5E4F-4BAE-A30D-147C03C594C7}" srcId="{9C114801-CAC3-4A5F-8A12-C2D6E000B664}" destId="{7579395F-81C8-4AF8-B7E0-0425AA1AD0FF}" srcOrd="0" destOrd="0" parTransId="{3F286716-333D-4A21-ABAD-281838F2ABC6}" sibTransId="{EAA5B57C-AF47-4B81-B032-6CA325FEB6E0}"/>
    <dgm:cxn modelId="{15FDA94B-C761-42C1-A258-FB566B447B54}" srcId="{070DC0C6-D416-43EA-B8ED-D5B2113A809A}" destId="{6D0B8560-7ACD-4040-BEFA-B24FA8999E02}" srcOrd="4" destOrd="0" parTransId="{A5D4A58B-5A63-4E25-879B-E58C032374B5}" sibTransId="{92C1C2EA-D10A-4474-93EC-AB95E9FD070C}"/>
    <dgm:cxn modelId="{BF0D4970-8758-4228-B3CD-314877CDA78C}" srcId="{33F81538-CEAA-4917-85DF-92EBA4ADB062}" destId="{CF909AE4-8284-4C1C-8824-17FCA46BD185}" srcOrd="0" destOrd="0" parTransId="{55263672-D812-4D67-B469-7146F324A610}" sibTransId="{E6BBA966-8722-46B2-9AC0-E367E32BC041}"/>
    <dgm:cxn modelId="{74F29553-9506-4278-9E57-660657543238}" type="presOf" srcId="{41CADDD9-BFBE-484C-A77D-0A05C52C26F5}" destId="{49A57842-C0EF-449B-BB4B-83B05077417B}" srcOrd="0" destOrd="0" presId="urn:microsoft.com/office/officeart/2005/8/layout/chevron2"/>
    <dgm:cxn modelId="{0922077D-9B8E-4743-8640-C870A21C2317}" srcId="{070DC0C6-D416-43EA-B8ED-D5B2113A809A}" destId="{9F56FBF2-6E83-474B-81B6-A46BFDC59362}" srcOrd="3" destOrd="0" parTransId="{5827C676-64E8-410D-A1C3-E93EC7E46078}" sibTransId="{611F51FC-1097-42EE-80D3-C60456146650}"/>
    <dgm:cxn modelId="{C649977E-5472-4341-B016-AC5079E33EA1}" type="presOf" srcId="{33F81538-CEAA-4917-85DF-92EBA4ADB062}" destId="{D8E23947-776E-480E-9D1E-3C443D745CF1}" srcOrd="0" destOrd="0" presId="urn:microsoft.com/office/officeart/2005/8/layout/chevron2"/>
    <dgm:cxn modelId="{31F94D80-9172-4E2F-A5A2-5A7406E4F453}" type="presOf" srcId="{73A8005A-D97F-4579-BFF5-4834199E9E30}" destId="{382B9D09-32A1-4879-842C-4EBFF456F70D}" srcOrd="0" destOrd="0" presId="urn:microsoft.com/office/officeart/2005/8/layout/chevron2"/>
    <dgm:cxn modelId="{431E2087-1981-4BC9-AE39-31D0A9EC1C35}" srcId="{CC713F32-4CC4-44E0-B110-7C05F14B1BFA}" destId="{41CADDD9-BFBE-484C-A77D-0A05C52C26F5}" srcOrd="0" destOrd="0" parTransId="{E0B61AF2-37B4-41B4-98D3-8DA905833213}" sibTransId="{3253D144-31C6-4BB8-A465-F6526617C428}"/>
    <dgm:cxn modelId="{D243BB8C-4329-4AD1-A435-C1DC226742C8}" type="presOf" srcId="{6D0B8560-7ACD-4040-BEFA-B24FA8999E02}" destId="{C982BE34-8977-4488-8593-1CB60421ECD6}" srcOrd="0" destOrd="0" presId="urn:microsoft.com/office/officeart/2005/8/layout/chevron2"/>
    <dgm:cxn modelId="{B0AD9491-EE4B-491D-9D91-01496C6B7CE2}" srcId="{070DC0C6-D416-43EA-B8ED-D5B2113A809A}" destId="{9C114801-CAC3-4A5F-8A12-C2D6E000B664}" srcOrd="0" destOrd="0" parTransId="{DF809216-107C-466F-B6C9-3CCBEEE90572}" sibTransId="{2A0D71A6-1057-4C84-BD46-24F7173E776F}"/>
    <dgm:cxn modelId="{4FC18C96-8EAE-48A7-BFDF-F12B18F30AF4}" srcId="{9F56FBF2-6E83-474B-81B6-A46BFDC59362}" destId="{F6A27E43-6AB7-4EA0-A90D-24F0297FCC94}" srcOrd="0" destOrd="0" parTransId="{7714E1CE-5478-4815-836F-CACC22BAAAD5}" sibTransId="{70004A75-7879-4D6D-A7C3-0027175C5A74}"/>
    <dgm:cxn modelId="{C13A8799-573D-469E-84CA-79F46D80568F}" type="presOf" srcId="{070DC0C6-D416-43EA-B8ED-D5B2113A809A}" destId="{904B4AD5-6809-46CB-9F8F-774E19858825}" srcOrd="0" destOrd="0" presId="urn:microsoft.com/office/officeart/2005/8/layout/chevron2"/>
    <dgm:cxn modelId="{3A03239C-D80D-42C0-9A3F-E91A27A2EAB7}" type="presOf" srcId="{A14F5A27-998A-4EBE-B8BF-C1A3D451AD92}" destId="{701F3621-29A6-4410-96C2-54CAB3AE0219}" srcOrd="0" destOrd="0" presId="urn:microsoft.com/office/officeart/2005/8/layout/chevron2"/>
    <dgm:cxn modelId="{2C5D9DBE-AC95-427E-B50E-358D33B6D11B}" srcId="{070DC0C6-D416-43EA-B8ED-D5B2113A809A}" destId="{33F81538-CEAA-4917-85DF-92EBA4ADB062}" srcOrd="1" destOrd="0" parTransId="{11BA43D9-BDE4-46BE-BE66-EC1CCF6D5919}" sibTransId="{EA6C08CC-2B78-4430-82BD-D9D93ABBF257}"/>
    <dgm:cxn modelId="{251EE6BF-2257-4DC5-A0A0-8188AD7D028C}" type="presOf" srcId="{9F56FBF2-6E83-474B-81B6-A46BFDC59362}" destId="{F05BAB32-5FD8-4ACC-BE23-7F934C91C8C4}" srcOrd="0" destOrd="0" presId="urn:microsoft.com/office/officeart/2005/8/layout/chevron2"/>
    <dgm:cxn modelId="{B2923BCC-0EF1-48A7-A847-F359614890A8}" srcId="{070DC0C6-D416-43EA-B8ED-D5B2113A809A}" destId="{3A783CF5-1F70-4856-AB08-9907FB03AD2A}" srcOrd="2" destOrd="0" parTransId="{2AC30BDB-49CC-4CAC-8AC9-627D4C982E18}" sibTransId="{31563C07-98C3-4480-A989-398E41B9041D}"/>
    <dgm:cxn modelId="{9FE815DA-51F9-43A8-B34E-7CE3A2ADBCAA}" type="presOf" srcId="{CF909AE4-8284-4C1C-8824-17FCA46BD185}" destId="{75546590-EC9E-4994-9B6F-C3ABA43161DD}" srcOrd="0" destOrd="0" presId="urn:microsoft.com/office/officeart/2005/8/layout/chevron2"/>
    <dgm:cxn modelId="{F62B2CDE-F505-4976-9477-516D6F2DD772}" type="presOf" srcId="{F6A27E43-6AB7-4EA0-A90D-24F0297FCC94}" destId="{7DEBE452-D49F-441E-8FEA-2D5E88746963}" srcOrd="0" destOrd="0" presId="urn:microsoft.com/office/officeart/2005/8/layout/chevron2"/>
    <dgm:cxn modelId="{3EED0DF7-2E33-4283-89D4-E8A713C51B88}" type="presOf" srcId="{9C114801-CAC3-4A5F-8A12-C2D6E000B664}" destId="{7A793AFA-7D75-4F64-A1E8-E4B9D55C3D05}" srcOrd="0" destOrd="0" presId="urn:microsoft.com/office/officeart/2005/8/layout/chevron2"/>
    <dgm:cxn modelId="{7E9E53B7-F94F-40A5-8D29-56B860335E97}" type="presParOf" srcId="{904B4AD5-6809-46CB-9F8F-774E19858825}" destId="{105C6D18-0CBC-48F8-95FA-E29ED25233F2}" srcOrd="0" destOrd="0" presId="urn:microsoft.com/office/officeart/2005/8/layout/chevron2"/>
    <dgm:cxn modelId="{1E543D60-4C27-4BD7-9F01-945E9AE31B6D}" type="presParOf" srcId="{105C6D18-0CBC-48F8-95FA-E29ED25233F2}" destId="{7A793AFA-7D75-4F64-A1E8-E4B9D55C3D05}" srcOrd="0" destOrd="0" presId="urn:microsoft.com/office/officeart/2005/8/layout/chevron2"/>
    <dgm:cxn modelId="{23BCBB27-22BD-4C3A-B1F3-11A6FE0F691C}" type="presParOf" srcId="{105C6D18-0CBC-48F8-95FA-E29ED25233F2}" destId="{D348354D-45C4-4F36-B8B5-4CF15FA70D33}" srcOrd="1" destOrd="0" presId="urn:microsoft.com/office/officeart/2005/8/layout/chevron2"/>
    <dgm:cxn modelId="{CDF89A73-2B10-49FD-AC1D-2F245B7377DA}" type="presParOf" srcId="{904B4AD5-6809-46CB-9F8F-774E19858825}" destId="{9E9B018A-760D-4B60-9DA5-3918585C2896}" srcOrd="1" destOrd="0" presId="urn:microsoft.com/office/officeart/2005/8/layout/chevron2"/>
    <dgm:cxn modelId="{71DA8EE5-D9A1-4E00-B992-6643AA9B728F}" type="presParOf" srcId="{904B4AD5-6809-46CB-9F8F-774E19858825}" destId="{6C6FD981-4DD2-406B-9376-444DB19D8C3C}" srcOrd="2" destOrd="0" presId="urn:microsoft.com/office/officeart/2005/8/layout/chevron2"/>
    <dgm:cxn modelId="{8D60B02D-021B-4B5C-B594-24FE939A6114}" type="presParOf" srcId="{6C6FD981-4DD2-406B-9376-444DB19D8C3C}" destId="{D8E23947-776E-480E-9D1E-3C443D745CF1}" srcOrd="0" destOrd="0" presId="urn:microsoft.com/office/officeart/2005/8/layout/chevron2"/>
    <dgm:cxn modelId="{6517EF1A-22E5-45C0-B256-C953FBB2A6BB}" type="presParOf" srcId="{6C6FD981-4DD2-406B-9376-444DB19D8C3C}" destId="{75546590-EC9E-4994-9B6F-C3ABA43161DD}" srcOrd="1" destOrd="0" presId="urn:microsoft.com/office/officeart/2005/8/layout/chevron2"/>
    <dgm:cxn modelId="{EBCA1960-C34B-4B5A-AE5B-0D3BE25F6AC7}" type="presParOf" srcId="{904B4AD5-6809-46CB-9F8F-774E19858825}" destId="{5F7AD55F-5C90-41B0-BAAC-55F61292122E}" srcOrd="3" destOrd="0" presId="urn:microsoft.com/office/officeart/2005/8/layout/chevron2"/>
    <dgm:cxn modelId="{4D9FF228-BA82-48F9-BA9A-66C07802DE64}" type="presParOf" srcId="{904B4AD5-6809-46CB-9F8F-774E19858825}" destId="{67AAD7B8-730F-4CEB-B1F6-C3F598CCF4DF}" srcOrd="4" destOrd="0" presId="urn:microsoft.com/office/officeart/2005/8/layout/chevron2"/>
    <dgm:cxn modelId="{DAEE812C-C662-4870-AE92-5CDCCA212A93}" type="presParOf" srcId="{67AAD7B8-730F-4CEB-B1F6-C3F598CCF4DF}" destId="{04978F30-AA93-463C-9BB0-41CEB5D987C6}" srcOrd="0" destOrd="0" presId="urn:microsoft.com/office/officeart/2005/8/layout/chevron2"/>
    <dgm:cxn modelId="{A813A5CF-30E0-412A-8744-B8AEED19C720}" type="presParOf" srcId="{67AAD7B8-730F-4CEB-B1F6-C3F598CCF4DF}" destId="{382B9D09-32A1-4879-842C-4EBFF456F70D}" srcOrd="1" destOrd="0" presId="urn:microsoft.com/office/officeart/2005/8/layout/chevron2"/>
    <dgm:cxn modelId="{A984524C-C8F8-4F34-8870-383E72D95212}" type="presParOf" srcId="{904B4AD5-6809-46CB-9F8F-774E19858825}" destId="{B491921F-B739-4F56-AEA1-159B00DADEC0}" srcOrd="5" destOrd="0" presId="urn:microsoft.com/office/officeart/2005/8/layout/chevron2"/>
    <dgm:cxn modelId="{3C0C57E1-8510-4F8D-81C0-5A5CA43D06DB}" type="presParOf" srcId="{904B4AD5-6809-46CB-9F8F-774E19858825}" destId="{6DE413DE-6322-4DFB-82B3-2700281DFCB5}" srcOrd="6" destOrd="0" presId="urn:microsoft.com/office/officeart/2005/8/layout/chevron2"/>
    <dgm:cxn modelId="{DE75811C-1FBF-456E-BA9C-289C6CFE3927}" type="presParOf" srcId="{6DE413DE-6322-4DFB-82B3-2700281DFCB5}" destId="{F05BAB32-5FD8-4ACC-BE23-7F934C91C8C4}" srcOrd="0" destOrd="0" presId="urn:microsoft.com/office/officeart/2005/8/layout/chevron2"/>
    <dgm:cxn modelId="{CCE79F55-4DD3-45C5-A2D4-6F543BC5DC55}" type="presParOf" srcId="{6DE413DE-6322-4DFB-82B3-2700281DFCB5}" destId="{7DEBE452-D49F-441E-8FEA-2D5E88746963}" srcOrd="1" destOrd="0" presId="urn:microsoft.com/office/officeart/2005/8/layout/chevron2"/>
    <dgm:cxn modelId="{496ED4DB-C9E3-4742-B542-EFBA0999A775}" type="presParOf" srcId="{904B4AD5-6809-46CB-9F8F-774E19858825}" destId="{0CC99DCC-D71D-4186-BC0A-EE84D3FAB3F8}" srcOrd="7" destOrd="0" presId="urn:microsoft.com/office/officeart/2005/8/layout/chevron2"/>
    <dgm:cxn modelId="{45850D9E-3048-4FFC-8703-100CFBA19549}" type="presParOf" srcId="{904B4AD5-6809-46CB-9F8F-774E19858825}" destId="{BF424E7D-719F-4987-8BAC-8816C6DC0A2F}" srcOrd="8" destOrd="0" presId="urn:microsoft.com/office/officeart/2005/8/layout/chevron2"/>
    <dgm:cxn modelId="{C49B7BE1-7900-4988-829E-C91ED1D6250E}" type="presParOf" srcId="{BF424E7D-719F-4987-8BAC-8816C6DC0A2F}" destId="{C982BE34-8977-4488-8593-1CB60421ECD6}" srcOrd="0" destOrd="0" presId="urn:microsoft.com/office/officeart/2005/8/layout/chevron2"/>
    <dgm:cxn modelId="{9D3155B0-B419-4B0C-84D5-1BA1BD3D79B9}" type="presParOf" srcId="{BF424E7D-719F-4987-8BAC-8816C6DC0A2F}" destId="{701F3621-29A6-4410-96C2-54CAB3AE0219}" srcOrd="1" destOrd="0" presId="urn:microsoft.com/office/officeart/2005/8/layout/chevron2"/>
    <dgm:cxn modelId="{67A53450-A173-4CC4-A423-4C56924D606D}" type="presParOf" srcId="{904B4AD5-6809-46CB-9F8F-774E19858825}" destId="{5739934F-355B-47EA-89D2-42D1C8F8FAD3}" srcOrd="9" destOrd="0" presId="urn:microsoft.com/office/officeart/2005/8/layout/chevron2"/>
    <dgm:cxn modelId="{A91CC1C6-6445-4C2B-9300-2786B2E874C1}" type="presParOf" srcId="{904B4AD5-6809-46CB-9F8F-774E19858825}" destId="{03F0B0AE-F3A2-4EAF-BCBD-169F52E7BD98}" srcOrd="10" destOrd="0" presId="urn:microsoft.com/office/officeart/2005/8/layout/chevron2"/>
    <dgm:cxn modelId="{C27EB1BE-8F50-42F9-BBAF-96E96BB65D64}" type="presParOf" srcId="{03F0B0AE-F3A2-4EAF-BCBD-169F52E7BD98}" destId="{11AA0E6F-3938-44DA-97C1-59F74FFB8ECA}" srcOrd="0" destOrd="0" presId="urn:microsoft.com/office/officeart/2005/8/layout/chevron2"/>
    <dgm:cxn modelId="{1B7D069C-6079-4006-AD0E-9F1181D76DC8}" type="presParOf" srcId="{03F0B0AE-F3A2-4EAF-BCBD-169F52E7BD98}" destId="{49A57842-C0EF-449B-BB4B-83B05077417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70DC0C6-D416-43EA-B8ED-D5B2113A809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9C114801-CAC3-4A5F-8A12-C2D6E000B664}">
      <dgm:prSet phldrT="[Text]" custT="1"/>
      <dgm:spPr>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1.</a:t>
          </a:r>
        </a:p>
      </dgm:t>
    </dgm:pt>
    <dgm:pt modelId="{DF809216-107C-466F-B6C9-3CCBEEE90572}" type="par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2A0D71A6-1057-4C84-BD46-24F7173E776F}" type="sib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7579395F-81C8-4AF8-B7E0-0425AA1AD0FF}">
      <dgm:prSet phldrT="[Text]" custT="1"/>
      <dgm:spPr>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Introduction</a:t>
          </a:r>
        </a:p>
      </dgm:t>
    </dgm:pt>
    <dgm:pt modelId="{3F286716-333D-4A21-ABAD-281838F2ABC6}" type="par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EAA5B57C-AF47-4B81-B032-6CA325FEB6E0}" type="sib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33F81538-CEAA-4917-85DF-92EBA4ADB062}">
      <dgm:prSet phldrT="[Text]" custT="1"/>
      <dgm:spPr>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2.</a:t>
          </a:r>
        </a:p>
      </dgm:t>
    </dgm:pt>
    <dgm:pt modelId="{11BA43D9-BDE4-46BE-BE66-EC1CCF6D5919}" type="par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EA6C08CC-2B78-4430-82BD-D9D93ABBF257}" type="sib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CF909AE4-8284-4C1C-8824-17FCA46BD185}">
      <dgm:prSet phldrT="[Text]" custT="1"/>
      <dgm:spPr>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Principales caractéristiques du cloud</a:t>
          </a:r>
        </a:p>
      </dgm:t>
    </dgm:pt>
    <dgm:pt modelId="{55263672-D812-4D67-B469-7146F324A610}" type="par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E6BBA966-8722-46B2-9AC0-E367E32BC041}" type="sib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3A783CF5-1F70-4856-AB08-9907FB03AD2A}">
      <dgm:prSet phldrT="[Text]" custT="1"/>
      <dgm:spPr>
        <a:solidFill>
          <a:srgbClr val="ED7D31"/>
        </a:solidFill>
        <a:ln w="12700" cap="flat" cmpd="sng" algn="ctr">
          <a:solidFill>
            <a:srgbClr val="4472C4">
              <a:hueOff val="0"/>
              <a:satOff val="0"/>
              <a:lumOff val="0"/>
              <a:alphaOff val="0"/>
            </a:srgbClr>
          </a:solidFill>
          <a:prstDash val="solid"/>
          <a:miter lim="800000"/>
        </a:ln>
        <a:effectLst/>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3.</a:t>
          </a:r>
        </a:p>
      </dgm:t>
    </dgm:pt>
    <dgm:pt modelId="{2AC30BDB-49CC-4CAC-8AC9-627D4C982E18}" type="par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31563C07-98C3-4480-A989-398E41B9041D}" type="sib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73A8005A-D97F-4579-BFF5-4834199E9E30}">
      <dgm:prSet phldrT="[Text]" custT="1"/>
      <dgm:spPr>
        <a:solidFill>
          <a:srgbClr val="ED7D31">
            <a:alpha val="90000"/>
          </a:srgbClr>
        </a:solidFill>
        <a:ln w="12700" cap="flat" cmpd="sng" algn="ctr">
          <a:solidFill>
            <a:srgbClr val="4472C4">
              <a:hueOff val="0"/>
              <a:satOff val="0"/>
              <a:lumOff val="0"/>
              <a:alphaOff val="0"/>
            </a:srgbClr>
          </a:solidFill>
          <a:prstDash val="solid"/>
          <a:miter lim="800000"/>
        </a:ln>
        <a:effectLst/>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solidFill>
                <a:prstClr val="white"/>
              </a:solidFill>
              <a:latin typeface="Cambria" panose="02040503050406030204" pitchFamily="18" charset="0"/>
              <a:ea typeface="Cambria" panose="02040503050406030204" pitchFamily="18" charset="0"/>
              <a:cs typeface="+mn-cs"/>
            </a:rPr>
            <a:t>Différents types de Cloud</a:t>
          </a:r>
        </a:p>
      </dgm:t>
    </dgm:pt>
    <dgm:pt modelId="{2E5B2BDB-6302-4775-9FDE-EAD7F78A81F3}" type="par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05F3AE9C-68DC-4950-87C8-66F026ABBE62}" type="sib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9F56FBF2-6E83-474B-81B6-A46BFDC59362}">
      <dgm:prSet phldrT="[Text]"/>
      <dgm:spPr/>
      <dgm:t>
        <a:bodyPr/>
        <a:lstStyle/>
        <a:p>
          <a:r>
            <a:rPr lang="fr-FR" dirty="0">
              <a:latin typeface="Cambria" panose="02040503050406030204" pitchFamily="18" charset="0"/>
              <a:ea typeface="Cambria" panose="02040503050406030204" pitchFamily="18" charset="0"/>
            </a:rPr>
            <a:t>4.</a:t>
          </a:r>
        </a:p>
      </dgm:t>
    </dgm:pt>
    <dgm:pt modelId="{5827C676-64E8-410D-A1C3-E93EC7E46078}" type="parTrans" cxnId="{0922077D-9B8E-4743-8640-C870A21C2317}">
      <dgm:prSet/>
      <dgm:spPr/>
      <dgm:t>
        <a:bodyPr/>
        <a:lstStyle/>
        <a:p>
          <a:endParaRPr lang="fr-FR"/>
        </a:p>
      </dgm:t>
    </dgm:pt>
    <dgm:pt modelId="{611F51FC-1097-42EE-80D3-C60456146650}" type="sibTrans" cxnId="{0922077D-9B8E-4743-8640-C870A21C2317}">
      <dgm:prSet/>
      <dgm:spPr/>
      <dgm:t>
        <a:bodyPr/>
        <a:lstStyle/>
        <a:p>
          <a:endParaRPr lang="fr-FR"/>
        </a:p>
      </dgm:t>
    </dgm:pt>
    <dgm:pt modelId="{F6A27E43-6AB7-4EA0-A90D-24F0297FCC94}">
      <dgm:prSet phldrT="[Text]"/>
      <dgm:spPr/>
      <dgm:t>
        <a:bodyPr/>
        <a:lstStyle/>
        <a:p>
          <a:r>
            <a:rPr lang="fr-FR" dirty="0">
              <a:latin typeface="Cambria" panose="02040503050406030204" pitchFamily="18" charset="0"/>
              <a:ea typeface="Cambria" panose="02040503050406030204" pitchFamily="18" charset="0"/>
            </a:rPr>
            <a:t>Différents modèles de services Cloud</a:t>
          </a:r>
        </a:p>
      </dgm:t>
    </dgm:pt>
    <dgm:pt modelId="{7714E1CE-5478-4815-836F-CACC22BAAAD5}" type="parTrans" cxnId="{4FC18C96-8EAE-48A7-BFDF-F12B18F30AF4}">
      <dgm:prSet/>
      <dgm:spPr/>
      <dgm:t>
        <a:bodyPr/>
        <a:lstStyle/>
        <a:p>
          <a:endParaRPr lang="fr-FR"/>
        </a:p>
      </dgm:t>
    </dgm:pt>
    <dgm:pt modelId="{70004A75-7879-4D6D-A7C3-0027175C5A74}" type="sibTrans" cxnId="{4FC18C96-8EAE-48A7-BFDF-F12B18F30AF4}">
      <dgm:prSet/>
      <dgm:spPr/>
      <dgm:t>
        <a:bodyPr/>
        <a:lstStyle/>
        <a:p>
          <a:endParaRPr lang="fr-FR"/>
        </a:p>
      </dgm:t>
    </dgm:pt>
    <dgm:pt modelId="{6D0B8560-7ACD-4040-BEFA-B24FA8999E02}">
      <dgm:prSet phldrT="[Text]"/>
      <dgm:spPr/>
      <dgm:t>
        <a:bodyPr/>
        <a:lstStyle/>
        <a:p>
          <a:r>
            <a:rPr lang="fr-FR" dirty="0">
              <a:latin typeface="Cambria" panose="02040503050406030204" pitchFamily="18" charset="0"/>
              <a:ea typeface="Cambria" panose="02040503050406030204" pitchFamily="18" charset="0"/>
            </a:rPr>
            <a:t>5.</a:t>
          </a:r>
        </a:p>
      </dgm:t>
    </dgm:pt>
    <dgm:pt modelId="{A5D4A58B-5A63-4E25-879B-E58C032374B5}" type="parTrans" cxnId="{15FDA94B-C761-42C1-A258-FB566B447B54}">
      <dgm:prSet/>
      <dgm:spPr/>
      <dgm:t>
        <a:bodyPr/>
        <a:lstStyle/>
        <a:p>
          <a:endParaRPr lang="fr-FR"/>
        </a:p>
      </dgm:t>
    </dgm:pt>
    <dgm:pt modelId="{92C1C2EA-D10A-4474-93EC-AB95E9FD070C}" type="sibTrans" cxnId="{15FDA94B-C761-42C1-A258-FB566B447B54}">
      <dgm:prSet/>
      <dgm:spPr/>
      <dgm:t>
        <a:bodyPr/>
        <a:lstStyle/>
        <a:p>
          <a:endParaRPr lang="fr-FR"/>
        </a:p>
      </dgm:t>
    </dgm:pt>
    <dgm:pt modelId="{A14F5A27-998A-4EBE-B8BF-C1A3D451AD92}">
      <dgm:prSet phldrT="[Text]"/>
      <dgm:spPr/>
      <dgm:t>
        <a:bodyPr/>
        <a:lstStyle/>
        <a:p>
          <a:r>
            <a:rPr lang="fr-FR" dirty="0">
              <a:latin typeface="Cambria" panose="02040503050406030204" pitchFamily="18" charset="0"/>
              <a:ea typeface="Cambria" panose="02040503050406030204" pitchFamily="18" charset="0"/>
            </a:rPr>
            <a:t>Grands principes du Edge et Fog </a:t>
          </a:r>
          <a:r>
            <a:rPr lang="fr-FR" dirty="0" err="1">
              <a:latin typeface="Cambria" panose="02040503050406030204" pitchFamily="18" charset="0"/>
              <a:ea typeface="Cambria" panose="02040503050406030204" pitchFamily="18" charset="0"/>
            </a:rPr>
            <a:t>computing</a:t>
          </a:r>
          <a:endParaRPr lang="fr-FR" dirty="0">
            <a:latin typeface="Cambria" panose="02040503050406030204" pitchFamily="18" charset="0"/>
            <a:ea typeface="Cambria" panose="02040503050406030204" pitchFamily="18" charset="0"/>
          </a:endParaRPr>
        </a:p>
      </dgm:t>
    </dgm:pt>
    <dgm:pt modelId="{67962722-5BE2-4D02-8827-E9C45AAEA74A}" type="parTrans" cxnId="{E7892703-22D1-4B31-9E1C-645BDF244529}">
      <dgm:prSet/>
      <dgm:spPr/>
      <dgm:t>
        <a:bodyPr/>
        <a:lstStyle/>
        <a:p>
          <a:endParaRPr lang="fr-FR"/>
        </a:p>
      </dgm:t>
    </dgm:pt>
    <dgm:pt modelId="{E6FD7432-9A9C-455E-BF28-4FB175A1C92E}" type="sibTrans" cxnId="{E7892703-22D1-4B31-9E1C-645BDF244529}">
      <dgm:prSet/>
      <dgm:spPr/>
      <dgm:t>
        <a:bodyPr/>
        <a:lstStyle/>
        <a:p>
          <a:endParaRPr lang="fr-FR"/>
        </a:p>
      </dgm:t>
    </dgm:pt>
    <dgm:pt modelId="{CC713F32-4CC4-44E0-B110-7C05F14B1BFA}">
      <dgm:prSet phldrT="[Text]"/>
      <dgm:spPr/>
      <dgm:t>
        <a:bodyPr/>
        <a:lstStyle/>
        <a:p>
          <a:r>
            <a:rPr lang="fr-FR" dirty="0">
              <a:latin typeface="Cambria" panose="02040503050406030204" pitchFamily="18" charset="0"/>
              <a:ea typeface="Cambria" panose="02040503050406030204" pitchFamily="18" charset="0"/>
            </a:rPr>
            <a:t>6. </a:t>
          </a:r>
        </a:p>
      </dgm:t>
    </dgm:pt>
    <dgm:pt modelId="{3F012F0A-E637-440B-82EB-7E6CA03B8FA9}" type="parTrans" cxnId="{587D1F30-177C-40E5-A897-F49865F0F0F9}">
      <dgm:prSet/>
      <dgm:spPr/>
      <dgm:t>
        <a:bodyPr/>
        <a:lstStyle/>
        <a:p>
          <a:endParaRPr lang="fr-FR"/>
        </a:p>
      </dgm:t>
    </dgm:pt>
    <dgm:pt modelId="{75A8133E-8B4C-4D36-B74B-27B0F1C6D295}" type="sibTrans" cxnId="{587D1F30-177C-40E5-A897-F49865F0F0F9}">
      <dgm:prSet/>
      <dgm:spPr/>
      <dgm:t>
        <a:bodyPr/>
        <a:lstStyle/>
        <a:p>
          <a:endParaRPr lang="fr-FR"/>
        </a:p>
      </dgm:t>
    </dgm:pt>
    <dgm:pt modelId="{41CADDD9-BFBE-484C-A77D-0A05C52C26F5}">
      <dgm:prSet phldrT="[Text]"/>
      <dgm:spPr/>
      <dgm:t>
        <a:bodyPr/>
        <a:lstStyle/>
        <a:p>
          <a:r>
            <a:rPr lang="fr-FR" dirty="0">
              <a:latin typeface="Cambria" panose="02040503050406030204" pitchFamily="18" charset="0"/>
              <a:ea typeface="Cambria" panose="02040503050406030204" pitchFamily="18" charset="0"/>
            </a:rPr>
            <a:t>Applications</a:t>
          </a:r>
        </a:p>
      </dgm:t>
    </dgm:pt>
    <dgm:pt modelId="{E0B61AF2-37B4-41B4-98D3-8DA905833213}" type="parTrans" cxnId="{431E2087-1981-4BC9-AE39-31D0A9EC1C35}">
      <dgm:prSet/>
      <dgm:spPr/>
      <dgm:t>
        <a:bodyPr/>
        <a:lstStyle/>
        <a:p>
          <a:endParaRPr lang="fr-FR"/>
        </a:p>
      </dgm:t>
    </dgm:pt>
    <dgm:pt modelId="{3253D144-31C6-4BB8-A465-F6526617C428}" type="sibTrans" cxnId="{431E2087-1981-4BC9-AE39-31D0A9EC1C35}">
      <dgm:prSet/>
      <dgm:spPr/>
      <dgm:t>
        <a:bodyPr/>
        <a:lstStyle/>
        <a:p>
          <a:endParaRPr lang="fr-FR"/>
        </a:p>
      </dgm:t>
    </dgm:pt>
    <dgm:pt modelId="{904B4AD5-6809-46CB-9F8F-774E19858825}" type="pres">
      <dgm:prSet presAssocID="{070DC0C6-D416-43EA-B8ED-D5B2113A809A}" presName="linearFlow" presStyleCnt="0">
        <dgm:presLayoutVars>
          <dgm:dir/>
          <dgm:animLvl val="lvl"/>
          <dgm:resizeHandles val="exact"/>
        </dgm:presLayoutVars>
      </dgm:prSet>
      <dgm:spPr/>
    </dgm:pt>
    <dgm:pt modelId="{105C6D18-0CBC-48F8-95FA-E29ED25233F2}" type="pres">
      <dgm:prSet presAssocID="{9C114801-CAC3-4A5F-8A12-C2D6E000B664}" presName="composite" presStyleCnt="0"/>
      <dgm:spPr/>
    </dgm:pt>
    <dgm:pt modelId="{7A793AFA-7D75-4F64-A1E8-E4B9D55C3D05}" type="pres">
      <dgm:prSet presAssocID="{9C114801-CAC3-4A5F-8A12-C2D6E000B664}" presName="parentText" presStyleLbl="alignNode1" presStyleIdx="0" presStyleCnt="6" custLinFactX="-24432" custLinFactNeighborX="-100000" custLinFactNeighborY="-84436">
        <dgm:presLayoutVars>
          <dgm:chMax val="1"/>
          <dgm:bulletEnabled val="1"/>
        </dgm:presLayoutVars>
      </dgm:prSet>
      <dgm:spPr>
        <a:xfrm rot="5400000">
          <a:off x="-165935" y="165935"/>
          <a:ext cx="1106237" cy="774365"/>
        </a:xfrm>
        <a:prstGeom prst="chevron">
          <a:avLst/>
        </a:prstGeom>
      </dgm:spPr>
    </dgm:pt>
    <dgm:pt modelId="{D348354D-45C4-4F36-B8B5-4CF15FA70D33}" type="pres">
      <dgm:prSet presAssocID="{9C114801-CAC3-4A5F-8A12-C2D6E000B664}" presName="descendantText" presStyleLbl="alignAcc1" presStyleIdx="0" presStyleCnt="6">
        <dgm:presLayoutVars>
          <dgm:bulletEnabled val="1"/>
        </dgm:presLayoutVars>
      </dgm:prSet>
      <dgm:spPr>
        <a:xfrm rot="5400000">
          <a:off x="5285455" y="-4507077"/>
          <a:ext cx="719054" cy="9741234"/>
        </a:xfrm>
        <a:prstGeom prst="round2SameRect">
          <a:avLst/>
        </a:prstGeom>
      </dgm:spPr>
    </dgm:pt>
    <dgm:pt modelId="{9E9B018A-760D-4B60-9DA5-3918585C2896}" type="pres">
      <dgm:prSet presAssocID="{2A0D71A6-1057-4C84-BD46-24F7173E776F}" presName="sp" presStyleCnt="0"/>
      <dgm:spPr/>
    </dgm:pt>
    <dgm:pt modelId="{6C6FD981-4DD2-406B-9376-444DB19D8C3C}" type="pres">
      <dgm:prSet presAssocID="{33F81538-CEAA-4917-85DF-92EBA4ADB062}" presName="composite" presStyleCnt="0"/>
      <dgm:spPr/>
    </dgm:pt>
    <dgm:pt modelId="{D8E23947-776E-480E-9D1E-3C443D745CF1}" type="pres">
      <dgm:prSet presAssocID="{33F81538-CEAA-4917-85DF-92EBA4ADB062}" presName="parentText" presStyleLbl="alignNode1" presStyleIdx="1" presStyleCnt="6">
        <dgm:presLayoutVars>
          <dgm:chMax val="1"/>
          <dgm:bulletEnabled val="1"/>
        </dgm:presLayoutVars>
      </dgm:prSet>
      <dgm:spPr>
        <a:xfrm rot="5400000">
          <a:off x="-165935" y="1180060"/>
          <a:ext cx="1106237" cy="774365"/>
        </a:xfrm>
        <a:prstGeom prst="chevron">
          <a:avLst/>
        </a:prstGeom>
      </dgm:spPr>
    </dgm:pt>
    <dgm:pt modelId="{75546590-EC9E-4994-9B6F-C3ABA43161DD}" type="pres">
      <dgm:prSet presAssocID="{33F81538-CEAA-4917-85DF-92EBA4ADB062}" presName="descendantText" presStyleLbl="alignAcc1" presStyleIdx="1" presStyleCnt="6">
        <dgm:presLayoutVars>
          <dgm:bulletEnabled val="1"/>
        </dgm:presLayoutVars>
      </dgm:prSet>
      <dgm:spPr>
        <a:xfrm rot="5400000">
          <a:off x="5285455" y="-3496964"/>
          <a:ext cx="719054" cy="9741234"/>
        </a:xfrm>
        <a:prstGeom prst="round2SameRect">
          <a:avLst/>
        </a:prstGeom>
      </dgm:spPr>
    </dgm:pt>
    <dgm:pt modelId="{5F7AD55F-5C90-41B0-BAAC-55F61292122E}" type="pres">
      <dgm:prSet presAssocID="{EA6C08CC-2B78-4430-82BD-D9D93ABBF257}" presName="sp" presStyleCnt="0"/>
      <dgm:spPr/>
    </dgm:pt>
    <dgm:pt modelId="{67AAD7B8-730F-4CEB-B1F6-C3F598CCF4DF}" type="pres">
      <dgm:prSet presAssocID="{3A783CF5-1F70-4856-AB08-9907FB03AD2A}" presName="composite" presStyleCnt="0"/>
      <dgm:spPr/>
    </dgm:pt>
    <dgm:pt modelId="{04978F30-AA93-463C-9BB0-41CEB5D987C6}" type="pres">
      <dgm:prSet presAssocID="{3A783CF5-1F70-4856-AB08-9907FB03AD2A}" presName="parentText" presStyleLbl="alignNode1" presStyleIdx="2" presStyleCnt="6">
        <dgm:presLayoutVars>
          <dgm:chMax val="1"/>
          <dgm:bulletEnabled val="1"/>
        </dgm:presLayoutVars>
      </dgm:prSet>
      <dgm:spPr>
        <a:xfrm rot="5400000">
          <a:off x="-165935" y="2190173"/>
          <a:ext cx="1106237" cy="774365"/>
        </a:xfrm>
        <a:prstGeom prst="chevron">
          <a:avLst/>
        </a:prstGeom>
      </dgm:spPr>
    </dgm:pt>
    <dgm:pt modelId="{382B9D09-32A1-4879-842C-4EBFF456F70D}" type="pres">
      <dgm:prSet presAssocID="{3A783CF5-1F70-4856-AB08-9907FB03AD2A}" presName="descendantText" presStyleLbl="alignAcc1" presStyleIdx="2" presStyleCnt="6">
        <dgm:presLayoutVars>
          <dgm:bulletEnabled val="1"/>
        </dgm:presLayoutVars>
      </dgm:prSet>
      <dgm:spPr>
        <a:xfrm rot="5400000">
          <a:off x="5285455" y="-2486851"/>
          <a:ext cx="719054" cy="9741234"/>
        </a:xfrm>
        <a:prstGeom prst="round2SameRect">
          <a:avLst/>
        </a:prstGeom>
      </dgm:spPr>
    </dgm:pt>
    <dgm:pt modelId="{B491921F-B739-4F56-AEA1-159B00DADEC0}" type="pres">
      <dgm:prSet presAssocID="{31563C07-98C3-4480-A989-398E41B9041D}" presName="sp" presStyleCnt="0"/>
      <dgm:spPr/>
    </dgm:pt>
    <dgm:pt modelId="{6DE413DE-6322-4DFB-82B3-2700281DFCB5}" type="pres">
      <dgm:prSet presAssocID="{9F56FBF2-6E83-474B-81B6-A46BFDC59362}" presName="composite" presStyleCnt="0"/>
      <dgm:spPr/>
    </dgm:pt>
    <dgm:pt modelId="{F05BAB32-5FD8-4ACC-BE23-7F934C91C8C4}" type="pres">
      <dgm:prSet presAssocID="{9F56FBF2-6E83-474B-81B6-A46BFDC59362}" presName="parentText" presStyleLbl="alignNode1" presStyleIdx="3" presStyleCnt="6">
        <dgm:presLayoutVars>
          <dgm:chMax val="1"/>
          <dgm:bulletEnabled val="1"/>
        </dgm:presLayoutVars>
      </dgm:prSet>
      <dgm:spPr/>
    </dgm:pt>
    <dgm:pt modelId="{7DEBE452-D49F-441E-8FEA-2D5E88746963}" type="pres">
      <dgm:prSet presAssocID="{9F56FBF2-6E83-474B-81B6-A46BFDC59362}" presName="descendantText" presStyleLbl="alignAcc1" presStyleIdx="3" presStyleCnt="6">
        <dgm:presLayoutVars>
          <dgm:bulletEnabled val="1"/>
        </dgm:presLayoutVars>
      </dgm:prSet>
      <dgm:spPr/>
    </dgm:pt>
    <dgm:pt modelId="{0CC99DCC-D71D-4186-BC0A-EE84D3FAB3F8}" type="pres">
      <dgm:prSet presAssocID="{611F51FC-1097-42EE-80D3-C60456146650}" presName="sp" presStyleCnt="0"/>
      <dgm:spPr/>
    </dgm:pt>
    <dgm:pt modelId="{BF424E7D-719F-4987-8BAC-8816C6DC0A2F}" type="pres">
      <dgm:prSet presAssocID="{6D0B8560-7ACD-4040-BEFA-B24FA8999E02}" presName="composite" presStyleCnt="0"/>
      <dgm:spPr/>
    </dgm:pt>
    <dgm:pt modelId="{C982BE34-8977-4488-8593-1CB60421ECD6}" type="pres">
      <dgm:prSet presAssocID="{6D0B8560-7ACD-4040-BEFA-B24FA8999E02}" presName="parentText" presStyleLbl="alignNode1" presStyleIdx="4" presStyleCnt="6">
        <dgm:presLayoutVars>
          <dgm:chMax val="1"/>
          <dgm:bulletEnabled val="1"/>
        </dgm:presLayoutVars>
      </dgm:prSet>
      <dgm:spPr/>
    </dgm:pt>
    <dgm:pt modelId="{701F3621-29A6-4410-96C2-54CAB3AE0219}" type="pres">
      <dgm:prSet presAssocID="{6D0B8560-7ACD-4040-BEFA-B24FA8999E02}" presName="descendantText" presStyleLbl="alignAcc1" presStyleIdx="4" presStyleCnt="6">
        <dgm:presLayoutVars>
          <dgm:bulletEnabled val="1"/>
        </dgm:presLayoutVars>
      </dgm:prSet>
      <dgm:spPr/>
    </dgm:pt>
    <dgm:pt modelId="{5739934F-355B-47EA-89D2-42D1C8F8FAD3}" type="pres">
      <dgm:prSet presAssocID="{92C1C2EA-D10A-4474-93EC-AB95E9FD070C}" presName="sp" presStyleCnt="0"/>
      <dgm:spPr/>
    </dgm:pt>
    <dgm:pt modelId="{03F0B0AE-F3A2-4EAF-BCBD-169F52E7BD98}" type="pres">
      <dgm:prSet presAssocID="{CC713F32-4CC4-44E0-B110-7C05F14B1BFA}" presName="composite" presStyleCnt="0"/>
      <dgm:spPr/>
    </dgm:pt>
    <dgm:pt modelId="{11AA0E6F-3938-44DA-97C1-59F74FFB8ECA}" type="pres">
      <dgm:prSet presAssocID="{CC713F32-4CC4-44E0-B110-7C05F14B1BFA}" presName="parentText" presStyleLbl="alignNode1" presStyleIdx="5" presStyleCnt="6">
        <dgm:presLayoutVars>
          <dgm:chMax val="1"/>
          <dgm:bulletEnabled val="1"/>
        </dgm:presLayoutVars>
      </dgm:prSet>
      <dgm:spPr/>
    </dgm:pt>
    <dgm:pt modelId="{49A57842-C0EF-449B-BB4B-83B05077417B}" type="pres">
      <dgm:prSet presAssocID="{CC713F32-4CC4-44E0-B110-7C05F14B1BFA}" presName="descendantText" presStyleLbl="alignAcc1" presStyleIdx="5" presStyleCnt="6">
        <dgm:presLayoutVars>
          <dgm:bulletEnabled val="1"/>
        </dgm:presLayoutVars>
      </dgm:prSet>
      <dgm:spPr/>
    </dgm:pt>
  </dgm:ptLst>
  <dgm:cxnLst>
    <dgm:cxn modelId="{A7DF1B03-729A-469B-BE04-9A56DB0D0532}" type="presOf" srcId="{CC713F32-4CC4-44E0-B110-7C05F14B1BFA}" destId="{11AA0E6F-3938-44DA-97C1-59F74FFB8ECA}" srcOrd="0" destOrd="0" presId="urn:microsoft.com/office/officeart/2005/8/layout/chevron2"/>
    <dgm:cxn modelId="{E7892703-22D1-4B31-9E1C-645BDF244529}" srcId="{6D0B8560-7ACD-4040-BEFA-B24FA8999E02}" destId="{A14F5A27-998A-4EBE-B8BF-C1A3D451AD92}" srcOrd="0" destOrd="0" parTransId="{67962722-5BE2-4D02-8827-E9C45AAEA74A}" sibTransId="{E6FD7432-9A9C-455E-BF28-4FB175A1C92E}"/>
    <dgm:cxn modelId="{3D354E2F-87D9-4ABB-8E73-4BF85A47B10A}" type="presOf" srcId="{3A783CF5-1F70-4856-AB08-9907FB03AD2A}" destId="{04978F30-AA93-463C-9BB0-41CEB5D987C6}" srcOrd="0" destOrd="0" presId="urn:microsoft.com/office/officeart/2005/8/layout/chevron2"/>
    <dgm:cxn modelId="{587D1F30-177C-40E5-A897-F49865F0F0F9}" srcId="{070DC0C6-D416-43EA-B8ED-D5B2113A809A}" destId="{CC713F32-4CC4-44E0-B110-7C05F14B1BFA}" srcOrd="5" destOrd="0" parTransId="{3F012F0A-E637-440B-82EB-7E6CA03B8FA9}" sibTransId="{75A8133E-8B4C-4D36-B74B-27B0F1C6D295}"/>
    <dgm:cxn modelId="{5FBEDC34-E07E-400A-A09C-8FFA01497DD1}" type="presOf" srcId="{7579395F-81C8-4AF8-B7E0-0425AA1AD0FF}" destId="{D348354D-45C4-4F36-B8B5-4CF15FA70D33}" srcOrd="0" destOrd="0" presId="urn:microsoft.com/office/officeart/2005/8/layout/chevron2"/>
    <dgm:cxn modelId="{6AD6EF61-7324-44EC-A3E5-8ECCBE094438}" srcId="{3A783CF5-1F70-4856-AB08-9907FB03AD2A}" destId="{73A8005A-D97F-4579-BFF5-4834199E9E30}" srcOrd="0" destOrd="0" parTransId="{2E5B2BDB-6302-4775-9FDE-EAD7F78A81F3}" sibTransId="{05F3AE9C-68DC-4950-87C8-66F026ABBE62}"/>
    <dgm:cxn modelId="{D7EBAB66-5E4F-4BAE-A30D-147C03C594C7}" srcId="{9C114801-CAC3-4A5F-8A12-C2D6E000B664}" destId="{7579395F-81C8-4AF8-B7E0-0425AA1AD0FF}" srcOrd="0" destOrd="0" parTransId="{3F286716-333D-4A21-ABAD-281838F2ABC6}" sibTransId="{EAA5B57C-AF47-4B81-B032-6CA325FEB6E0}"/>
    <dgm:cxn modelId="{15FDA94B-C761-42C1-A258-FB566B447B54}" srcId="{070DC0C6-D416-43EA-B8ED-D5B2113A809A}" destId="{6D0B8560-7ACD-4040-BEFA-B24FA8999E02}" srcOrd="4" destOrd="0" parTransId="{A5D4A58B-5A63-4E25-879B-E58C032374B5}" sibTransId="{92C1C2EA-D10A-4474-93EC-AB95E9FD070C}"/>
    <dgm:cxn modelId="{BF0D4970-8758-4228-B3CD-314877CDA78C}" srcId="{33F81538-CEAA-4917-85DF-92EBA4ADB062}" destId="{CF909AE4-8284-4C1C-8824-17FCA46BD185}" srcOrd="0" destOrd="0" parTransId="{55263672-D812-4D67-B469-7146F324A610}" sibTransId="{E6BBA966-8722-46B2-9AC0-E367E32BC041}"/>
    <dgm:cxn modelId="{74F29553-9506-4278-9E57-660657543238}" type="presOf" srcId="{41CADDD9-BFBE-484C-A77D-0A05C52C26F5}" destId="{49A57842-C0EF-449B-BB4B-83B05077417B}" srcOrd="0" destOrd="0" presId="urn:microsoft.com/office/officeart/2005/8/layout/chevron2"/>
    <dgm:cxn modelId="{0922077D-9B8E-4743-8640-C870A21C2317}" srcId="{070DC0C6-D416-43EA-B8ED-D5B2113A809A}" destId="{9F56FBF2-6E83-474B-81B6-A46BFDC59362}" srcOrd="3" destOrd="0" parTransId="{5827C676-64E8-410D-A1C3-E93EC7E46078}" sibTransId="{611F51FC-1097-42EE-80D3-C60456146650}"/>
    <dgm:cxn modelId="{C649977E-5472-4341-B016-AC5079E33EA1}" type="presOf" srcId="{33F81538-CEAA-4917-85DF-92EBA4ADB062}" destId="{D8E23947-776E-480E-9D1E-3C443D745CF1}" srcOrd="0" destOrd="0" presId="urn:microsoft.com/office/officeart/2005/8/layout/chevron2"/>
    <dgm:cxn modelId="{31F94D80-9172-4E2F-A5A2-5A7406E4F453}" type="presOf" srcId="{73A8005A-D97F-4579-BFF5-4834199E9E30}" destId="{382B9D09-32A1-4879-842C-4EBFF456F70D}" srcOrd="0" destOrd="0" presId="urn:microsoft.com/office/officeart/2005/8/layout/chevron2"/>
    <dgm:cxn modelId="{431E2087-1981-4BC9-AE39-31D0A9EC1C35}" srcId="{CC713F32-4CC4-44E0-B110-7C05F14B1BFA}" destId="{41CADDD9-BFBE-484C-A77D-0A05C52C26F5}" srcOrd="0" destOrd="0" parTransId="{E0B61AF2-37B4-41B4-98D3-8DA905833213}" sibTransId="{3253D144-31C6-4BB8-A465-F6526617C428}"/>
    <dgm:cxn modelId="{D243BB8C-4329-4AD1-A435-C1DC226742C8}" type="presOf" srcId="{6D0B8560-7ACD-4040-BEFA-B24FA8999E02}" destId="{C982BE34-8977-4488-8593-1CB60421ECD6}" srcOrd="0" destOrd="0" presId="urn:microsoft.com/office/officeart/2005/8/layout/chevron2"/>
    <dgm:cxn modelId="{B0AD9491-EE4B-491D-9D91-01496C6B7CE2}" srcId="{070DC0C6-D416-43EA-B8ED-D5B2113A809A}" destId="{9C114801-CAC3-4A5F-8A12-C2D6E000B664}" srcOrd="0" destOrd="0" parTransId="{DF809216-107C-466F-B6C9-3CCBEEE90572}" sibTransId="{2A0D71A6-1057-4C84-BD46-24F7173E776F}"/>
    <dgm:cxn modelId="{4FC18C96-8EAE-48A7-BFDF-F12B18F30AF4}" srcId="{9F56FBF2-6E83-474B-81B6-A46BFDC59362}" destId="{F6A27E43-6AB7-4EA0-A90D-24F0297FCC94}" srcOrd="0" destOrd="0" parTransId="{7714E1CE-5478-4815-836F-CACC22BAAAD5}" sibTransId="{70004A75-7879-4D6D-A7C3-0027175C5A74}"/>
    <dgm:cxn modelId="{C13A8799-573D-469E-84CA-79F46D80568F}" type="presOf" srcId="{070DC0C6-D416-43EA-B8ED-D5B2113A809A}" destId="{904B4AD5-6809-46CB-9F8F-774E19858825}" srcOrd="0" destOrd="0" presId="urn:microsoft.com/office/officeart/2005/8/layout/chevron2"/>
    <dgm:cxn modelId="{3A03239C-D80D-42C0-9A3F-E91A27A2EAB7}" type="presOf" srcId="{A14F5A27-998A-4EBE-B8BF-C1A3D451AD92}" destId="{701F3621-29A6-4410-96C2-54CAB3AE0219}" srcOrd="0" destOrd="0" presId="urn:microsoft.com/office/officeart/2005/8/layout/chevron2"/>
    <dgm:cxn modelId="{2C5D9DBE-AC95-427E-B50E-358D33B6D11B}" srcId="{070DC0C6-D416-43EA-B8ED-D5B2113A809A}" destId="{33F81538-CEAA-4917-85DF-92EBA4ADB062}" srcOrd="1" destOrd="0" parTransId="{11BA43D9-BDE4-46BE-BE66-EC1CCF6D5919}" sibTransId="{EA6C08CC-2B78-4430-82BD-D9D93ABBF257}"/>
    <dgm:cxn modelId="{251EE6BF-2257-4DC5-A0A0-8188AD7D028C}" type="presOf" srcId="{9F56FBF2-6E83-474B-81B6-A46BFDC59362}" destId="{F05BAB32-5FD8-4ACC-BE23-7F934C91C8C4}" srcOrd="0" destOrd="0" presId="urn:microsoft.com/office/officeart/2005/8/layout/chevron2"/>
    <dgm:cxn modelId="{B2923BCC-0EF1-48A7-A847-F359614890A8}" srcId="{070DC0C6-D416-43EA-B8ED-D5B2113A809A}" destId="{3A783CF5-1F70-4856-AB08-9907FB03AD2A}" srcOrd="2" destOrd="0" parTransId="{2AC30BDB-49CC-4CAC-8AC9-627D4C982E18}" sibTransId="{31563C07-98C3-4480-A989-398E41B9041D}"/>
    <dgm:cxn modelId="{9FE815DA-51F9-43A8-B34E-7CE3A2ADBCAA}" type="presOf" srcId="{CF909AE4-8284-4C1C-8824-17FCA46BD185}" destId="{75546590-EC9E-4994-9B6F-C3ABA43161DD}" srcOrd="0" destOrd="0" presId="urn:microsoft.com/office/officeart/2005/8/layout/chevron2"/>
    <dgm:cxn modelId="{F62B2CDE-F505-4976-9477-516D6F2DD772}" type="presOf" srcId="{F6A27E43-6AB7-4EA0-A90D-24F0297FCC94}" destId="{7DEBE452-D49F-441E-8FEA-2D5E88746963}" srcOrd="0" destOrd="0" presId="urn:microsoft.com/office/officeart/2005/8/layout/chevron2"/>
    <dgm:cxn modelId="{3EED0DF7-2E33-4283-89D4-E8A713C51B88}" type="presOf" srcId="{9C114801-CAC3-4A5F-8A12-C2D6E000B664}" destId="{7A793AFA-7D75-4F64-A1E8-E4B9D55C3D05}" srcOrd="0" destOrd="0" presId="urn:microsoft.com/office/officeart/2005/8/layout/chevron2"/>
    <dgm:cxn modelId="{7E9E53B7-F94F-40A5-8D29-56B860335E97}" type="presParOf" srcId="{904B4AD5-6809-46CB-9F8F-774E19858825}" destId="{105C6D18-0CBC-48F8-95FA-E29ED25233F2}" srcOrd="0" destOrd="0" presId="urn:microsoft.com/office/officeart/2005/8/layout/chevron2"/>
    <dgm:cxn modelId="{1E543D60-4C27-4BD7-9F01-945E9AE31B6D}" type="presParOf" srcId="{105C6D18-0CBC-48F8-95FA-E29ED25233F2}" destId="{7A793AFA-7D75-4F64-A1E8-E4B9D55C3D05}" srcOrd="0" destOrd="0" presId="urn:microsoft.com/office/officeart/2005/8/layout/chevron2"/>
    <dgm:cxn modelId="{23BCBB27-22BD-4C3A-B1F3-11A6FE0F691C}" type="presParOf" srcId="{105C6D18-0CBC-48F8-95FA-E29ED25233F2}" destId="{D348354D-45C4-4F36-B8B5-4CF15FA70D33}" srcOrd="1" destOrd="0" presId="urn:microsoft.com/office/officeart/2005/8/layout/chevron2"/>
    <dgm:cxn modelId="{CDF89A73-2B10-49FD-AC1D-2F245B7377DA}" type="presParOf" srcId="{904B4AD5-6809-46CB-9F8F-774E19858825}" destId="{9E9B018A-760D-4B60-9DA5-3918585C2896}" srcOrd="1" destOrd="0" presId="urn:microsoft.com/office/officeart/2005/8/layout/chevron2"/>
    <dgm:cxn modelId="{71DA8EE5-D9A1-4E00-B992-6643AA9B728F}" type="presParOf" srcId="{904B4AD5-6809-46CB-9F8F-774E19858825}" destId="{6C6FD981-4DD2-406B-9376-444DB19D8C3C}" srcOrd="2" destOrd="0" presId="urn:microsoft.com/office/officeart/2005/8/layout/chevron2"/>
    <dgm:cxn modelId="{8D60B02D-021B-4B5C-B594-24FE939A6114}" type="presParOf" srcId="{6C6FD981-4DD2-406B-9376-444DB19D8C3C}" destId="{D8E23947-776E-480E-9D1E-3C443D745CF1}" srcOrd="0" destOrd="0" presId="urn:microsoft.com/office/officeart/2005/8/layout/chevron2"/>
    <dgm:cxn modelId="{6517EF1A-22E5-45C0-B256-C953FBB2A6BB}" type="presParOf" srcId="{6C6FD981-4DD2-406B-9376-444DB19D8C3C}" destId="{75546590-EC9E-4994-9B6F-C3ABA43161DD}" srcOrd="1" destOrd="0" presId="urn:microsoft.com/office/officeart/2005/8/layout/chevron2"/>
    <dgm:cxn modelId="{EBCA1960-C34B-4B5A-AE5B-0D3BE25F6AC7}" type="presParOf" srcId="{904B4AD5-6809-46CB-9F8F-774E19858825}" destId="{5F7AD55F-5C90-41B0-BAAC-55F61292122E}" srcOrd="3" destOrd="0" presId="urn:microsoft.com/office/officeart/2005/8/layout/chevron2"/>
    <dgm:cxn modelId="{4D9FF228-BA82-48F9-BA9A-66C07802DE64}" type="presParOf" srcId="{904B4AD5-6809-46CB-9F8F-774E19858825}" destId="{67AAD7B8-730F-4CEB-B1F6-C3F598CCF4DF}" srcOrd="4" destOrd="0" presId="urn:microsoft.com/office/officeart/2005/8/layout/chevron2"/>
    <dgm:cxn modelId="{DAEE812C-C662-4870-AE92-5CDCCA212A93}" type="presParOf" srcId="{67AAD7B8-730F-4CEB-B1F6-C3F598CCF4DF}" destId="{04978F30-AA93-463C-9BB0-41CEB5D987C6}" srcOrd="0" destOrd="0" presId="urn:microsoft.com/office/officeart/2005/8/layout/chevron2"/>
    <dgm:cxn modelId="{A813A5CF-30E0-412A-8744-B8AEED19C720}" type="presParOf" srcId="{67AAD7B8-730F-4CEB-B1F6-C3F598CCF4DF}" destId="{382B9D09-32A1-4879-842C-4EBFF456F70D}" srcOrd="1" destOrd="0" presId="urn:microsoft.com/office/officeart/2005/8/layout/chevron2"/>
    <dgm:cxn modelId="{A984524C-C8F8-4F34-8870-383E72D95212}" type="presParOf" srcId="{904B4AD5-6809-46CB-9F8F-774E19858825}" destId="{B491921F-B739-4F56-AEA1-159B00DADEC0}" srcOrd="5" destOrd="0" presId="urn:microsoft.com/office/officeart/2005/8/layout/chevron2"/>
    <dgm:cxn modelId="{3C0C57E1-8510-4F8D-81C0-5A5CA43D06DB}" type="presParOf" srcId="{904B4AD5-6809-46CB-9F8F-774E19858825}" destId="{6DE413DE-6322-4DFB-82B3-2700281DFCB5}" srcOrd="6" destOrd="0" presId="urn:microsoft.com/office/officeart/2005/8/layout/chevron2"/>
    <dgm:cxn modelId="{DE75811C-1FBF-456E-BA9C-289C6CFE3927}" type="presParOf" srcId="{6DE413DE-6322-4DFB-82B3-2700281DFCB5}" destId="{F05BAB32-5FD8-4ACC-BE23-7F934C91C8C4}" srcOrd="0" destOrd="0" presId="urn:microsoft.com/office/officeart/2005/8/layout/chevron2"/>
    <dgm:cxn modelId="{CCE79F55-4DD3-45C5-A2D4-6F543BC5DC55}" type="presParOf" srcId="{6DE413DE-6322-4DFB-82B3-2700281DFCB5}" destId="{7DEBE452-D49F-441E-8FEA-2D5E88746963}" srcOrd="1" destOrd="0" presId="urn:microsoft.com/office/officeart/2005/8/layout/chevron2"/>
    <dgm:cxn modelId="{496ED4DB-C9E3-4742-B542-EFBA0999A775}" type="presParOf" srcId="{904B4AD5-6809-46CB-9F8F-774E19858825}" destId="{0CC99DCC-D71D-4186-BC0A-EE84D3FAB3F8}" srcOrd="7" destOrd="0" presId="urn:microsoft.com/office/officeart/2005/8/layout/chevron2"/>
    <dgm:cxn modelId="{45850D9E-3048-4FFC-8703-100CFBA19549}" type="presParOf" srcId="{904B4AD5-6809-46CB-9F8F-774E19858825}" destId="{BF424E7D-719F-4987-8BAC-8816C6DC0A2F}" srcOrd="8" destOrd="0" presId="urn:microsoft.com/office/officeart/2005/8/layout/chevron2"/>
    <dgm:cxn modelId="{C49B7BE1-7900-4988-829E-C91ED1D6250E}" type="presParOf" srcId="{BF424E7D-719F-4987-8BAC-8816C6DC0A2F}" destId="{C982BE34-8977-4488-8593-1CB60421ECD6}" srcOrd="0" destOrd="0" presId="urn:microsoft.com/office/officeart/2005/8/layout/chevron2"/>
    <dgm:cxn modelId="{9D3155B0-B419-4B0C-84D5-1BA1BD3D79B9}" type="presParOf" srcId="{BF424E7D-719F-4987-8BAC-8816C6DC0A2F}" destId="{701F3621-29A6-4410-96C2-54CAB3AE0219}" srcOrd="1" destOrd="0" presId="urn:microsoft.com/office/officeart/2005/8/layout/chevron2"/>
    <dgm:cxn modelId="{67A53450-A173-4CC4-A423-4C56924D606D}" type="presParOf" srcId="{904B4AD5-6809-46CB-9F8F-774E19858825}" destId="{5739934F-355B-47EA-89D2-42D1C8F8FAD3}" srcOrd="9" destOrd="0" presId="urn:microsoft.com/office/officeart/2005/8/layout/chevron2"/>
    <dgm:cxn modelId="{A91CC1C6-6445-4C2B-9300-2786B2E874C1}" type="presParOf" srcId="{904B4AD5-6809-46CB-9F8F-774E19858825}" destId="{03F0B0AE-F3A2-4EAF-BCBD-169F52E7BD98}" srcOrd="10" destOrd="0" presId="urn:microsoft.com/office/officeart/2005/8/layout/chevron2"/>
    <dgm:cxn modelId="{C27EB1BE-8F50-42F9-BBAF-96E96BB65D64}" type="presParOf" srcId="{03F0B0AE-F3A2-4EAF-BCBD-169F52E7BD98}" destId="{11AA0E6F-3938-44DA-97C1-59F74FFB8ECA}" srcOrd="0" destOrd="0" presId="urn:microsoft.com/office/officeart/2005/8/layout/chevron2"/>
    <dgm:cxn modelId="{1B7D069C-6079-4006-AD0E-9F1181D76DC8}" type="presParOf" srcId="{03F0B0AE-F3A2-4EAF-BCBD-169F52E7BD98}" destId="{49A57842-C0EF-449B-BB4B-83B05077417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0DC0C6-D416-43EA-B8ED-D5B2113A809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9C114801-CAC3-4A5F-8A12-C2D6E000B664}">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1.</a:t>
          </a:r>
          <a:endParaRPr lang="fr-FR" sz="2200" kern="1200" dirty="0">
            <a:latin typeface="Cambria" panose="02040503050406030204" pitchFamily="18" charset="0"/>
            <a:ea typeface="Cambria" panose="02040503050406030204" pitchFamily="18" charset="0"/>
            <a:cs typeface="+mn-cs"/>
          </a:endParaRPr>
        </a:p>
      </dgm:t>
    </dgm:pt>
    <dgm:pt modelId="{DF809216-107C-466F-B6C9-3CCBEEE90572}" type="par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2A0D71A6-1057-4C84-BD46-24F7173E776F}" type="sib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7579395F-81C8-4AF8-B7E0-0425AA1AD0FF}">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Introduction</a:t>
          </a:r>
          <a:endParaRPr lang="fr-FR" sz="4400" kern="1200" dirty="0">
            <a:latin typeface="Cambria" panose="02040503050406030204" pitchFamily="18" charset="0"/>
            <a:ea typeface="Cambria" panose="02040503050406030204" pitchFamily="18" charset="0"/>
            <a:cs typeface="+mn-cs"/>
          </a:endParaRPr>
        </a:p>
      </dgm:t>
    </dgm:pt>
    <dgm:pt modelId="{3F286716-333D-4A21-ABAD-281838F2ABC6}" type="par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EAA5B57C-AF47-4B81-B032-6CA325FEB6E0}" type="sib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33F81538-CEAA-4917-85DF-92EBA4ADB062}">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2.</a:t>
          </a:r>
          <a:endParaRPr lang="fr-FR" sz="2200" kern="1200" dirty="0">
            <a:latin typeface="Cambria" panose="02040503050406030204" pitchFamily="18" charset="0"/>
            <a:ea typeface="Cambria" panose="02040503050406030204" pitchFamily="18" charset="0"/>
            <a:cs typeface="+mn-cs"/>
          </a:endParaRPr>
        </a:p>
      </dgm:t>
    </dgm:pt>
    <dgm:pt modelId="{11BA43D9-BDE4-46BE-BE66-EC1CCF6D5919}" type="par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EA6C08CC-2B78-4430-82BD-D9D93ABBF257}" type="sib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CF909AE4-8284-4C1C-8824-17FCA46BD185}">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Principales caractéristiques du cloud</a:t>
          </a:r>
          <a:endParaRPr lang="fr-FR" sz="4400" kern="1200" dirty="0">
            <a:latin typeface="Cambria" panose="02040503050406030204" pitchFamily="18" charset="0"/>
            <a:ea typeface="Cambria" panose="02040503050406030204" pitchFamily="18" charset="0"/>
            <a:cs typeface="+mn-cs"/>
          </a:endParaRPr>
        </a:p>
      </dgm:t>
    </dgm:pt>
    <dgm:pt modelId="{55263672-D812-4D67-B469-7146F324A610}" type="par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E6BBA966-8722-46B2-9AC0-E367E32BC041}" type="sib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3A783CF5-1F70-4856-AB08-9907FB03AD2A}">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cs typeface="+mn-cs"/>
            </a:rPr>
            <a:t>3.</a:t>
          </a:r>
        </a:p>
      </dgm:t>
    </dgm:pt>
    <dgm:pt modelId="{2AC30BDB-49CC-4CAC-8AC9-627D4C982E18}" type="par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31563C07-98C3-4480-A989-398E41B9041D}" type="sib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73A8005A-D97F-4579-BFF5-4834199E9E30}">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latin typeface="Cambria" panose="02040503050406030204" pitchFamily="18" charset="0"/>
              <a:ea typeface="Cambria" panose="02040503050406030204" pitchFamily="18" charset="0"/>
              <a:cs typeface="+mn-cs"/>
            </a:rPr>
            <a:t>Différents types de Cloud</a:t>
          </a:r>
        </a:p>
      </dgm:t>
    </dgm:pt>
    <dgm:pt modelId="{2E5B2BDB-6302-4775-9FDE-EAD7F78A81F3}" type="par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05F3AE9C-68DC-4950-87C8-66F026ABBE62}" type="sib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9F56FBF2-6E83-474B-81B6-A46BFDC59362}">
      <dgm:prSet phldrT="[Text]"/>
      <dgm:spPr>
        <a:solidFill>
          <a:schemeClr val="accent2">
            <a:lumMod val="75000"/>
          </a:schemeClr>
        </a:solidFill>
      </dgm:spPr>
      <dgm:t>
        <a:bodyPr/>
        <a:lstStyle/>
        <a:p>
          <a:r>
            <a:rPr lang="fr-FR" dirty="0">
              <a:latin typeface="Cambria" panose="02040503050406030204" pitchFamily="18" charset="0"/>
              <a:ea typeface="Cambria" panose="02040503050406030204" pitchFamily="18" charset="0"/>
            </a:rPr>
            <a:t>4</a:t>
          </a:r>
          <a:r>
            <a:rPr lang="fr-FR" dirty="0">
              <a:highlight>
                <a:srgbClr val="000080"/>
              </a:highlight>
              <a:latin typeface="Cambria" panose="02040503050406030204" pitchFamily="18" charset="0"/>
              <a:ea typeface="Cambria" panose="02040503050406030204" pitchFamily="18" charset="0"/>
            </a:rPr>
            <a:t>.</a:t>
          </a:r>
        </a:p>
      </dgm:t>
    </dgm:pt>
    <dgm:pt modelId="{5827C676-64E8-410D-A1C3-E93EC7E46078}" type="parTrans" cxnId="{0922077D-9B8E-4743-8640-C870A21C2317}">
      <dgm:prSet/>
      <dgm:spPr/>
      <dgm:t>
        <a:bodyPr/>
        <a:lstStyle/>
        <a:p>
          <a:endParaRPr lang="fr-FR"/>
        </a:p>
      </dgm:t>
    </dgm:pt>
    <dgm:pt modelId="{611F51FC-1097-42EE-80D3-C60456146650}" type="sibTrans" cxnId="{0922077D-9B8E-4743-8640-C870A21C2317}">
      <dgm:prSet/>
      <dgm:spPr/>
      <dgm:t>
        <a:bodyPr/>
        <a:lstStyle/>
        <a:p>
          <a:endParaRPr lang="fr-FR"/>
        </a:p>
      </dgm:t>
    </dgm:pt>
    <dgm:pt modelId="{F6A27E43-6AB7-4EA0-A90D-24F0297FCC94}">
      <dgm:prSet phldrT="[Text]"/>
      <dgm:spPr>
        <a:solidFill>
          <a:schemeClr val="accent2">
            <a:lumMod val="75000"/>
            <a:alpha val="90000"/>
          </a:schemeClr>
        </a:solidFill>
      </dgm:spPr>
      <dgm:t>
        <a:bodyPr/>
        <a:lstStyle/>
        <a:p>
          <a:r>
            <a:rPr lang="fr-FR" dirty="0">
              <a:solidFill>
                <a:schemeClr val="tx1"/>
              </a:solidFill>
              <a:latin typeface="Cambria" panose="02040503050406030204" pitchFamily="18" charset="0"/>
              <a:ea typeface="Cambria" panose="02040503050406030204" pitchFamily="18" charset="0"/>
            </a:rPr>
            <a:t>Différents modèles de services Cloud</a:t>
          </a:r>
        </a:p>
      </dgm:t>
    </dgm:pt>
    <dgm:pt modelId="{7714E1CE-5478-4815-836F-CACC22BAAAD5}" type="parTrans" cxnId="{4FC18C96-8EAE-48A7-BFDF-F12B18F30AF4}">
      <dgm:prSet/>
      <dgm:spPr/>
      <dgm:t>
        <a:bodyPr/>
        <a:lstStyle/>
        <a:p>
          <a:endParaRPr lang="fr-FR"/>
        </a:p>
      </dgm:t>
    </dgm:pt>
    <dgm:pt modelId="{70004A75-7879-4D6D-A7C3-0027175C5A74}" type="sibTrans" cxnId="{4FC18C96-8EAE-48A7-BFDF-F12B18F30AF4}">
      <dgm:prSet/>
      <dgm:spPr/>
      <dgm:t>
        <a:bodyPr/>
        <a:lstStyle/>
        <a:p>
          <a:endParaRPr lang="fr-FR"/>
        </a:p>
      </dgm:t>
    </dgm:pt>
    <dgm:pt modelId="{6D0B8560-7ACD-4040-BEFA-B24FA8999E02}">
      <dgm:prSet phldrT="[Text]"/>
      <dgm:spPr/>
      <dgm:t>
        <a:bodyPr/>
        <a:lstStyle/>
        <a:p>
          <a:r>
            <a:rPr lang="fr-FR" dirty="0">
              <a:latin typeface="Cambria" panose="02040503050406030204" pitchFamily="18" charset="0"/>
              <a:ea typeface="Cambria" panose="02040503050406030204" pitchFamily="18" charset="0"/>
            </a:rPr>
            <a:t>5.</a:t>
          </a:r>
        </a:p>
      </dgm:t>
    </dgm:pt>
    <dgm:pt modelId="{A5D4A58B-5A63-4E25-879B-E58C032374B5}" type="parTrans" cxnId="{15FDA94B-C761-42C1-A258-FB566B447B54}">
      <dgm:prSet/>
      <dgm:spPr/>
      <dgm:t>
        <a:bodyPr/>
        <a:lstStyle/>
        <a:p>
          <a:endParaRPr lang="fr-FR"/>
        </a:p>
      </dgm:t>
    </dgm:pt>
    <dgm:pt modelId="{92C1C2EA-D10A-4474-93EC-AB95E9FD070C}" type="sibTrans" cxnId="{15FDA94B-C761-42C1-A258-FB566B447B54}">
      <dgm:prSet/>
      <dgm:spPr/>
      <dgm:t>
        <a:bodyPr/>
        <a:lstStyle/>
        <a:p>
          <a:endParaRPr lang="fr-FR"/>
        </a:p>
      </dgm:t>
    </dgm:pt>
    <dgm:pt modelId="{A14F5A27-998A-4EBE-B8BF-C1A3D451AD92}">
      <dgm:prSet phldrT="[Text]"/>
      <dgm:spPr/>
      <dgm:t>
        <a:bodyPr/>
        <a:lstStyle/>
        <a:p>
          <a:r>
            <a:rPr lang="fr-FR" dirty="0">
              <a:latin typeface="Cambria" panose="02040503050406030204" pitchFamily="18" charset="0"/>
              <a:ea typeface="Cambria" panose="02040503050406030204" pitchFamily="18" charset="0"/>
            </a:rPr>
            <a:t>Grands principes du Edge et Fog </a:t>
          </a:r>
          <a:r>
            <a:rPr lang="fr-FR" dirty="0" err="1">
              <a:latin typeface="Cambria" panose="02040503050406030204" pitchFamily="18" charset="0"/>
              <a:ea typeface="Cambria" panose="02040503050406030204" pitchFamily="18" charset="0"/>
            </a:rPr>
            <a:t>computing</a:t>
          </a:r>
          <a:endParaRPr lang="fr-FR" dirty="0">
            <a:latin typeface="Cambria" panose="02040503050406030204" pitchFamily="18" charset="0"/>
            <a:ea typeface="Cambria" panose="02040503050406030204" pitchFamily="18" charset="0"/>
          </a:endParaRPr>
        </a:p>
      </dgm:t>
    </dgm:pt>
    <dgm:pt modelId="{67962722-5BE2-4D02-8827-E9C45AAEA74A}" type="parTrans" cxnId="{E7892703-22D1-4B31-9E1C-645BDF244529}">
      <dgm:prSet/>
      <dgm:spPr/>
      <dgm:t>
        <a:bodyPr/>
        <a:lstStyle/>
        <a:p>
          <a:endParaRPr lang="fr-FR"/>
        </a:p>
      </dgm:t>
    </dgm:pt>
    <dgm:pt modelId="{E6FD7432-9A9C-455E-BF28-4FB175A1C92E}" type="sibTrans" cxnId="{E7892703-22D1-4B31-9E1C-645BDF244529}">
      <dgm:prSet/>
      <dgm:spPr/>
      <dgm:t>
        <a:bodyPr/>
        <a:lstStyle/>
        <a:p>
          <a:endParaRPr lang="fr-FR"/>
        </a:p>
      </dgm:t>
    </dgm:pt>
    <dgm:pt modelId="{CC713F32-4CC4-44E0-B110-7C05F14B1BFA}">
      <dgm:prSet phldrT="[Text]"/>
      <dgm:spPr/>
      <dgm:t>
        <a:bodyPr/>
        <a:lstStyle/>
        <a:p>
          <a:r>
            <a:rPr lang="fr-FR" dirty="0">
              <a:latin typeface="Cambria" panose="02040503050406030204" pitchFamily="18" charset="0"/>
              <a:ea typeface="Cambria" panose="02040503050406030204" pitchFamily="18" charset="0"/>
            </a:rPr>
            <a:t>6. </a:t>
          </a:r>
        </a:p>
      </dgm:t>
    </dgm:pt>
    <dgm:pt modelId="{3F012F0A-E637-440B-82EB-7E6CA03B8FA9}" type="parTrans" cxnId="{587D1F30-177C-40E5-A897-F49865F0F0F9}">
      <dgm:prSet/>
      <dgm:spPr/>
      <dgm:t>
        <a:bodyPr/>
        <a:lstStyle/>
        <a:p>
          <a:endParaRPr lang="fr-FR"/>
        </a:p>
      </dgm:t>
    </dgm:pt>
    <dgm:pt modelId="{75A8133E-8B4C-4D36-B74B-27B0F1C6D295}" type="sibTrans" cxnId="{587D1F30-177C-40E5-A897-F49865F0F0F9}">
      <dgm:prSet/>
      <dgm:spPr/>
      <dgm:t>
        <a:bodyPr/>
        <a:lstStyle/>
        <a:p>
          <a:endParaRPr lang="fr-FR"/>
        </a:p>
      </dgm:t>
    </dgm:pt>
    <dgm:pt modelId="{41CADDD9-BFBE-484C-A77D-0A05C52C26F5}">
      <dgm:prSet phldrT="[Text]"/>
      <dgm:spPr/>
      <dgm:t>
        <a:bodyPr/>
        <a:lstStyle/>
        <a:p>
          <a:r>
            <a:rPr lang="fr-FR" dirty="0">
              <a:latin typeface="Cambria" panose="02040503050406030204" pitchFamily="18" charset="0"/>
              <a:ea typeface="Cambria" panose="02040503050406030204" pitchFamily="18" charset="0"/>
            </a:rPr>
            <a:t>Applications</a:t>
          </a:r>
        </a:p>
      </dgm:t>
    </dgm:pt>
    <dgm:pt modelId="{E0B61AF2-37B4-41B4-98D3-8DA905833213}" type="parTrans" cxnId="{431E2087-1981-4BC9-AE39-31D0A9EC1C35}">
      <dgm:prSet/>
      <dgm:spPr/>
      <dgm:t>
        <a:bodyPr/>
        <a:lstStyle/>
        <a:p>
          <a:endParaRPr lang="fr-FR"/>
        </a:p>
      </dgm:t>
    </dgm:pt>
    <dgm:pt modelId="{3253D144-31C6-4BB8-A465-F6526617C428}" type="sibTrans" cxnId="{431E2087-1981-4BC9-AE39-31D0A9EC1C35}">
      <dgm:prSet/>
      <dgm:spPr/>
      <dgm:t>
        <a:bodyPr/>
        <a:lstStyle/>
        <a:p>
          <a:endParaRPr lang="fr-FR"/>
        </a:p>
      </dgm:t>
    </dgm:pt>
    <dgm:pt modelId="{904B4AD5-6809-46CB-9F8F-774E19858825}" type="pres">
      <dgm:prSet presAssocID="{070DC0C6-D416-43EA-B8ED-D5B2113A809A}" presName="linearFlow" presStyleCnt="0">
        <dgm:presLayoutVars>
          <dgm:dir/>
          <dgm:animLvl val="lvl"/>
          <dgm:resizeHandles val="exact"/>
        </dgm:presLayoutVars>
      </dgm:prSet>
      <dgm:spPr/>
    </dgm:pt>
    <dgm:pt modelId="{105C6D18-0CBC-48F8-95FA-E29ED25233F2}" type="pres">
      <dgm:prSet presAssocID="{9C114801-CAC3-4A5F-8A12-C2D6E000B664}" presName="composite" presStyleCnt="0"/>
      <dgm:spPr/>
    </dgm:pt>
    <dgm:pt modelId="{7A793AFA-7D75-4F64-A1E8-E4B9D55C3D05}" type="pres">
      <dgm:prSet presAssocID="{9C114801-CAC3-4A5F-8A12-C2D6E000B664}" presName="parentText" presStyleLbl="alignNode1" presStyleIdx="0" presStyleCnt="6" custLinFactX="-24432" custLinFactNeighborX="-100000" custLinFactNeighborY="-84436">
        <dgm:presLayoutVars>
          <dgm:chMax val="1"/>
          <dgm:bulletEnabled val="1"/>
        </dgm:presLayoutVars>
      </dgm:prSet>
      <dgm:spPr>
        <a:xfrm rot="5400000">
          <a:off x="-165935" y="165935"/>
          <a:ext cx="1106237" cy="774365"/>
        </a:xfrm>
        <a:prstGeom prst="chevron">
          <a:avLst/>
        </a:prstGeom>
      </dgm:spPr>
    </dgm:pt>
    <dgm:pt modelId="{D348354D-45C4-4F36-B8B5-4CF15FA70D33}" type="pres">
      <dgm:prSet presAssocID="{9C114801-CAC3-4A5F-8A12-C2D6E000B664}" presName="descendantText" presStyleLbl="alignAcc1" presStyleIdx="0" presStyleCnt="6">
        <dgm:presLayoutVars>
          <dgm:bulletEnabled val="1"/>
        </dgm:presLayoutVars>
      </dgm:prSet>
      <dgm:spPr>
        <a:xfrm rot="5400000">
          <a:off x="5285455" y="-4507077"/>
          <a:ext cx="719054" cy="9741234"/>
        </a:xfrm>
        <a:prstGeom prst="round2SameRect">
          <a:avLst/>
        </a:prstGeom>
      </dgm:spPr>
    </dgm:pt>
    <dgm:pt modelId="{9E9B018A-760D-4B60-9DA5-3918585C2896}" type="pres">
      <dgm:prSet presAssocID="{2A0D71A6-1057-4C84-BD46-24F7173E776F}" presName="sp" presStyleCnt="0"/>
      <dgm:spPr/>
    </dgm:pt>
    <dgm:pt modelId="{6C6FD981-4DD2-406B-9376-444DB19D8C3C}" type="pres">
      <dgm:prSet presAssocID="{33F81538-CEAA-4917-85DF-92EBA4ADB062}" presName="composite" presStyleCnt="0"/>
      <dgm:spPr/>
    </dgm:pt>
    <dgm:pt modelId="{D8E23947-776E-480E-9D1E-3C443D745CF1}" type="pres">
      <dgm:prSet presAssocID="{33F81538-CEAA-4917-85DF-92EBA4ADB062}" presName="parentText" presStyleLbl="alignNode1" presStyleIdx="1" presStyleCnt="6">
        <dgm:presLayoutVars>
          <dgm:chMax val="1"/>
          <dgm:bulletEnabled val="1"/>
        </dgm:presLayoutVars>
      </dgm:prSet>
      <dgm:spPr>
        <a:xfrm rot="5400000">
          <a:off x="-165935" y="1180060"/>
          <a:ext cx="1106237" cy="774365"/>
        </a:xfrm>
        <a:prstGeom prst="chevron">
          <a:avLst/>
        </a:prstGeom>
      </dgm:spPr>
    </dgm:pt>
    <dgm:pt modelId="{75546590-EC9E-4994-9B6F-C3ABA43161DD}" type="pres">
      <dgm:prSet presAssocID="{33F81538-CEAA-4917-85DF-92EBA4ADB062}" presName="descendantText" presStyleLbl="alignAcc1" presStyleIdx="1" presStyleCnt="6">
        <dgm:presLayoutVars>
          <dgm:bulletEnabled val="1"/>
        </dgm:presLayoutVars>
      </dgm:prSet>
      <dgm:spPr>
        <a:xfrm rot="5400000">
          <a:off x="5285455" y="-3496964"/>
          <a:ext cx="719054" cy="9741234"/>
        </a:xfrm>
        <a:prstGeom prst="round2SameRect">
          <a:avLst/>
        </a:prstGeom>
      </dgm:spPr>
    </dgm:pt>
    <dgm:pt modelId="{5F7AD55F-5C90-41B0-BAAC-55F61292122E}" type="pres">
      <dgm:prSet presAssocID="{EA6C08CC-2B78-4430-82BD-D9D93ABBF257}" presName="sp" presStyleCnt="0"/>
      <dgm:spPr/>
    </dgm:pt>
    <dgm:pt modelId="{67AAD7B8-730F-4CEB-B1F6-C3F598CCF4DF}" type="pres">
      <dgm:prSet presAssocID="{3A783CF5-1F70-4856-AB08-9907FB03AD2A}" presName="composite" presStyleCnt="0"/>
      <dgm:spPr/>
    </dgm:pt>
    <dgm:pt modelId="{04978F30-AA93-463C-9BB0-41CEB5D987C6}" type="pres">
      <dgm:prSet presAssocID="{3A783CF5-1F70-4856-AB08-9907FB03AD2A}" presName="parentText" presStyleLbl="alignNode1" presStyleIdx="2" presStyleCnt="6">
        <dgm:presLayoutVars>
          <dgm:chMax val="1"/>
          <dgm:bulletEnabled val="1"/>
        </dgm:presLayoutVars>
      </dgm:prSet>
      <dgm:spPr>
        <a:xfrm rot="5400000">
          <a:off x="-165935" y="2190173"/>
          <a:ext cx="1106237" cy="774365"/>
        </a:xfrm>
        <a:prstGeom prst="chevron">
          <a:avLst/>
        </a:prstGeom>
      </dgm:spPr>
    </dgm:pt>
    <dgm:pt modelId="{382B9D09-32A1-4879-842C-4EBFF456F70D}" type="pres">
      <dgm:prSet presAssocID="{3A783CF5-1F70-4856-AB08-9907FB03AD2A}" presName="descendantText" presStyleLbl="alignAcc1" presStyleIdx="2" presStyleCnt="6">
        <dgm:presLayoutVars>
          <dgm:bulletEnabled val="1"/>
        </dgm:presLayoutVars>
      </dgm:prSet>
      <dgm:spPr>
        <a:xfrm rot="5400000">
          <a:off x="5285455" y="-2486851"/>
          <a:ext cx="719054" cy="9741234"/>
        </a:xfrm>
        <a:prstGeom prst="round2SameRect">
          <a:avLst/>
        </a:prstGeom>
      </dgm:spPr>
    </dgm:pt>
    <dgm:pt modelId="{B491921F-B739-4F56-AEA1-159B00DADEC0}" type="pres">
      <dgm:prSet presAssocID="{31563C07-98C3-4480-A989-398E41B9041D}" presName="sp" presStyleCnt="0"/>
      <dgm:spPr/>
    </dgm:pt>
    <dgm:pt modelId="{6DE413DE-6322-4DFB-82B3-2700281DFCB5}" type="pres">
      <dgm:prSet presAssocID="{9F56FBF2-6E83-474B-81B6-A46BFDC59362}" presName="composite" presStyleCnt="0"/>
      <dgm:spPr/>
    </dgm:pt>
    <dgm:pt modelId="{F05BAB32-5FD8-4ACC-BE23-7F934C91C8C4}" type="pres">
      <dgm:prSet presAssocID="{9F56FBF2-6E83-474B-81B6-A46BFDC59362}" presName="parentText" presStyleLbl="alignNode1" presStyleIdx="3" presStyleCnt="6">
        <dgm:presLayoutVars>
          <dgm:chMax val="1"/>
          <dgm:bulletEnabled val="1"/>
        </dgm:presLayoutVars>
      </dgm:prSet>
      <dgm:spPr/>
    </dgm:pt>
    <dgm:pt modelId="{7DEBE452-D49F-441E-8FEA-2D5E88746963}" type="pres">
      <dgm:prSet presAssocID="{9F56FBF2-6E83-474B-81B6-A46BFDC59362}" presName="descendantText" presStyleLbl="alignAcc1" presStyleIdx="3" presStyleCnt="6">
        <dgm:presLayoutVars>
          <dgm:bulletEnabled val="1"/>
        </dgm:presLayoutVars>
      </dgm:prSet>
      <dgm:spPr/>
    </dgm:pt>
    <dgm:pt modelId="{0CC99DCC-D71D-4186-BC0A-EE84D3FAB3F8}" type="pres">
      <dgm:prSet presAssocID="{611F51FC-1097-42EE-80D3-C60456146650}" presName="sp" presStyleCnt="0"/>
      <dgm:spPr/>
    </dgm:pt>
    <dgm:pt modelId="{BF424E7D-719F-4987-8BAC-8816C6DC0A2F}" type="pres">
      <dgm:prSet presAssocID="{6D0B8560-7ACD-4040-BEFA-B24FA8999E02}" presName="composite" presStyleCnt="0"/>
      <dgm:spPr/>
    </dgm:pt>
    <dgm:pt modelId="{C982BE34-8977-4488-8593-1CB60421ECD6}" type="pres">
      <dgm:prSet presAssocID="{6D0B8560-7ACD-4040-BEFA-B24FA8999E02}" presName="parentText" presStyleLbl="alignNode1" presStyleIdx="4" presStyleCnt="6">
        <dgm:presLayoutVars>
          <dgm:chMax val="1"/>
          <dgm:bulletEnabled val="1"/>
        </dgm:presLayoutVars>
      </dgm:prSet>
      <dgm:spPr/>
    </dgm:pt>
    <dgm:pt modelId="{701F3621-29A6-4410-96C2-54CAB3AE0219}" type="pres">
      <dgm:prSet presAssocID="{6D0B8560-7ACD-4040-BEFA-B24FA8999E02}" presName="descendantText" presStyleLbl="alignAcc1" presStyleIdx="4" presStyleCnt="6">
        <dgm:presLayoutVars>
          <dgm:bulletEnabled val="1"/>
        </dgm:presLayoutVars>
      </dgm:prSet>
      <dgm:spPr/>
    </dgm:pt>
    <dgm:pt modelId="{5739934F-355B-47EA-89D2-42D1C8F8FAD3}" type="pres">
      <dgm:prSet presAssocID="{92C1C2EA-D10A-4474-93EC-AB95E9FD070C}" presName="sp" presStyleCnt="0"/>
      <dgm:spPr/>
    </dgm:pt>
    <dgm:pt modelId="{03F0B0AE-F3A2-4EAF-BCBD-169F52E7BD98}" type="pres">
      <dgm:prSet presAssocID="{CC713F32-4CC4-44E0-B110-7C05F14B1BFA}" presName="composite" presStyleCnt="0"/>
      <dgm:spPr/>
    </dgm:pt>
    <dgm:pt modelId="{11AA0E6F-3938-44DA-97C1-59F74FFB8ECA}" type="pres">
      <dgm:prSet presAssocID="{CC713F32-4CC4-44E0-B110-7C05F14B1BFA}" presName="parentText" presStyleLbl="alignNode1" presStyleIdx="5" presStyleCnt="6">
        <dgm:presLayoutVars>
          <dgm:chMax val="1"/>
          <dgm:bulletEnabled val="1"/>
        </dgm:presLayoutVars>
      </dgm:prSet>
      <dgm:spPr/>
    </dgm:pt>
    <dgm:pt modelId="{49A57842-C0EF-449B-BB4B-83B05077417B}" type="pres">
      <dgm:prSet presAssocID="{CC713F32-4CC4-44E0-B110-7C05F14B1BFA}" presName="descendantText" presStyleLbl="alignAcc1" presStyleIdx="5" presStyleCnt="6">
        <dgm:presLayoutVars>
          <dgm:bulletEnabled val="1"/>
        </dgm:presLayoutVars>
      </dgm:prSet>
      <dgm:spPr/>
    </dgm:pt>
  </dgm:ptLst>
  <dgm:cxnLst>
    <dgm:cxn modelId="{A7DF1B03-729A-469B-BE04-9A56DB0D0532}" type="presOf" srcId="{CC713F32-4CC4-44E0-B110-7C05F14B1BFA}" destId="{11AA0E6F-3938-44DA-97C1-59F74FFB8ECA}" srcOrd="0" destOrd="0" presId="urn:microsoft.com/office/officeart/2005/8/layout/chevron2"/>
    <dgm:cxn modelId="{E7892703-22D1-4B31-9E1C-645BDF244529}" srcId="{6D0B8560-7ACD-4040-BEFA-B24FA8999E02}" destId="{A14F5A27-998A-4EBE-B8BF-C1A3D451AD92}" srcOrd="0" destOrd="0" parTransId="{67962722-5BE2-4D02-8827-E9C45AAEA74A}" sibTransId="{E6FD7432-9A9C-455E-BF28-4FB175A1C92E}"/>
    <dgm:cxn modelId="{3D354E2F-87D9-4ABB-8E73-4BF85A47B10A}" type="presOf" srcId="{3A783CF5-1F70-4856-AB08-9907FB03AD2A}" destId="{04978F30-AA93-463C-9BB0-41CEB5D987C6}" srcOrd="0" destOrd="0" presId="urn:microsoft.com/office/officeart/2005/8/layout/chevron2"/>
    <dgm:cxn modelId="{587D1F30-177C-40E5-A897-F49865F0F0F9}" srcId="{070DC0C6-D416-43EA-B8ED-D5B2113A809A}" destId="{CC713F32-4CC4-44E0-B110-7C05F14B1BFA}" srcOrd="5" destOrd="0" parTransId="{3F012F0A-E637-440B-82EB-7E6CA03B8FA9}" sibTransId="{75A8133E-8B4C-4D36-B74B-27B0F1C6D295}"/>
    <dgm:cxn modelId="{5FBEDC34-E07E-400A-A09C-8FFA01497DD1}" type="presOf" srcId="{7579395F-81C8-4AF8-B7E0-0425AA1AD0FF}" destId="{D348354D-45C4-4F36-B8B5-4CF15FA70D33}" srcOrd="0" destOrd="0" presId="urn:microsoft.com/office/officeart/2005/8/layout/chevron2"/>
    <dgm:cxn modelId="{6AD6EF61-7324-44EC-A3E5-8ECCBE094438}" srcId="{3A783CF5-1F70-4856-AB08-9907FB03AD2A}" destId="{73A8005A-D97F-4579-BFF5-4834199E9E30}" srcOrd="0" destOrd="0" parTransId="{2E5B2BDB-6302-4775-9FDE-EAD7F78A81F3}" sibTransId="{05F3AE9C-68DC-4950-87C8-66F026ABBE62}"/>
    <dgm:cxn modelId="{D7EBAB66-5E4F-4BAE-A30D-147C03C594C7}" srcId="{9C114801-CAC3-4A5F-8A12-C2D6E000B664}" destId="{7579395F-81C8-4AF8-B7E0-0425AA1AD0FF}" srcOrd="0" destOrd="0" parTransId="{3F286716-333D-4A21-ABAD-281838F2ABC6}" sibTransId="{EAA5B57C-AF47-4B81-B032-6CA325FEB6E0}"/>
    <dgm:cxn modelId="{15FDA94B-C761-42C1-A258-FB566B447B54}" srcId="{070DC0C6-D416-43EA-B8ED-D5B2113A809A}" destId="{6D0B8560-7ACD-4040-BEFA-B24FA8999E02}" srcOrd="4" destOrd="0" parTransId="{A5D4A58B-5A63-4E25-879B-E58C032374B5}" sibTransId="{92C1C2EA-D10A-4474-93EC-AB95E9FD070C}"/>
    <dgm:cxn modelId="{BF0D4970-8758-4228-B3CD-314877CDA78C}" srcId="{33F81538-CEAA-4917-85DF-92EBA4ADB062}" destId="{CF909AE4-8284-4C1C-8824-17FCA46BD185}" srcOrd="0" destOrd="0" parTransId="{55263672-D812-4D67-B469-7146F324A610}" sibTransId="{E6BBA966-8722-46B2-9AC0-E367E32BC041}"/>
    <dgm:cxn modelId="{74F29553-9506-4278-9E57-660657543238}" type="presOf" srcId="{41CADDD9-BFBE-484C-A77D-0A05C52C26F5}" destId="{49A57842-C0EF-449B-BB4B-83B05077417B}" srcOrd="0" destOrd="0" presId="urn:microsoft.com/office/officeart/2005/8/layout/chevron2"/>
    <dgm:cxn modelId="{0922077D-9B8E-4743-8640-C870A21C2317}" srcId="{070DC0C6-D416-43EA-B8ED-D5B2113A809A}" destId="{9F56FBF2-6E83-474B-81B6-A46BFDC59362}" srcOrd="3" destOrd="0" parTransId="{5827C676-64E8-410D-A1C3-E93EC7E46078}" sibTransId="{611F51FC-1097-42EE-80D3-C60456146650}"/>
    <dgm:cxn modelId="{C649977E-5472-4341-B016-AC5079E33EA1}" type="presOf" srcId="{33F81538-CEAA-4917-85DF-92EBA4ADB062}" destId="{D8E23947-776E-480E-9D1E-3C443D745CF1}" srcOrd="0" destOrd="0" presId="urn:microsoft.com/office/officeart/2005/8/layout/chevron2"/>
    <dgm:cxn modelId="{31F94D80-9172-4E2F-A5A2-5A7406E4F453}" type="presOf" srcId="{73A8005A-D97F-4579-BFF5-4834199E9E30}" destId="{382B9D09-32A1-4879-842C-4EBFF456F70D}" srcOrd="0" destOrd="0" presId="urn:microsoft.com/office/officeart/2005/8/layout/chevron2"/>
    <dgm:cxn modelId="{431E2087-1981-4BC9-AE39-31D0A9EC1C35}" srcId="{CC713F32-4CC4-44E0-B110-7C05F14B1BFA}" destId="{41CADDD9-BFBE-484C-A77D-0A05C52C26F5}" srcOrd="0" destOrd="0" parTransId="{E0B61AF2-37B4-41B4-98D3-8DA905833213}" sibTransId="{3253D144-31C6-4BB8-A465-F6526617C428}"/>
    <dgm:cxn modelId="{D243BB8C-4329-4AD1-A435-C1DC226742C8}" type="presOf" srcId="{6D0B8560-7ACD-4040-BEFA-B24FA8999E02}" destId="{C982BE34-8977-4488-8593-1CB60421ECD6}" srcOrd="0" destOrd="0" presId="urn:microsoft.com/office/officeart/2005/8/layout/chevron2"/>
    <dgm:cxn modelId="{B0AD9491-EE4B-491D-9D91-01496C6B7CE2}" srcId="{070DC0C6-D416-43EA-B8ED-D5B2113A809A}" destId="{9C114801-CAC3-4A5F-8A12-C2D6E000B664}" srcOrd="0" destOrd="0" parTransId="{DF809216-107C-466F-B6C9-3CCBEEE90572}" sibTransId="{2A0D71A6-1057-4C84-BD46-24F7173E776F}"/>
    <dgm:cxn modelId="{4FC18C96-8EAE-48A7-BFDF-F12B18F30AF4}" srcId="{9F56FBF2-6E83-474B-81B6-A46BFDC59362}" destId="{F6A27E43-6AB7-4EA0-A90D-24F0297FCC94}" srcOrd="0" destOrd="0" parTransId="{7714E1CE-5478-4815-836F-CACC22BAAAD5}" sibTransId="{70004A75-7879-4D6D-A7C3-0027175C5A74}"/>
    <dgm:cxn modelId="{C13A8799-573D-469E-84CA-79F46D80568F}" type="presOf" srcId="{070DC0C6-D416-43EA-B8ED-D5B2113A809A}" destId="{904B4AD5-6809-46CB-9F8F-774E19858825}" srcOrd="0" destOrd="0" presId="urn:microsoft.com/office/officeart/2005/8/layout/chevron2"/>
    <dgm:cxn modelId="{3A03239C-D80D-42C0-9A3F-E91A27A2EAB7}" type="presOf" srcId="{A14F5A27-998A-4EBE-B8BF-C1A3D451AD92}" destId="{701F3621-29A6-4410-96C2-54CAB3AE0219}" srcOrd="0" destOrd="0" presId="urn:microsoft.com/office/officeart/2005/8/layout/chevron2"/>
    <dgm:cxn modelId="{2C5D9DBE-AC95-427E-B50E-358D33B6D11B}" srcId="{070DC0C6-D416-43EA-B8ED-D5B2113A809A}" destId="{33F81538-CEAA-4917-85DF-92EBA4ADB062}" srcOrd="1" destOrd="0" parTransId="{11BA43D9-BDE4-46BE-BE66-EC1CCF6D5919}" sibTransId="{EA6C08CC-2B78-4430-82BD-D9D93ABBF257}"/>
    <dgm:cxn modelId="{251EE6BF-2257-4DC5-A0A0-8188AD7D028C}" type="presOf" srcId="{9F56FBF2-6E83-474B-81B6-A46BFDC59362}" destId="{F05BAB32-5FD8-4ACC-BE23-7F934C91C8C4}" srcOrd="0" destOrd="0" presId="urn:microsoft.com/office/officeart/2005/8/layout/chevron2"/>
    <dgm:cxn modelId="{B2923BCC-0EF1-48A7-A847-F359614890A8}" srcId="{070DC0C6-D416-43EA-B8ED-D5B2113A809A}" destId="{3A783CF5-1F70-4856-AB08-9907FB03AD2A}" srcOrd="2" destOrd="0" parTransId="{2AC30BDB-49CC-4CAC-8AC9-627D4C982E18}" sibTransId="{31563C07-98C3-4480-A989-398E41B9041D}"/>
    <dgm:cxn modelId="{9FE815DA-51F9-43A8-B34E-7CE3A2ADBCAA}" type="presOf" srcId="{CF909AE4-8284-4C1C-8824-17FCA46BD185}" destId="{75546590-EC9E-4994-9B6F-C3ABA43161DD}" srcOrd="0" destOrd="0" presId="urn:microsoft.com/office/officeart/2005/8/layout/chevron2"/>
    <dgm:cxn modelId="{F62B2CDE-F505-4976-9477-516D6F2DD772}" type="presOf" srcId="{F6A27E43-6AB7-4EA0-A90D-24F0297FCC94}" destId="{7DEBE452-D49F-441E-8FEA-2D5E88746963}" srcOrd="0" destOrd="0" presId="urn:microsoft.com/office/officeart/2005/8/layout/chevron2"/>
    <dgm:cxn modelId="{3EED0DF7-2E33-4283-89D4-E8A713C51B88}" type="presOf" srcId="{9C114801-CAC3-4A5F-8A12-C2D6E000B664}" destId="{7A793AFA-7D75-4F64-A1E8-E4B9D55C3D05}" srcOrd="0" destOrd="0" presId="urn:microsoft.com/office/officeart/2005/8/layout/chevron2"/>
    <dgm:cxn modelId="{7E9E53B7-F94F-40A5-8D29-56B860335E97}" type="presParOf" srcId="{904B4AD5-6809-46CB-9F8F-774E19858825}" destId="{105C6D18-0CBC-48F8-95FA-E29ED25233F2}" srcOrd="0" destOrd="0" presId="urn:microsoft.com/office/officeart/2005/8/layout/chevron2"/>
    <dgm:cxn modelId="{1E543D60-4C27-4BD7-9F01-945E9AE31B6D}" type="presParOf" srcId="{105C6D18-0CBC-48F8-95FA-E29ED25233F2}" destId="{7A793AFA-7D75-4F64-A1E8-E4B9D55C3D05}" srcOrd="0" destOrd="0" presId="urn:microsoft.com/office/officeart/2005/8/layout/chevron2"/>
    <dgm:cxn modelId="{23BCBB27-22BD-4C3A-B1F3-11A6FE0F691C}" type="presParOf" srcId="{105C6D18-0CBC-48F8-95FA-E29ED25233F2}" destId="{D348354D-45C4-4F36-B8B5-4CF15FA70D33}" srcOrd="1" destOrd="0" presId="urn:microsoft.com/office/officeart/2005/8/layout/chevron2"/>
    <dgm:cxn modelId="{CDF89A73-2B10-49FD-AC1D-2F245B7377DA}" type="presParOf" srcId="{904B4AD5-6809-46CB-9F8F-774E19858825}" destId="{9E9B018A-760D-4B60-9DA5-3918585C2896}" srcOrd="1" destOrd="0" presId="urn:microsoft.com/office/officeart/2005/8/layout/chevron2"/>
    <dgm:cxn modelId="{71DA8EE5-D9A1-4E00-B992-6643AA9B728F}" type="presParOf" srcId="{904B4AD5-6809-46CB-9F8F-774E19858825}" destId="{6C6FD981-4DD2-406B-9376-444DB19D8C3C}" srcOrd="2" destOrd="0" presId="urn:microsoft.com/office/officeart/2005/8/layout/chevron2"/>
    <dgm:cxn modelId="{8D60B02D-021B-4B5C-B594-24FE939A6114}" type="presParOf" srcId="{6C6FD981-4DD2-406B-9376-444DB19D8C3C}" destId="{D8E23947-776E-480E-9D1E-3C443D745CF1}" srcOrd="0" destOrd="0" presId="urn:microsoft.com/office/officeart/2005/8/layout/chevron2"/>
    <dgm:cxn modelId="{6517EF1A-22E5-45C0-B256-C953FBB2A6BB}" type="presParOf" srcId="{6C6FD981-4DD2-406B-9376-444DB19D8C3C}" destId="{75546590-EC9E-4994-9B6F-C3ABA43161DD}" srcOrd="1" destOrd="0" presId="urn:microsoft.com/office/officeart/2005/8/layout/chevron2"/>
    <dgm:cxn modelId="{EBCA1960-C34B-4B5A-AE5B-0D3BE25F6AC7}" type="presParOf" srcId="{904B4AD5-6809-46CB-9F8F-774E19858825}" destId="{5F7AD55F-5C90-41B0-BAAC-55F61292122E}" srcOrd="3" destOrd="0" presId="urn:microsoft.com/office/officeart/2005/8/layout/chevron2"/>
    <dgm:cxn modelId="{4D9FF228-BA82-48F9-BA9A-66C07802DE64}" type="presParOf" srcId="{904B4AD5-6809-46CB-9F8F-774E19858825}" destId="{67AAD7B8-730F-4CEB-B1F6-C3F598CCF4DF}" srcOrd="4" destOrd="0" presId="urn:microsoft.com/office/officeart/2005/8/layout/chevron2"/>
    <dgm:cxn modelId="{DAEE812C-C662-4870-AE92-5CDCCA212A93}" type="presParOf" srcId="{67AAD7B8-730F-4CEB-B1F6-C3F598CCF4DF}" destId="{04978F30-AA93-463C-9BB0-41CEB5D987C6}" srcOrd="0" destOrd="0" presId="urn:microsoft.com/office/officeart/2005/8/layout/chevron2"/>
    <dgm:cxn modelId="{A813A5CF-30E0-412A-8744-B8AEED19C720}" type="presParOf" srcId="{67AAD7B8-730F-4CEB-B1F6-C3F598CCF4DF}" destId="{382B9D09-32A1-4879-842C-4EBFF456F70D}" srcOrd="1" destOrd="0" presId="urn:microsoft.com/office/officeart/2005/8/layout/chevron2"/>
    <dgm:cxn modelId="{A984524C-C8F8-4F34-8870-383E72D95212}" type="presParOf" srcId="{904B4AD5-6809-46CB-9F8F-774E19858825}" destId="{B491921F-B739-4F56-AEA1-159B00DADEC0}" srcOrd="5" destOrd="0" presId="urn:microsoft.com/office/officeart/2005/8/layout/chevron2"/>
    <dgm:cxn modelId="{3C0C57E1-8510-4F8D-81C0-5A5CA43D06DB}" type="presParOf" srcId="{904B4AD5-6809-46CB-9F8F-774E19858825}" destId="{6DE413DE-6322-4DFB-82B3-2700281DFCB5}" srcOrd="6" destOrd="0" presId="urn:microsoft.com/office/officeart/2005/8/layout/chevron2"/>
    <dgm:cxn modelId="{DE75811C-1FBF-456E-BA9C-289C6CFE3927}" type="presParOf" srcId="{6DE413DE-6322-4DFB-82B3-2700281DFCB5}" destId="{F05BAB32-5FD8-4ACC-BE23-7F934C91C8C4}" srcOrd="0" destOrd="0" presId="urn:microsoft.com/office/officeart/2005/8/layout/chevron2"/>
    <dgm:cxn modelId="{CCE79F55-4DD3-45C5-A2D4-6F543BC5DC55}" type="presParOf" srcId="{6DE413DE-6322-4DFB-82B3-2700281DFCB5}" destId="{7DEBE452-D49F-441E-8FEA-2D5E88746963}" srcOrd="1" destOrd="0" presId="urn:microsoft.com/office/officeart/2005/8/layout/chevron2"/>
    <dgm:cxn modelId="{496ED4DB-C9E3-4742-B542-EFBA0999A775}" type="presParOf" srcId="{904B4AD5-6809-46CB-9F8F-774E19858825}" destId="{0CC99DCC-D71D-4186-BC0A-EE84D3FAB3F8}" srcOrd="7" destOrd="0" presId="urn:microsoft.com/office/officeart/2005/8/layout/chevron2"/>
    <dgm:cxn modelId="{45850D9E-3048-4FFC-8703-100CFBA19549}" type="presParOf" srcId="{904B4AD5-6809-46CB-9F8F-774E19858825}" destId="{BF424E7D-719F-4987-8BAC-8816C6DC0A2F}" srcOrd="8" destOrd="0" presId="urn:microsoft.com/office/officeart/2005/8/layout/chevron2"/>
    <dgm:cxn modelId="{C49B7BE1-7900-4988-829E-C91ED1D6250E}" type="presParOf" srcId="{BF424E7D-719F-4987-8BAC-8816C6DC0A2F}" destId="{C982BE34-8977-4488-8593-1CB60421ECD6}" srcOrd="0" destOrd="0" presId="urn:microsoft.com/office/officeart/2005/8/layout/chevron2"/>
    <dgm:cxn modelId="{9D3155B0-B419-4B0C-84D5-1BA1BD3D79B9}" type="presParOf" srcId="{BF424E7D-719F-4987-8BAC-8816C6DC0A2F}" destId="{701F3621-29A6-4410-96C2-54CAB3AE0219}" srcOrd="1" destOrd="0" presId="urn:microsoft.com/office/officeart/2005/8/layout/chevron2"/>
    <dgm:cxn modelId="{67A53450-A173-4CC4-A423-4C56924D606D}" type="presParOf" srcId="{904B4AD5-6809-46CB-9F8F-774E19858825}" destId="{5739934F-355B-47EA-89D2-42D1C8F8FAD3}" srcOrd="9" destOrd="0" presId="urn:microsoft.com/office/officeart/2005/8/layout/chevron2"/>
    <dgm:cxn modelId="{A91CC1C6-6445-4C2B-9300-2786B2E874C1}" type="presParOf" srcId="{904B4AD5-6809-46CB-9F8F-774E19858825}" destId="{03F0B0AE-F3A2-4EAF-BCBD-169F52E7BD98}" srcOrd="10" destOrd="0" presId="urn:microsoft.com/office/officeart/2005/8/layout/chevron2"/>
    <dgm:cxn modelId="{C27EB1BE-8F50-42F9-BBAF-96E96BB65D64}" type="presParOf" srcId="{03F0B0AE-F3A2-4EAF-BCBD-169F52E7BD98}" destId="{11AA0E6F-3938-44DA-97C1-59F74FFB8ECA}" srcOrd="0" destOrd="0" presId="urn:microsoft.com/office/officeart/2005/8/layout/chevron2"/>
    <dgm:cxn modelId="{1B7D069C-6079-4006-AD0E-9F1181D76DC8}" type="presParOf" srcId="{03F0B0AE-F3A2-4EAF-BCBD-169F52E7BD98}" destId="{49A57842-C0EF-449B-BB4B-83B05077417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0DC0C6-D416-43EA-B8ED-D5B2113A809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9C114801-CAC3-4A5F-8A12-C2D6E000B664}">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1.</a:t>
          </a:r>
          <a:endParaRPr lang="fr-FR" sz="2200" kern="1200" dirty="0">
            <a:latin typeface="Cambria" panose="02040503050406030204" pitchFamily="18" charset="0"/>
            <a:ea typeface="Cambria" panose="02040503050406030204" pitchFamily="18" charset="0"/>
            <a:cs typeface="+mn-cs"/>
          </a:endParaRPr>
        </a:p>
      </dgm:t>
    </dgm:pt>
    <dgm:pt modelId="{DF809216-107C-466F-B6C9-3CCBEEE90572}" type="par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2A0D71A6-1057-4C84-BD46-24F7173E776F}" type="sib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7579395F-81C8-4AF8-B7E0-0425AA1AD0FF}">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Introduction</a:t>
          </a:r>
          <a:endParaRPr lang="fr-FR" sz="4400" kern="1200" dirty="0">
            <a:latin typeface="Cambria" panose="02040503050406030204" pitchFamily="18" charset="0"/>
            <a:ea typeface="Cambria" panose="02040503050406030204" pitchFamily="18" charset="0"/>
            <a:cs typeface="+mn-cs"/>
          </a:endParaRPr>
        </a:p>
      </dgm:t>
    </dgm:pt>
    <dgm:pt modelId="{3F286716-333D-4A21-ABAD-281838F2ABC6}" type="par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EAA5B57C-AF47-4B81-B032-6CA325FEB6E0}" type="sib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33F81538-CEAA-4917-85DF-92EBA4ADB062}">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2.</a:t>
          </a:r>
          <a:endParaRPr lang="fr-FR" sz="2200" kern="1200" dirty="0">
            <a:latin typeface="Cambria" panose="02040503050406030204" pitchFamily="18" charset="0"/>
            <a:ea typeface="Cambria" panose="02040503050406030204" pitchFamily="18" charset="0"/>
            <a:cs typeface="+mn-cs"/>
          </a:endParaRPr>
        </a:p>
      </dgm:t>
    </dgm:pt>
    <dgm:pt modelId="{11BA43D9-BDE4-46BE-BE66-EC1CCF6D5919}" type="par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EA6C08CC-2B78-4430-82BD-D9D93ABBF257}" type="sib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CF909AE4-8284-4C1C-8824-17FCA46BD185}">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Principales caractéristiques du cloud</a:t>
          </a:r>
          <a:endParaRPr lang="fr-FR" sz="4400" kern="1200" dirty="0">
            <a:latin typeface="Cambria" panose="02040503050406030204" pitchFamily="18" charset="0"/>
            <a:ea typeface="Cambria" panose="02040503050406030204" pitchFamily="18" charset="0"/>
            <a:cs typeface="+mn-cs"/>
          </a:endParaRPr>
        </a:p>
      </dgm:t>
    </dgm:pt>
    <dgm:pt modelId="{55263672-D812-4D67-B469-7146F324A610}" type="par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E6BBA966-8722-46B2-9AC0-E367E32BC041}" type="sib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3A783CF5-1F70-4856-AB08-9907FB03AD2A}">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cs typeface="+mn-cs"/>
            </a:rPr>
            <a:t>3.</a:t>
          </a:r>
        </a:p>
      </dgm:t>
    </dgm:pt>
    <dgm:pt modelId="{2AC30BDB-49CC-4CAC-8AC9-627D4C982E18}" type="par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31563C07-98C3-4480-A989-398E41B9041D}" type="sib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73A8005A-D97F-4579-BFF5-4834199E9E30}">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latin typeface="Cambria" panose="02040503050406030204" pitchFamily="18" charset="0"/>
              <a:ea typeface="Cambria" panose="02040503050406030204" pitchFamily="18" charset="0"/>
              <a:cs typeface="+mn-cs"/>
            </a:rPr>
            <a:t>Différents types de Cloud</a:t>
          </a:r>
        </a:p>
      </dgm:t>
    </dgm:pt>
    <dgm:pt modelId="{2E5B2BDB-6302-4775-9FDE-EAD7F78A81F3}" type="par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05F3AE9C-68DC-4950-87C8-66F026ABBE62}" type="sib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9F56FBF2-6E83-474B-81B6-A46BFDC59362}">
      <dgm:prSet phldrT="[Text]"/>
      <dgm:spPr>
        <a:solidFill>
          <a:schemeClr val="accent1"/>
        </a:solidFill>
      </dgm:spPr>
      <dgm:t>
        <a:bodyPr/>
        <a:lstStyle/>
        <a:p>
          <a:r>
            <a:rPr lang="fr-FR" dirty="0">
              <a:latin typeface="Cambria" panose="02040503050406030204" pitchFamily="18" charset="0"/>
              <a:ea typeface="Cambria" panose="02040503050406030204" pitchFamily="18" charset="0"/>
            </a:rPr>
            <a:t>4</a:t>
          </a:r>
          <a:r>
            <a:rPr lang="fr-FR" dirty="0">
              <a:highlight>
                <a:srgbClr val="000080"/>
              </a:highlight>
              <a:latin typeface="Cambria" panose="02040503050406030204" pitchFamily="18" charset="0"/>
              <a:ea typeface="Cambria" panose="02040503050406030204" pitchFamily="18" charset="0"/>
            </a:rPr>
            <a:t>.</a:t>
          </a:r>
        </a:p>
      </dgm:t>
    </dgm:pt>
    <dgm:pt modelId="{5827C676-64E8-410D-A1C3-E93EC7E46078}" type="parTrans" cxnId="{0922077D-9B8E-4743-8640-C870A21C2317}">
      <dgm:prSet/>
      <dgm:spPr/>
      <dgm:t>
        <a:bodyPr/>
        <a:lstStyle/>
        <a:p>
          <a:endParaRPr lang="fr-FR"/>
        </a:p>
      </dgm:t>
    </dgm:pt>
    <dgm:pt modelId="{611F51FC-1097-42EE-80D3-C60456146650}" type="sibTrans" cxnId="{0922077D-9B8E-4743-8640-C870A21C2317}">
      <dgm:prSet/>
      <dgm:spPr/>
      <dgm:t>
        <a:bodyPr/>
        <a:lstStyle/>
        <a:p>
          <a:endParaRPr lang="fr-FR"/>
        </a:p>
      </dgm:t>
    </dgm:pt>
    <dgm:pt modelId="{F6A27E43-6AB7-4EA0-A90D-24F0297FCC94}">
      <dgm:prSet phldrT="[Text]"/>
      <dgm:spPr>
        <a:solidFill>
          <a:schemeClr val="bg2">
            <a:alpha val="90000"/>
          </a:schemeClr>
        </a:solidFill>
      </dgm:spPr>
      <dgm:t>
        <a:bodyPr/>
        <a:lstStyle/>
        <a:p>
          <a:r>
            <a:rPr lang="fr-FR" dirty="0">
              <a:solidFill>
                <a:schemeClr val="tx1"/>
              </a:solidFill>
              <a:latin typeface="Cambria" panose="02040503050406030204" pitchFamily="18" charset="0"/>
              <a:ea typeface="Cambria" panose="02040503050406030204" pitchFamily="18" charset="0"/>
            </a:rPr>
            <a:t>Différents modèles de services Cloud</a:t>
          </a:r>
        </a:p>
      </dgm:t>
    </dgm:pt>
    <dgm:pt modelId="{7714E1CE-5478-4815-836F-CACC22BAAAD5}" type="parTrans" cxnId="{4FC18C96-8EAE-48A7-BFDF-F12B18F30AF4}">
      <dgm:prSet/>
      <dgm:spPr/>
      <dgm:t>
        <a:bodyPr/>
        <a:lstStyle/>
        <a:p>
          <a:endParaRPr lang="fr-FR"/>
        </a:p>
      </dgm:t>
    </dgm:pt>
    <dgm:pt modelId="{70004A75-7879-4D6D-A7C3-0027175C5A74}" type="sibTrans" cxnId="{4FC18C96-8EAE-48A7-BFDF-F12B18F30AF4}">
      <dgm:prSet/>
      <dgm:spPr/>
      <dgm:t>
        <a:bodyPr/>
        <a:lstStyle/>
        <a:p>
          <a:endParaRPr lang="fr-FR"/>
        </a:p>
      </dgm:t>
    </dgm:pt>
    <dgm:pt modelId="{6D0B8560-7ACD-4040-BEFA-B24FA8999E02}">
      <dgm:prSet phldrT="[Text]"/>
      <dgm:spPr>
        <a:solidFill>
          <a:schemeClr val="accent2"/>
        </a:solidFill>
      </dgm:spPr>
      <dgm:t>
        <a:bodyPr/>
        <a:lstStyle/>
        <a:p>
          <a:r>
            <a:rPr lang="fr-FR" dirty="0">
              <a:latin typeface="Cambria" panose="02040503050406030204" pitchFamily="18" charset="0"/>
              <a:ea typeface="Cambria" panose="02040503050406030204" pitchFamily="18" charset="0"/>
            </a:rPr>
            <a:t>5.</a:t>
          </a:r>
        </a:p>
      </dgm:t>
    </dgm:pt>
    <dgm:pt modelId="{A5D4A58B-5A63-4E25-879B-E58C032374B5}" type="parTrans" cxnId="{15FDA94B-C761-42C1-A258-FB566B447B54}">
      <dgm:prSet/>
      <dgm:spPr/>
      <dgm:t>
        <a:bodyPr/>
        <a:lstStyle/>
        <a:p>
          <a:endParaRPr lang="fr-FR"/>
        </a:p>
      </dgm:t>
    </dgm:pt>
    <dgm:pt modelId="{92C1C2EA-D10A-4474-93EC-AB95E9FD070C}" type="sibTrans" cxnId="{15FDA94B-C761-42C1-A258-FB566B447B54}">
      <dgm:prSet/>
      <dgm:spPr/>
      <dgm:t>
        <a:bodyPr/>
        <a:lstStyle/>
        <a:p>
          <a:endParaRPr lang="fr-FR"/>
        </a:p>
      </dgm:t>
    </dgm:pt>
    <dgm:pt modelId="{A14F5A27-998A-4EBE-B8BF-C1A3D451AD92}">
      <dgm:prSet phldrT="[Text]"/>
      <dgm:spPr>
        <a:solidFill>
          <a:schemeClr val="accent2">
            <a:alpha val="90000"/>
          </a:schemeClr>
        </a:solidFill>
      </dgm:spPr>
      <dgm:t>
        <a:bodyPr/>
        <a:lstStyle/>
        <a:p>
          <a:r>
            <a:rPr lang="fr-FR" dirty="0">
              <a:latin typeface="Cambria" panose="02040503050406030204" pitchFamily="18" charset="0"/>
              <a:ea typeface="Cambria" panose="02040503050406030204" pitchFamily="18" charset="0"/>
            </a:rPr>
            <a:t>Grands principes du Edge et Fog </a:t>
          </a:r>
          <a:r>
            <a:rPr lang="fr-FR" dirty="0" err="1">
              <a:latin typeface="Cambria" panose="02040503050406030204" pitchFamily="18" charset="0"/>
              <a:ea typeface="Cambria" panose="02040503050406030204" pitchFamily="18" charset="0"/>
            </a:rPr>
            <a:t>computing</a:t>
          </a:r>
          <a:endParaRPr lang="fr-FR" dirty="0">
            <a:latin typeface="Cambria" panose="02040503050406030204" pitchFamily="18" charset="0"/>
            <a:ea typeface="Cambria" panose="02040503050406030204" pitchFamily="18" charset="0"/>
          </a:endParaRPr>
        </a:p>
      </dgm:t>
    </dgm:pt>
    <dgm:pt modelId="{67962722-5BE2-4D02-8827-E9C45AAEA74A}" type="parTrans" cxnId="{E7892703-22D1-4B31-9E1C-645BDF244529}">
      <dgm:prSet/>
      <dgm:spPr/>
      <dgm:t>
        <a:bodyPr/>
        <a:lstStyle/>
        <a:p>
          <a:endParaRPr lang="fr-FR"/>
        </a:p>
      </dgm:t>
    </dgm:pt>
    <dgm:pt modelId="{E6FD7432-9A9C-455E-BF28-4FB175A1C92E}" type="sibTrans" cxnId="{E7892703-22D1-4B31-9E1C-645BDF244529}">
      <dgm:prSet/>
      <dgm:spPr/>
      <dgm:t>
        <a:bodyPr/>
        <a:lstStyle/>
        <a:p>
          <a:endParaRPr lang="fr-FR"/>
        </a:p>
      </dgm:t>
    </dgm:pt>
    <dgm:pt modelId="{CC713F32-4CC4-44E0-B110-7C05F14B1BFA}">
      <dgm:prSet phldrT="[Text]"/>
      <dgm:spPr/>
      <dgm:t>
        <a:bodyPr/>
        <a:lstStyle/>
        <a:p>
          <a:r>
            <a:rPr lang="fr-FR" dirty="0">
              <a:latin typeface="Cambria" panose="02040503050406030204" pitchFamily="18" charset="0"/>
              <a:ea typeface="Cambria" panose="02040503050406030204" pitchFamily="18" charset="0"/>
            </a:rPr>
            <a:t>6. </a:t>
          </a:r>
        </a:p>
      </dgm:t>
    </dgm:pt>
    <dgm:pt modelId="{3F012F0A-E637-440B-82EB-7E6CA03B8FA9}" type="parTrans" cxnId="{587D1F30-177C-40E5-A897-F49865F0F0F9}">
      <dgm:prSet/>
      <dgm:spPr/>
      <dgm:t>
        <a:bodyPr/>
        <a:lstStyle/>
        <a:p>
          <a:endParaRPr lang="fr-FR"/>
        </a:p>
      </dgm:t>
    </dgm:pt>
    <dgm:pt modelId="{75A8133E-8B4C-4D36-B74B-27B0F1C6D295}" type="sibTrans" cxnId="{587D1F30-177C-40E5-A897-F49865F0F0F9}">
      <dgm:prSet/>
      <dgm:spPr/>
      <dgm:t>
        <a:bodyPr/>
        <a:lstStyle/>
        <a:p>
          <a:endParaRPr lang="fr-FR"/>
        </a:p>
      </dgm:t>
    </dgm:pt>
    <dgm:pt modelId="{41CADDD9-BFBE-484C-A77D-0A05C52C26F5}">
      <dgm:prSet phldrT="[Text]"/>
      <dgm:spPr/>
      <dgm:t>
        <a:bodyPr/>
        <a:lstStyle/>
        <a:p>
          <a:r>
            <a:rPr lang="fr-FR" dirty="0">
              <a:latin typeface="Cambria" panose="02040503050406030204" pitchFamily="18" charset="0"/>
              <a:ea typeface="Cambria" panose="02040503050406030204" pitchFamily="18" charset="0"/>
            </a:rPr>
            <a:t>Applications</a:t>
          </a:r>
        </a:p>
      </dgm:t>
    </dgm:pt>
    <dgm:pt modelId="{E0B61AF2-37B4-41B4-98D3-8DA905833213}" type="parTrans" cxnId="{431E2087-1981-4BC9-AE39-31D0A9EC1C35}">
      <dgm:prSet/>
      <dgm:spPr/>
      <dgm:t>
        <a:bodyPr/>
        <a:lstStyle/>
        <a:p>
          <a:endParaRPr lang="fr-FR"/>
        </a:p>
      </dgm:t>
    </dgm:pt>
    <dgm:pt modelId="{3253D144-31C6-4BB8-A465-F6526617C428}" type="sibTrans" cxnId="{431E2087-1981-4BC9-AE39-31D0A9EC1C35}">
      <dgm:prSet/>
      <dgm:spPr/>
      <dgm:t>
        <a:bodyPr/>
        <a:lstStyle/>
        <a:p>
          <a:endParaRPr lang="fr-FR"/>
        </a:p>
      </dgm:t>
    </dgm:pt>
    <dgm:pt modelId="{904B4AD5-6809-46CB-9F8F-774E19858825}" type="pres">
      <dgm:prSet presAssocID="{070DC0C6-D416-43EA-B8ED-D5B2113A809A}" presName="linearFlow" presStyleCnt="0">
        <dgm:presLayoutVars>
          <dgm:dir/>
          <dgm:animLvl val="lvl"/>
          <dgm:resizeHandles val="exact"/>
        </dgm:presLayoutVars>
      </dgm:prSet>
      <dgm:spPr/>
    </dgm:pt>
    <dgm:pt modelId="{105C6D18-0CBC-48F8-95FA-E29ED25233F2}" type="pres">
      <dgm:prSet presAssocID="{9C114801-CAC3-4A5F-8A12-C2D6E000B664}" presName="composite" presStyleCnt="0"/>
      <dgm:spPr/>
    </dgm:pt>
    <dgm:pt modelId="{7A793AFA-7D75-4F64-A1E8-E4B9D55C3D05}" type="pres">
      <dgm:prSet presAssocID="{9C114801-CAC3-4A5F-8A12-C2D6E000B664}" presName="parentText" presStyleLbl="alignNode1" presStyleIdx="0" presStyleCnt="6" custLinFactX="-24432" custLinFactNeighborX="-100000" custLinFactNeighborY="-84436">
        <dgm:presLayoutVars>
          <dgm:chMax val="1"/>
          <dgm:bulletEnabled val="1"/>
        </dgm:presLayoutVars>
      </dgm:prSet>
      <dgm:spPr>
        <a:xfrm rot="5400000">
          <a:off x="-165935" y="165935"/>
          <a:ext cx="1106237" cy="774365"/>
        </a:xfrm>
        <a:prstGeom prst="chevron">
          <a:avLst/>
        </a:prstGeom>
      </dgm:spPr>
    </dgm:pt>
    <dgm:pt modelId="{D348354D-45C4-4F36-B8B5-4CF15FA70D33}" type="pres">
      <dgm:prSet presAssocID="{9C114801-CAC3-4A5F-8A12-C2D6E000B664}" presName="descendantText" presStyleLbl="alignAcc1" presStyleIdx="0" presStyleCnt="6">
        <dgm:presLayoutVars>
          <dgm:bulletEnabled val="1"/>
        </dgm:presLayoutVars>
      </dgm:prSet>
      <dgm:spPr>
        <a:xfrm rot="5400000">
          <a:off x="5285455" y="-4507077"/>
          <a:ext cx="719054" cy="9741234"/>
        </a:xfrm>
        <a:prstGeom prst="round2SameRect">
          <a:avLst/>
        </a:prstGeom>
      </dgm:spPr>
    </dgm:pt>
    <dgm:pt modelId="{9E9B018A-760D-4B60-9DA5-3918585C2896}" type="pres">
      <dgm:prSet presAssocID="{2A0D71A6-1057-4C84-BD46-24F7173E776F}" presName="sp" presStyleCnt="0"/>
      <dgm:spPr/>
    </dgm:pt>
    <dgm:pt modelId="{6C6FD981-4DD2-406B-9376-444DB19D8C3C}" type="pres">
      <dgm:prSet presAssocID="{33F81538-CEAA-4917-85DF-92EBA4ADB062}" presName="composite" presStyleCnt="0"/>
      <dgm:spPr/>
    </dgm:pt>
    <dgm:pt modelId="{D8E23947-776E-480E-9D1E-3C443D745CF1}" type="pres">
      <dgm:prSet presAssocID="{33F81538-CEAA-4917-85DF-92EBA4ADB062}" presName="parentText" presStyleLbl="alignNode1" presStyleIdx="1" presStyleCnt="6">
        <dgm:presLayoutVars>
          <dgm:chMax val="1"/>
          <dgm:bulletEnabled val="1"/>
        </dgm:presLayoutVars>
      </dgm:prSet>
      <dgm:spPr>
        <a:xfrm rot="5400000">
          <a:off x="-165935" y="1180060"/>
          <a:ext cx="1106237" cy="774365"/>
        </a:xfrm>
        <a:prstGeom prst="chevron">
          <a:avLst/>
        </a:prstGeom>
      </dgm:spPr>
    </dgm:pt>
    <dgm:pt modelId="{75546590-EC9E-4994-9B6F-C3ABA43161DD}" type="pres">
      <dgm:prSet presAssocID="{33F81538-CEAA-4917-85DF-92EBA4ADB062}" presName="descendantText" presStyleLbl="alignAcc1" presStyleIdx="1" presStyleCnt="6">
        <dgm:presLayoutVars>
          <dgm:bulletEnabled val="1"/>
        </dgm:presLayoutVars>
      </dgm:prSet>
      <dgm:spPr>
        <a:xfrm rot="5400000">
          <a:off x="5285455" y="-3496964"/>
          <a:ext cx="719054" cy="9741234"/>
        </a:xfrm>
        <a:prstGeom prst="round2SameRect">
          <a:avLst/>
        </a:prstGeom>
      </dgm:spPr>
    </dgm:pt>
    <dgm:pt modelId="{5F7AD55F-5C90-41B0-BAAC-55F61292122E}" type="pres">
      <dgm:prSet presAssocID="{EA6C08CC-2B78-4430-82BD-D9D93ABBF257}" presName="sp" presStyleCnt="0"/>
      <dgm:spPr/>
    </dgm:pt>
    <dgm:pt modelId="{67AAD7B8-730F-4CEB-B1F6-C3F598CCF4DF}" type="pres">
      <dgm:prSet presAssocID="{3A783CF5-1F70-4856-AB08-9907FB03AD2A}" presName="composite" presStyleCnt="0"/>
      <dgm:spPr/>
    </dgm:pt>
    <dgm:pt modelId="{04978F30-AA93-463C-9BB0-41CEB5D987C6}" type="pres">
      <dgm:prSet presAssocID="{3A783CF5-1F70-4856-AB08-9907FB03AD2A}" presName="parentText" presStyleLbl="alignNode1" presStyleIdx="2" presStyleCnt="6">
        <dgm:presLayoutVars>
          <dgm:chMax val="1"/>
          <dgm:bulletEnabled val="1"/>
        </dgm:presLayoutVars>
      </dgm:prSet>
      <dgm:spPr>
        <a:xfrm rot="5400000">
          <a:off x="-165935" y="2190173"/>
          <a:ext cx="1106237" cy="774365"/>
        </a:xfrm>
        <a:prstGeom prst="chevron">
          <a:avLst/>
        </a:prstGeom>
      </dgm:spPr>
    </dgm:pt>
    <dgm:pt modelId="{382B9D09-32A1-4879-842C-4EBFF456F70D}" type="pres">
      <dgm:prSet presAssocID="{3A783CF5-1F70-4856-AB08-9907FB03AD2A}" presName="descendantText" presStyleLbl="alignAcc1" presStyleIdx="2" presStyleCnt="6">
        <dgm:presLayoutVars>
          <dgm:bulletEnabled val="1"/>
        </dgm:presLayoutVars>
      </dgm:prSet>
      <dgm:spPr>
        <a:xfrm rot="5400000">
          <a:off x="5285455" y="-2486851"/>
          <a:ext cx="719054" cy="9741234"/>
        </a:xfrm>
        <a:prstGeom prst="round2SameRect">
          <a:avLst/>
        </a:prstGeom>
      </dgm:spPr>
    </dgm:pt>
    <dgm:pt modelId="{B491921F-B739-4F56-AEA1-159B00DADEC0}" type="pres">
      <dgm:prSet presAssocID="{31563C07-98C3-4480-A989-398E41B9041D}" presName="sp" presStyleCnt="0"/>
      <dgm:spPr/>
    </dgm:pt>
    <dgm:pt modelId="{6DE413DE-6322-4DFB-82B3-2700281DFCB5}" type="pres">
      <dgm:prSet presAssocID="{9F56FBF2-6E83-474B-81B6-A46BFDC59362}" presName="composite" presStyleCnt="0"/>
      <dgm:spPr/>
    </dgm:pt>
    <dgm:pt modelId="{F05BAB32-5FD8-4ACC-BE23-7F934C91C8C4}" type="pres">
      <dgm:prSet presAssocID="{9F56FBF2-6E83-474B-81B6-A46BFDC59362}" presName="parentText" presStyleLbl="alignNode1" presStyleIdx="3" presStyleCnt="6">
        <dgm:presLayoutVars>
          <dgm:chMax val="1"/>
          <dgm:bulletEnabled val="1"/>
        </dgm:presLayoutVars>
      </dgm:prSet>
      <dgm:spPr/>
    </dgm:pt>
    <dgm:pt modelId="{7DEBE452-D49F-441E-8FEA-2D5E88746963}" type="pres">
      <dgm:prSet presAssocID="{9F56FBF2-6E83-474B-81B6-A46BFDC59362}" presName="descendantText" presStyleLbl="alignAcc1" presStyleIdx="3" presStyleCnt="6">
        <dgm:presLayoutVars>
          <dgm:bulletEnabled val="1"/>
        </dgm:presLayoutVars>
      </dgm:prSet>
      <dgm:spPr/>
    </dgm:pt>
    <dgm:pt modelId="{0CC99DCC-D71D-4186-BC0A-EE84D3FAB3F8}" type="pres">
      <dgm:prSet presAssocID="{611F51FC-1097-42EE-80D3-C60456146650}" presName="sp" presStyleCnt="0"/>
      <dgm:spPr/>
    </dgm:pt>
    <dgm:pt modelId="{BF424E7D-719F-4987-8BAC-8816C6DC0A2F}" type="pres">
      <dgm:prSet presAssocID="{6D0B8560-7ACD-4040-BEFA-B24FA8999E02}" presName="composite" presStyleCnt="0"/>
      <dgm:spPr/>
    </dgm:pt>
    <dgm:pt modelId="{C982BE34-8977-4488-8593-1CB60421ECD6}" type="pres">
      <dgm:prSet presAssocID="{6D0B8560-7ACD-4040-BEFA-B24FA8999E02}" presName="parentText" presStyleLbl="alignNode1" presStyleIdx="4" presStyleCnt="6">
        <dgm:presLayoutVars>
          <dgm:chMax val="1"/>
          <dgm:bulletEnabled val="1"/>
        </dgm:presLayoutVars>
      </dgm:prSet>
      <dgm:spPr/>
    </dgm:pt>
    <dgm:pt modelId="{701F3621-29A6-4410-96C2-54CAB3AE0219}" type="pres">
      <dgm:prSet presAssocID="{6D0B8560-7ACD-4040-BEFA-B24FA8999E02}" presName="descendantText" presStyleLbl="alignAcc1" presStyleIdx="4" presStyleCnt="6">
        <dgm:presLayoutVars>
          <dgm:bulletEnabled val="1"/>
        </dgm:presLayoutVars>
      </dgm:prSet>
      <dgm:spPr/>
    </dgm:pt>
    <dgm:pt modelId="{5739934F-355B-47EA-89D2-42D1C8F8FAD3}" type="pres">
      <dgm:prSet presAssocID="{92C1C2EA-D10A-4474-93EC-AB95E9FD070C}" presName="sp" presStyleCnt="0"/>
      <dgm:spPr/>
    </dgm:pt>
    <dgm:pt modelId="{03F0B0AE-F3A2-4EAF-BCBD-169F52E7BD98}" type="pres">
      <dgm:prSet presAssocID="{CC713F32-4CC4-44E0-B110-7C05F14B1BFA}" presName="composite" presStyleCnt="0"/>
      <dgm:spPr/>
    </dgm:pt>
    <dgm:pt modelId="{11AA0E6F-3938-44DA-97C1-59F74FFB8ECA}" type="pres">
      <dgm:prSet presAssocID="{CC713F32-4CC4-44E0-B110-7C05F14B1BFA}" presName="parentText" presStyleLbl="alignNode1" presStyleIdx="5" presStyleCnt="6">
        <dgm:presLayoutVars>
          <dgm:chMax val="1"/>
          <dgm:bulletEnabled val="1"/>
        </dgm:presLayoutVars>
      </dgm:prSet>
      <dgm:spPr/>
    </dgm:pt>
    <dgm:pt modelId="{49A57842-C0EF-449B-BB4B-83B05077417B}" type="pres">
      <dgm:prSet presAssocID="{CC713F32-4CC4-44E0-B110-7C05F14B1BFA}" presName="descendantText" presStyleLbl="alignAcc1" presStyleIdx="5" presStyleCnt="6">
        <dgm:presLayoutVars>
          <dgm:bulletEnabled val="1"/>
        </dgm:presLayoutVars>
      </dgm:prSet>
      <dgm:spPr/>
    </dgm:pt>
  </dgm:ptLst>
  <dgm:cxnLst>
    <dgm:cxn modelId="{A7DF1B03-729A-469B-BE04-9A56DB0D0532}" type="presOf" srcId="{CC713F32-4CC4-44E0-B110-7C05F14B1BFA}" destId="{11AA0E6F-3938-44DA-97C1-59F74FFB8ECA}" srcOrd="0" destOrd="0" presId="urn:microsoft.com/office/officeart/2005/8/layout/chevron2"/>
    <dgm:cxn modelId="{E7892703-22D1-4B31-9E1C-645BDF244529}" srcId="{6D0B8560-7ACD-4040-BEFA-B24FA8999E02}" destId="{A14F5A27-998A-4EBE-B8BF-C1A3D451AD92}" srcOrd="0" destOrd="0" parTransId="{67962722-5BE2-4D02-8827-E9C45AAEA74A}" sibTransId="{E6FD7432-9A9C-455E-BF28-4FB175A1C92E}"/>
    <dgm:cxn modelId="{3D354E2F-87D9-4ABB-8E73-4BF85A47B10A}" type="presOf" srcId="{3A783CF5-1F70-4856-AB08-9907FB03AD2A}" destId="{04978F30-AA93-463C-9BB0-41CEB5D987C6}" srcOrd="0" destOrd="0" presId="urn:microsoft.com/office/officeart/2005/8/layout/chevron2"/>
    <dgm:cxn modelId="{587D1F30-177C-40E5-A897-F49865F0F0F9}" srcId="{070DC0C6-D416-43EA-B8ED-D5B2113A809A}" destId="{CC713F32-4CC4-44E0-B110-7C05F14B1BFA}" srcOrd="5" destOrd="0" parTransId="{3F012F0A-E637-440B-82EB-7E6CA03B8FA9}" sibTransId="{75A8133E-8B4C-4D36-B74B-27B0F1C6D295}"/>
    <dgm:cxn modelId="{5FBEDC34-E07E-400A-A09C-8FFA01497DD1}" type="presOf" srcId="{7579395F-81C8-4AF8-B7E0-0425AA1AD0FF}" destId="{D348354D-45C4-4F36-B8B5-4CF15FA70D33}" srcOrd="0" destOrd="0" presId="urn:microsoft.com/office/officeart/2005/8/layout/chevron2"/>
    <dgm:cxn modelId="{6AD6EF61-7324-44EC-A3E5-8ECCBE094438}" srcId="{3A783CF5-1F70-4856-AB08-9907FB03AD2A}" destId="{73A8005A-D97F-4579-BFF5-4834199E9E30}" srcOrd="0" destOrd="0" parTransId="{2E5B2BDB-6302-4775-9FDE-EAD7F78A81F3}" sibTransId="{05F3AE9C-68DC-4950-87C8-66F026ABBE62}"/>
    <dgm:cxn modelId="{D7EBAB66-5E4F-4BAE-A30D-147C03C594C7}" srcId="{9C114801-CAC3-4A5F-8A12-C2D6E000B664}" destId="{7579395F-81C8-4AF8-B7E0-0425AA1AD0FF}" srcOrd="0" destOrd="0" parTransId="{3F286716-333D-4A21-ABAD-281838F2ABC6}" sibTransId="{EAA5B57C-AF47-4B81-B032-6CA325FEB6E0}"/>
    <dgm:cxn modelId="{15FDA94B-C761-42C1-A258-FB566B447B54}" srcId="{070DC0C6-D416-43EA-B8ED-D5B2113A809A}" destId="{6D0B8560-7ACD-4040-BEFA-B24FA8999E02}" srcOrd="4" destOrd="0" parTransId="{A5D4A58B-5A63-4E25-879B-E58C032374B5}" sibTransId="{92C1C2EA-D10A-4474-93EC-AB95E9FD070C}"/>
    <dgm:cxn modelId="{BF0D4970-8758-4228-B3CD-314877CDA78C}" srcId="{33F81538-CEAA-4917-85DF-92EBA4ADB062}" destId="{CF909AE4-8284-4C1C-8824-17FCA46BD185}" srcOrd="0" destOrd="0" parTransId="{55263672-D812-4D67-B469-7146F324A610}" sibTransId="{E6BBA966-8722-46B2-9AC0-E367E32BC041}"/>
    <dgm:cxn modelId="{74F29553-9506-4278-9E57-660657543238}" type="presOf" srcId="{41CADDD9-BFBE-484C-A77D-0A05C52C26F5}" destId="{49A57842-C0EF-449B-BB4B-83B05077417B}" srcOrd="0" destOrd="0" presId="urn:microsoft.com/office/officeart/2005/8/layout/chevron2"/>
    <dgm:cxn modelId="{0922077D-9B8E-4743-8640-C870A21C2317}" srcId="{070DC0C6-D416-43EA-B8ED-D5B2113A809A}" destId="{9F56FBF2-6E83-474B-81B6-A46BFDC59362}" srcOrd="3" destOrd="0" parTransId="{5827C676-64E8-410D-A1C3-E93EC7E46078}" sibTransId="{611F51FC-1097-42EE-80D3-C60456146650}"/>
    <dgm:cxn modelId="{C649977E-5472-4341-B016-AC5079E33EA1}" type="presOf" srcId="{33F81538-CEAA-4917-85DF-92EBA4ADB062}" destId="{D8E23947-776E-480E-9D1E-3C443D745CF1}" srcOrd="0" destOrd="0" presId="urn:microsoft.com/office/officeart/2005/8/layout/chevron2"/>
    <dgm:cxn modelId="{31F94D80-9172-4E2F-A5A2-5A7406E4F453}" type="presOf" srcId="{73A8005A-D97F-4579-BFF5-4834199E9E30}" destId="{382B9D09-32A1-4879-842C-4EBFF456F70D}" srcOrd="0" destOrd="0" presId="urn:microsoft.com/office/officeart/2005/8/layout/chevron2"/>
    <dgm:cxn modelId="{431E2087-1981-4BC9-AE39-31D0A9EC1C35}" srcId="{CC713F32-4CC4-44E0-B110-7C05F14B1BFA}" destId="{41CADDD9-BFBE-484C-A77D-0A05C52C26F5}" srcOrd="0" destOrd="0" parTransId="{E0B61AF2-37B4-41B4-98D3-8DA905833213}" sibTransId="{3253D144-31C6-4BB8-A465-F6526617C428}"/>
    <dgm:cxn modelId="{D243BB8C-4329-4AD1-A435-C1DC226742C8}" type="presOf" srcId="{6D0B8560-7ACD-4040-BEFA-B24FA8999E02}" destId="{C982BE34-8977-4488-8593-1CB60421ECD6}" srcOrd="0" destOrd="0" presId="urn:microsoft.com/office/officeart/2005/8/layout/chevron2"/>
    <dgm:cxn modelId="{B0AD9491-EE4B-491D-9D91-01496C6B7CE2}" srcId="{070DC0C6-D416-43EA-B8ED-D5B2113A809A}" destId="{9C114801-CAC3-4A5F-8A12-C2D6E000B664}" srcOrd="0" destOrd="0" parTransId="{DF809216-107C-466F-B6C9-3CCBEEE90572}" sibTransId="{2A0D71A6-1057-4C84-BD46-24F7173E776F}"/>
    <dgm:cxn modelId="{4FC18C96-8EAE-48A7-BFDF-F12B18F30AF4}" srcId="{9F56FBF2-6E83-474B-81B6-A46BFDC59362}" destId="{F6A27E43-6AB7-4EA0-A90D-24F0297FCC94}" srcOrd="0" destOrd="0" parTransId="{7714E1CE-5478-4815-836F-CACC22BAAAD5}" sibTransId="{70004A75-7879-4D6D-A7C3-0027175C5A74}"/>
    <dgm:cxn modelId="{C13A8799-573D-469E-84CA-79F46D80568F}" type="presOf" srcId="{070DC0C6-D416-43EA-B8ED-D5B2113A809A}" destId="{904B4AD5-6809-46CB-9F8F-774E19858825}" srcOrd="0" destOrd="0" presId="urn:microsoft.com/office/officeart/2005/8/layout/chevron2"/>
    <dgm:cxn modelId="{3A03239C-D80D-42C0-9A3F-E91A27A2EAB7}" type="presOf" srcId="{A14F5A27-998A-4EBE-B8BF-C1A3D451AD92}" destId="{701F3621-29A6-4410-96C2-54CAB3AE0219}" srcOrd="0" destOrd="0" presId="urn:microsoft.com/office/officeart/2005/8/layout/chevron2"/>
    <dgm:cxn modelId="{2C5D9DBE-AC95-427E-B50E-358D33B6D11B}" srcId="{070DC0C6-D416-43EA-B8ED-D5B2113A809A}" destId="{33F81538-CEAA-4917-85DF-92EBA4ADB062}" srcOrd="1" destOrd="0" parTransId="{11BA43D9-BDE4-46BE-BE66-EC1CCF6D5919}" sibTransId="{EA6C08CC-2B78-4430-82BD-D9D93ABBF257}"/>
    <dgm:cxn modelId="{251EE6BF-2257-4DC5-A0A0-8188AD7D028C}" type="presOf" srcId="{9F56FBF2-6E83-474B-81B6-A46BFDC59362}" destId="{F05BAB32-5FD8-4ACC-BE23-7F934C91C8C4}" srcOrd="0" destOrd="0" presId="urn:microsoft.com/office/officeart/2005/8/layout/chevron2"/>
    <dgm:cxn modelId="{B2923BCC-0EF1-48A7-A847-F359614890A8}" srcId="{070DC0C6-D416-43EA-B8ED-D5B2113A809A}" destId="{3A783CF5-1F70-4856-AB08-9907FB03AD2A}" srcOrd="2" destOrd="0" parTransId="{2AC30BDB-49CC-4CAC-8AC9-627D4C982E18}" sibTransId="{31563C07-98C3-4480-A989-398E41B9041D}"/>
    <dgm:cxn modelId="{9FE815DA-51F9-43A8-B34E-7CE3A2ADBCAA}" type="presOf" srcId="{CF909AE4-8284-4C1C-8824-17FCA46BD185}" destId="{75546590-EC9E-4994-9B6F-C3ABA43161DD}" srcOrd="0" destOrd="0" presId="urn:microsoft.com/office/officeart/2005/8/layout/chevron2"/>
    <dgm:cxn modelId="{F62B2CDE-F505-4976-9477-516D6F2DD772}" type="presOf" srcId="{F6A27E43-6AB7-4EA0-A90D-24F0297FCC94}" destId="{7DEBE452-D49F-441E-8FEA-2D5E88746963}" srcOrd="0" destOrd="0" presId="urn:microsoft.com/office/officeart/2005/8/layout/chevron2"/>
    <dgm:cxn modelId="{3EED0DF7-2E33-4283-89D4-E8A713C51B88}" type="presOf" srcId="{9C114801-CAC3-4A5F-8A12-C2D6E000B664}" destId="{7A793AFA-7D75-4F64-A1E8-E4B9D55C3D05}" srcOrd="0" destOrd="0" presId="urn:microsoft.com/office/officeart/2005/8/layout/chevron2"/>
    <dgm:cxn modelId="{7E9E53B7-F94F-40A5-8D29-56B860335E97}" type="presParOf" srcId="{904B4AD5-6809-46CB-9F8F-774E19858825}" destId="{105C6D18-0CBC-48F8-95FA-E29ED25233F2}" srcOrd="0" destOrd="0" presId="urn:microsoft.com/office/officeart/2005/8/layout/chevron2"/>
    <dgm:cxn modelId="{1E543D60-4C27-4BD7-9F01-945E9AE31B6D}" type="presParOf" srcId="{105C6D18-0CBC-48F8-95FA-E29ED25233F2}" destId="{7A793AFA-7D75-4F64-A1E8-E4B9D55C3D05}" srcOrd="0" destOrd="0" presId="urn:microsoft.com/office/officeart/2005/8/layout/chevron2"/>
    <dgm:cxn modelId="{23BCBB27-22BD-4C3A-B1F3-11A6FE0F691C}" type="presParOf" srcId="{105C6D18-0CBC-48F8-95FA-E29ED25233F2}" destId="{D348354D-45C4-4F36-B8B5-4CF15FA70D33}" srcOrd="1" destOrd="0" presId="urn:microsoft.com/office/officeart/2005/8/layout/chevron2"/>
    <dgm:cxn modelId="{CDF89A73-2B10-49FD-AC1D-2F245B7377DA}" type="presParOf" srcId="{904B4AD5-6809-46CB-9F8F-774E19858825}" destId="{9E9B018A-760D-4B60-9DA5-3918585C2896}" srcOrd="1" destOrd="0" presId="urn:microsoft.com/office/officeart/2005/8/layout/chevron2"/>
    <dgm:cxn modelId="{71DA8EE5-D9A1-4E00-B992-6643AA9B728F}" type="presParOf" srcId="{904B4AD5-6809-46CB-9F8F-774E19858825}" destId="{6C6FD981-4DD2-406B-9376-444DB19D8C3C}" srcOrd="2" destOrd="0" presId="urn:microsoft.com/office/officeart/2005/8/layout/chevron2"/>
    <dgm:cxn modelId="{8D60B02D-021B-4B5C-B594-24FE939A6114}" type="presParOf" srcId="{6C6FD981-4DD2-406B-9376-444DB19D8C3C}" destId="{D8E23947-776E-480E-9D1E-3C443D745CF1}" srcOrd="0" destOrd="0" presId="urn:microsoft.com/office/officeart/2005/8/layout/chevron2"/>
    <dgm:cxn modelId="{6517EF1A-22E5-45C0-B256-C953FBB2A6BB}" type="presParOf" srcId="{6C6FD981-4DD2-406B-9376-444DB19D8C3C}" destId="{75546590-EC9E-4994-9B6F-C3ABA43161DD}" srcOrd="1" destOrd="0" presId="urn:microsoft.com/office/officeart/2005/8/layout/chevron2"/>
    <dgm:cxn modelId="{EBCA1960-C34B-4B5A-AE5B-0D3BE25F6AC7}" type="presParOf" srcId="{904B4AD5-6809-46CB-9F8F-774E19858825}" destId="{5F7AD55F-5C90-41B0-BAAC-55F61292122E}" srcOrd="3" destOrd="0" presId="urn:microsoft.com/office/officeart/2005/8/layout/chevron2"/>
    <dgm:cxn modelId="{4D9FF228-BA82-48F9-BA9A-66C07802DE64}" type="presParOf" srcId="{904B4AD5-6809-46CB-9F8F-774E19858825}" destId="{67AAD7B8-730F-4CEB-B1F6-C3F598CCF4DF}" srcOrd="4" destOrd="0" presId="urn:microsoft.com/office/officeart/2005/8/layout/chevron2"/>
    <dgm:cxn modelId="{DAEE812C-C662-4870-AE92-5CDCCA212A93}" type="presParOf" srcId="{67AAD7B8-730F-4CEB-B1F6-C3F598CCF4DF}" destId="{04978F30-AA93-463C-9BB0-41CEB5D987C6}" srcOrd="0" destOrd="0" presId="urn:microsoft.com/office/officeart/2005/8/layout/chevron2"/>
    <dgm:cxn modelId="{A813A5CF-30E0-412A-8744-B8AEED19C720}" type="presParOf" srcId="{67AAD7B8-730F-4CEB-B1F6-C3F598CCF4DF}" destId="{382B9D09-32A1-4879-842C-4EBFF456F70D}" srcOrd="1" destOrd="0" presId="urn:microsoft.com/office/officeart/2005/8/layout/chevron2"/>
    <dgm:cxn modelId="{A984524C-C8F8-4F34-8870-383E72D95212}" type="presParOf" srcId="{904B4AD5-6809-46CB-9F8F-774E19858825}" destId="{B491921F-B739-4F56-AEA1-159B00DADEC0}" srcOrd="5" destOrd="0" presId="urn:microsoft.com/office/officeart/2005/8/layout/chevron2"/>
    <dgm:cxn modelId="{3C0C57E1-8510-4F8D-81C0-5A5CA43D06DB}" type="presParOf" srcId="{904B4AD5-6809-46CB-9F8F-774E19858825}" destId="{6DE413DE-6322-4DFB-82B3-2700281DFCB5}" srcOrd="6" destOrd="0" presId="urn:microsoft.com/office/officeart/2005/8/layout/chevron2"/>
    <dgm:cxn modelId="{DE75811C-1FBF-456E-BA9C-289C6CFE3927}" type="presParOf" srcId="{6DE413DE-6322-4DFB-82B3-2700281DFCB5}" destId="{F05BAB32-5FD8-4ACC-BE23-7F934C91C8C4}" srcOrd="0" destOrd="0" presId="urn:microsoft.com/office/officeart/2005/8/layout/chevron2"/>
    <dgm:cxn modelId="{CCE79F55-4DD3-45C5-A2D4-6F543BC5DC55}" type="presParOf" srcId="{6DE413DE-6322-4DFB-82B3-2700281DFCB5}" destId="{7DEBE452-D49F-441E-8FEA-2D5E88746963}" srcOrd="1" destOrd="0" presId="urn:microsoft.com/office/officeart/2005/8/layout/chevron2"/>
    <dgm:cxn modelId="{496ED4DB-C9E3-4742-B542-EFBA0999A775}" type="presParOf" srcId="{904B4AD5-6809-46CB-9F8F-774E19858825}" destId="{0CC99DCC-D71D-4186-BC0A-EE84D3FAB3F8}" srcOrd="7" destOrd="0" presId="urn:microsoft.com/office/officeart/2005/8/layout/chevron2"/>
    <dgm:cxn modelId="{45850D9E-3048-4FFC-8703-100CFBA19549}" type="presParOf" srcId="{904B4AD5-6809-46CB-9F8F-774E19858825}" destId="{BF424E7D-719F-4987-8BAC-8816C6DC0A2F}" srcOrd="8" destOrd="0" presId="urn:microsoft.com/office/officeart/2005/8/layout/chevron2"/>
    <dgm:cxn modelId="{C49B7BE1-7900-4988-829E-C91ED1D6250E}" type="presParOf" srcId="{BF424E7D-719F-4987-8BAC-8816C6DC0A2F}" destId="{C982BE34-8977-4488-8593-1CB60421ECD6}" srcOrd="0" destOrd="0" presId="urn:microsoft.com/office/officeart/2005/8/layout/chevron2"/>
    <dgm:cxn modelId="{9D3155B0-B419-4B0C-84D5-1BA1BD3D79B9}" type="presParOf" srcId="{BF424E7D-719F-4987-8BAC-8816C6DC0A2F}" destId="{701F3621-29A6-4410-96C2-54CAB3AE0219}" srcOrd="1" destOrd="0" presId="urn:microsoft.com/office/officeart/2005/8/layout/chevron2"/>
    <dgm:cxn modelId="{67A53450-A173-4CC4-A423-4C56924D606D}" type="presParOf" srcId="{904B4AD5-6809-46CB-9F8F-774E19858825}" destId="{5739934F-355B-47EA-89D2-42D1C8F8FAD3}" srcOrd="9" destOrd="0" presId="urn:microsoft.com/office/officeart/2005/8/layout/chevron2"/>
    <dgm:cxn modelId="{A91CC1C6-6445-4C2B-9300-2786B2E874C1}" type="presParOf" srcId="{904B4AD5-6809-46CB-9F8F-774E19858825}" destId="{03F0B0AE-F3A2-4EAF-BCBD-169F52E7BD98}" srcOrd="10" destOrd="0" presId="urn:microsoft.com/office/officeart/2005/8/layout/chevron2"/>
    <dgm:cxn modelId="{C27EB1BE-8F50-42F9-BBAF-96E96BB65D64}" type="presParOf" srcId="{03F0B0AE-F3A2-4EAF-BCBD-169F52E7BD98}" destId="{11AA0E6F-3938-44DA-97C1-59F74FFB8ECA}" srcOrd="0" destOrd="0" presId="urn:microsoft.com/office/officeart/2005/8/layout/chevron2"/>
    <dgm:cxn modelId="{1B7D069C-6079-4006-AD0E-9F1181D76DC8}" type="presParOf" srcId="{03F0B0AE-F3A2-4EAF-BCBD-169F52E7BD98}" destId="{49A57842-C0EF-449B-BB4B-83B05077417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0DC0C6-D416-43EA-B8ED-D5B2113A809A}"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fr-FR"/>
        </a:p>
      </dgm:t>
    </dgm:pt>
    <dgm:pt modelId="{9C114801-CAC3-4A5F-8A12-C2D6E000B664}">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1.</a:t>
          </a:r>
          <a:endParaRPr lang="fr-FR" sz="2200" kern="1200" dirty="0">
            <a:latin typeface="Cambria" panose="02040503050406030204" pitchFamily="18" charset="0"/>
            <a:ea typeface="Cambria" panose="02040503050406030204" pitchFamily="18" charset="0"/>
            <a:cs typeface="+mn-cs"/>
          </a:endParaRPr>
        </a:p>
      </dgm:t>
    </dgm:pt>
    <dgm:pt modelId="{DF809216-107C-466F-B6C9-3CCBEEE90572}" type="par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2A0D71A6-1057-4C84-BD46-24F7173E776F}" type="sibTrans" cxnId="{B0AD9491-EE4B-491D-9D91-01496C6B7CE2}">
      <dgm:prSet/>
      <dgm:spPr/>
      <dgm:t>
        <a:bodyPr/>
        <a:lstStyle/>
        <a:p>
          <a:endParaRPr lang="fr-FR">
            <a:latin typeface="Cambria" panose="02040503050406030204" pitchFamily="18" charset="0"/>
            <a:ea typeface="Cambria" panose="02040503050406030204" pitchFamily="18" charset="0"/>
          </a:endParaRPr>
        </a:p>
      </dgm:t>
    </dgm:pt>
    <dgm:pt modelId="{7579395F-81C8-4AF8-B7E0-0425AA1AD0FF}">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Introduction</a:t>
          </a:r>
          <a:endParaRPr lang="fr-FR" sz="4400" kern="1200" dirty="0">
            <a:latin typeface="Cambria" panose="02040503050406030204" pitchFamily="18" charset="0"/>
            <a:ea typeface="Cambria" panose="02040503050406030204" pitchFamily="18" charset="0"/>
            <a:cs typeface="+mn-cs"/>
          </a:endParaRPr>
        </a:p>
      </dgm:t>
    </dgm:pt>
    <dgm:pt modelId="{3F286716-333D-4A21-ABAD-281838F2ABC6}" type="par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EAA5B57C-AF47-4B81-B032-6CA325FEB6E0}" type="sibTrans" cxnId="{D7EBAB66-5E4F-4BAE-A30D-147C03C594C7}">
      <dgm:prSet/>
      <dgm:spPr/>
      <dgm:t>
        <a:bodyPr/>
        <a:lstStyle/>
        <a:p>
          <a:endParaRPr lang="fr-FR">
            <a:latin typeface="Cambria" panose="02040503050406030204" pitchFamily="18" charset="0"/>
            <a:ea typeface="Cambria" panose="02040503050406030204" pitchFamily="18" charset="0"/>
          </a:endParaRPr>
        </a:p>
      </dgm:t>
    </dgm:pt>
    <dgm:pt modelId="{33F81538-CEAA-4917-85DF-92EBA4ADB062}">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2.</a:t>
          </a:r>
          <a:endParaRPr lang="fr-FR" sz="2200" kern="1200" dirty="0">
            <a:latin typeface="Cambria" panose="02040503050406030204" pitchFamily="18" charset="0"/>
            <a:ea typeface="Cambria" panose="02040503050406030204" pitchFamily="18" charset="0"/>
            <a:cs typeface="+mn-cs"/>
          </a:endParaRPr>
        </a:p>
      </dgm:t>
    </dgm:pt>
    <dgm:pt modelId="{11BA43D9-BDE4-46BE-BE66-EC1CCF6D5919}" type="par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EA6C08CC-2B78-4430-82BD-D9D93ABBF257}" type="sibTrans" cxnId="{2C5D9DBE-AC95-427E-B50E-358D33B6D11B}">
      <dgm:prSet/>
      <dgm:spPr/>
      <dgm:t>
        <a:bodyPr/>
        <a:lstStyle/>
        <a:p>
          <a:endParaRPr lang="fr-FR">
            <a:latin typeface="Cambria" panose="02040503050406030204" pitchFamily="18" charset="0"/>
            <a:ea typeface="Cambria" panose="02040503050406030204" pitchFamily="18" charset="0"/>
          </a:endParaRPr>
        </a:p>
      </dgm:t>
    </dgm:pt>
    <dgm:pt modelId="{CF909AE4-8284-4C1C-8824-17FCA46BD185}">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Principales caractéristiques du cloud</a:t>
          </a:r>
          <a:endParaRPr lang="fr-FR" sz="4400" kern="1200" dirty="0">
            <a:latin typeface="Cambria" panose="02040503050406030204" pitchFamily="18" charset="0"/>
            <a:ea typeface="Cambria" panose="02040503050406030204" pitchFamily="18" charset="0"/>
            <a:cs typeface="+mn-cs"/>
          </a:endParaRPr>
        </a:p>
      </dgm:t>
    </dgm:pt>
    <dgm:pt modelId="{55263672-D812-4D67-B469-7146F324A610}" type="par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E6BBA966-8722-46B2-9AC0-E367E32BC041}" type="sibTrans" cxnId="{BF0D4970-8758-4228-B3CD-314877CDA78C}">
      <dgm:prSet/>
      <dgm:spPr/>
      <dgm:t>
        <a:bodyPr/>
        <a:lstStyle/>
        <a:p>
          <a:endParaRPr lang="fr-FR">
            <a:latin typeface="Cambria" panose="02040503050406030204" pitchFamily="18" charset="0"/>
            <a:ea typeface="Cambria" panose="02040503050406030204" pitchFamily="18" charset="0"/>
          </a:endParaRPr>
        </a:p>
      </dgm:t>
    </dgm:pt>
    <dgm:pt modelId="{3A783CF5-1F70-4856-AB08-9907FB03AD2A}">
      <dgm:prSet phldrT="[Text]" custT="1"/>
      <dgm:spPr/>
      <dgm:t>
        <a:bodyPr spcFirstLastPara="0" vert="horz" wrap="square" lIns="13970" tIns="13970" rIns="13970" bIns="13970" numCol="1" spcCol="1270" anchor="ctr" anchorCtr="0"/>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cs typeface="+mn-cs"/>
            </a:rPr>
            <a:t>3.</a:t>
          </a:r>
        </a:p>
      </dgm:t>
    </dgm:pt>
    <dgm:pt modelId="{2AC30BDB-49CC-4CAC-8AC9-627D4C982E18}" type="par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31563C07-98C3-4480-A989-398E41B9041D}" type="sibTrans" cxnId="{B2923BCC-0EF1-48A7-A847-F359614890A8}">
      <dgm:prSet/>
      <dgm:spPr/>
      <dgm:t>
        <a:bodyPr/>
        <a:lstStyle/>
        <a:p>
          <a:endParaRPr lang="fr-FR">
            <a:latin typeface="Cambria" panose="02040503050406030204" pitchFamily="18" charset="0"/>
            <a:ea typeface="Cambria" panose="02040503050406030204" pitchFamily="18" charset="0"/>
          </a:endParaRPr>
        </a:p>
      </dgm:t>
    </dgm:pt>
    <dgm:pt modelId="{73A8005A-D97F-4579-BFF5-4834199E9E30}">
      <dgm:prSet phldrT="[Text]" custT="1"/>
      <dgm:spPr/>
      <dgm:t>
        <a:bodyPr spcFirstLastPara="0" vert="horz" wrap="square" lIns="312928" tIns="27940" rIns="27940" bIns="27940" numCol="1" spcCol="1270" anchor="ctr" anchorCtr="0"/>
        <a:lstStyle/>
        <a:p>
          <a:pPr marL="285750" lvl="1" indent="-285750" algn="l" defTabSz="1955800">
            <a:lnSpc>
              <a:spcPct val="90000"/>
            </a:lnSpc>
            <a:spcBef>
              <a:spcPct val="0"/>
            </a:spcBef>
            <a:spcAft>
              <a:spcPct val="15000"/>
            </a:spcAft>
            <a:buChar char="•"/>
          </a:pPr>
          <a:r>
            <a:rPr lang="fr-FR" sz="4400" kern="1200" dirty="0">
              <a:latin typeface="Cambria" panose="02040503050406030204" pitchFamily="18" charset="0"/>
              <a:ea typeface="Cambria" panose="02040503050406030204" pitchFamily="18" charset="0"/>
              <a:cs typeface="+mn-cs"/>
            </a:rPr>
            <a:t>Différents types de Cloud</a:t>
          </a:r>
        </a:p>
      </dgm:t>
    </dgm:pt>
    <dgm:pt modelId="{2E5B2BDB-6302-4775-9FDE-EAD7F78A81F3}" type="par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05F3AE9C-68DC-4950-87C8-66F026ABBE62}" type="sibTrans" cxnId="{6AD6EF61-7324-44EC-A3E5-8ECCBE094438}">
      <dgm:prSet/>
      <dgm:spPr/>
      <dgm:t>
        <a:bodyPr/>
        <a:lstStyle/>
        <a:p>
          <a:endParaRPr lang="fr-FR">
            <a:latin typeface="Cambria" panose="02040503050406030204" pitchFamily="18" charset="0"/>
            <a:ea typeface="Cambria" panose="02040503050406030204" pitchFamily="18" charset="0"/>
          </a:endParaRPr>
        </a:p>
      </dgm:t>
    </dgm:pt>
    <dgm:pt modelId="{9F56FBF2-6E83-474B-81B6-A46BFDC59362}">
      <dgm:prSet phldrT="[Text]"/>
      <dgm:spPr>
        <a:solidFill>
          <a:schemeClr val="accent1"/>
        </a:solidFill>
      </dgm:spPr>
      <dgm:t>
        <a:bodyPr/>
        <a:lstStyle/>
        <a:p>
          <a:r>
            <a:rPr lang="fr-FR" dirty="0">
              <a:latin typeface="Cambria" panose="02040503050406030204" pitchFamily="18" charset="0"/>
              <a:ea typeface="Cambria" panose="02040503050406030204" pitchFamily="18" charset="0"/>
            </a:rPr>
            <a:t>4</a:t>
          </a:r>
          <a:r>
            <a:rPr lang="fr-FR" dirty="0">
              <a:highlight>
                <a:srgbClr val="000080"/>
              </a:highlight>
              <a:latin typeface="Cambria" panose="02040503050406030204" pitchFamily="18" charset="0"/>
              <a:ea typeface="Cambria" panose="02040503050406030204" pitchFamily="18" charset="0"/>
            </a:rPr>
            <a:t>.</a:t>
          </a:r>
        </a:p>
      </dgm:t>
    </dgm:pt>
    <dgm:pt modelId="{5827C676-64E8-410D-A1C3-E93EC7E46078}" type="parTrans" cxnId="{0922077D-9B8E-4743-8640-C870A21C2317}">
      <dgm:prSet/>
      <dgm:spPr/>
      <dgm:t>
        <a:bodyPr/>
        <a:lstStyle/>
        <a:p>
          <a:endParaRPr lang="fr-FR"/>
        </a:p>
      </dgm:t>
    </dgm:pt>
    <dgm:pt modelId="{611F51FC-1097-42EE-80D3-C60456146650}" type="sibTrans" cxnId="{0922077D-9B8E-4743-8640-C870A21C2317}">
      <dgm:prSet/>
      <dgm:spPr/>
      <dgm:t>
        <a:bodyPr/>
        <a:lstStyle/>
        <a:p>
          <a:endParaRPr lang="fr-FR"/>
        </a:p>
      </dgm:t>
    </dgm:pt>
    <dgm:pt modelId="{F6A27E43-6AB7-4EA0-A90D-24F0297FCC94}">
      <dgm:prSet phldrT="[Text]"/>
      <dgm:spPr>
        <a:solidFill>
          <a:schemeClr val="bg2">
            <a:alpha val="90000"/>
          </a:schemeClr>
        </a:solidFill>
      </dgm:spPr>
      <dgm:t>
        <a:bodyPr/>
        <a:lstStyle/>
        <a:p>
          <a:r>
            <a:rPr lang="fr-FR" dirty="0">
              <a:solidFill>
                <a:schemeClr val="tx1"/>
              </a:solidFill>
              <a:latin typeface="Cambria" panose="02040503050406030204" pitchFamily="18" charset="0"/>
              <a:ea typeface="Cambria" panose="02040503050406030204" pitchFamily="18" charset="0"/>
            </a:rPr>
            <a:t>Différents modèles de services Cloud</a:t>
          </a:r>
        </a:p>
      </dgm:t>
    </dgm:pt>
    <dgm:pt modelId="{7714E1CE-5478-4815-836F-CACC22BAAAD5}" type="parTrans" cxnId="{4FC18C96-8EAE-48A7-BFDF-F12B18F30AF4}">
      <dgm:prSet/>
      <dgm:spPr/>
      <dgm:t>
        <a:bodyPr/>
        <a:lstStyle/>
        <a:p>
          <a:endParaRPr lang="fr-FR"/>
        </a:p>
      </dgm:t>
    </dgm:pt>
    <dgm:pt modelId="{70004A75-7879-4D6D-A7C3-0027175C5A74}" type="sibTrans" cxnId="{4FC18C96-8EAE-48A7-BFDF-F12B18F30AF4}">
      <dgm:prSet/>
      <dgm:spPr/>
      <dgm:t>
        <a:bodyPr/>
        <a:lstStyle/>
        <a:p>
          <a:endParaRPr lang="fr-FR"/>
        </a:p>
      </dgm:t>
    </dgm:pt>
    <dgm:pt modelId="{6D0B8560-7ACD-4040-BEFA-B24FA8999E02}">
      <dgm:prSet phldrT="[Text]"/>
      <dgm:spPr>
        <a:solidFill>
          <a:schemeClr val="accent1"/>
        </a:solidFill>
      </dgm:spPr>
      <dgm:t>
        <a:bodyPr/>
        <a:lstStyle/>
        <a:p>
          <a:r>
            <a:rPr lang="fr-FR" dirty="0">
              <a:latin typeface="Cambria" panose="02040503050406030204" pitchFamily="18" charset="0"/>
              <a:ea typeface="Cambria" panose="02040503050406030204" pitchFamily="18" charset="0"/>
            </a:rPr>
            <a:t>5.</a:t>
          </a:r>
        </a:p>
      </dgm:t>
    </dgm:pt>
    <dgm:pt modelId="{A5D4A58B-5A63-4E25-879B-E58C032374B5}" type="parTrans" cxnId="{15FDA94B-C761-42C1-A258-FB566B447B54}">
      <dgm:prSet/>
      <dgm:spPr/>
      <dgm:t>
        <a:bodyPr/>
        <a:lstStyle/>
        <a:p>
          <a:endParaRPr lang="fr-FR"/>
        </a:p>
      </dgm:t>
    </dgm:pt>
    <dgm:pt modelId="{92C1C2EA-D10A-4474-93EC-AB95E9FD070C}" type="sibTrans" cxnId="{15FDA94B-C761-42C1-A258-FB566B447B54}">
      <dgm:prSet/>
      <dgm:spPr/>
      <dgm:t>
        <a:bodyPr/>
        <a:lstStyle/>
        <a:p>
          <a:endParaRPr lang="fr-FR"/>
        </a:p>
      </dgm:t>
    </dgm:pt>
    <dgm:pt modelId="{A14F5A27-998A-4EBE-B8BF-C1A3D451AD92}">
      <dgm:prSet phldrT="[Text]"/>
      <dgm:spPr>
        <a:solidFill>
          <a:schemeClr val="bg2">
            <a:alpha val="90000"/>
          </a:schemeClr>
        </a:solidFill>
        <a:ln>
          <a:solidFill>
            <a:schemeClr val="bg1"/>
          </a:solidFill>
        </a:ln>
      </dgm:spPr>
      <dgm:t>
        <a:bodyPr/>
        <a:lstStyle/>
        <a:p>
          <a:r>
            <a:rPr lang="fr-FR" dirty="0">
              <a:latin typeface="Cambria" panose="02040503050406030204" pitchFamily="18" charset="0"/>
              <a:ea typeface="Cambria" panose="02040503050406030204" pitchFamily="18" charset="0"/>
            </a:rPr>
            <a:t>Grands principes du Edge et Fog </a:t>
          </a:r>
          <a:r>
            <a:rPr lang="fr-FR" dirty="0" err="1">
              <a:latin typeface="Cambria" panose="02040503050406030204" pitchFamily="18" charset="0"/>
              <a:ea typeface="Cambria" panose="02040503050406030204" pitchFamily="18" charset="0"/>
            </a:rPr>
            <a:t>computing</a:t>
          </a:r>
          <a:endParaRPr lang="fr-FR" dirty="0">
            <a:latin typeface="Cambria" panose="02040503050406030204" pitchFamily="18" charset="0"/>
            <a:ea typeface="Cambria" panose="02040503050406030204" pitchFamily="18" charset="0"/>
          </a:endParaRPr>
        </a:p>
      </dgm:t>
    </dgm:pt>
    <dgm:pt modelId="{67962722-5BE2-4D02-8827-E9C45AAEA74A}" type="parTrans" cxnId="{E7892703-22D1-4B31-9E1C-645BDF244529}">
      <dgm:prSet/>
      <dgm:spPr/>
      <dgm:t>
        <a:bodyPr/>
        <a:lstStyle/>
        <a:p>
          <a:endParaRPr lang="fr-FR"/>
        </a:p>
      </dgm:t>
    </dgm:pt>
    <dgm:pt modelId="{E6FD7432-9A9C-455E-BF28-4FB175A1C92E}" type="sibTrans" cxnId="{E7892703-22D1-4B31-9E1C-645BDF244529}">
      <dgm:prSet/>
      <dgm:spPr/>
      <dgm:t>
        <a:bodyPr/>
        <a:lstStyle/>
        <a:p>
          <a:endParaRPr lang="fr-FR"/>
        </a:p>
      </dgm:t>
    </dgm:pt>
    <dgm:pt modelId="{CC713F32-4CC4-44E0-B110-7C05F14B1BFA}">
      <dgm:prSet phldrT="[Text]"/>
      <dgm:spPr>
        <a:solidFill>
          <a:schemeClr val="accent2"/>
        </a:solidFill>
      </dgm:spPr>
      <dgm:t>
        <a:bodyPr/>
        <a:lstStyle/>
        <a:p>
          <a:r>
            <a:rPr lang="fr-FR" dirty="0">
              <a:latin typeface="Cambria" panose="02040503050406030204" pitchFamily="18" charset="0"/>
              <a:ea typeface="Cambria" panose="02040503050406030204" pitchFamily="18" charset="0"/>
            </a:rPr>
            <a:t>6. </a:t>
          </a:r>
        </a:p>
      </dgm:t>
    </dgm:pt>
    <dgm:pt modelId="{3F012F0A-E637-440B-82EB-7E6CA03B8FA9}" type="parTrans" cxnId="{587D1F30-177C-40E5-A897-F49865F0F0F9}">
      <dgm:prSet/>
      <dgm:spPr/>
      <dgm:t>
        <a:bodyPr/>
        <a:lstStyle/>
        <a:p>
          <a:endParaRPr lang="fr-FR"/>
        </a:p>
      </dgm:t>
    </dgm:pt>
    <dgm:pt modelId="{75A8133E-8B4C-4D36-B74B-27B0F1C6D295}" type="sibTrans" cxnId="{587D1F30-177C-40E5-A897-F49865F0F0F9}">
      <dgm:prSet/>
      <dgm:spPr/>
      <dgm:t>
        <a:bodyPr/>
        <a:lstStyle/>
        <a:p>
          <a:endParaRPr lang="fr-FR"/>
        </a:p>
      </dgm:t>
    </dgm:pt>
    <dgm:pt modelId="{41CADDD9-BFBE-484C-A77D-0A05C52C26F5}">
      <dgm:prSet phldrT="[Text]"/>
      <dgm:spPr>
        <a:solidFill>
          <a:schemeClr val="accent2">
            <a:alpha val="90000"/>
          </a:schemeClr>
        </a:solidFill>
      </dgm:spPr>
      <dgm:t>
        <a:bodyPr/>
        <a:lstStyle/>
        <a:p>
          <a:r>
            <a:rPr lang="fr-FR" dirty="0">
              <a:latin typeface="Cambria" panose="02040503050406030204" pitchFamily="18" charset="0"/>
              <a:ea typeface="Cambria" panose="02040503050406030204" pitchFamily="18" charset="0"/>
            </a:rPr>
            <a:t>Applications</a:t>
          </a:r>
        </a:p>
      </dgm:t>
    </dgm:pt>
    <dgm:pt modelId="{E0B61AF2-37B4-41B4-98D3-8DA905833213}" type="parTrans" cxnId="{431E2087-1981-4BC9-AE39-31D0A9EC1C35}">
      <dgm:prSet/>
      <dgm:spPr/>
      <dgm:t>
        <a:bodyPr/>
        <a:lstStyle/>
        <a:p>
          <a:endParaRPr lang="fr-FR"/>
        </a:p>
      </dgm:t>
    </dgm:pt>
    <dgm:pt modelId="{3253D144-31C6-4BB8-A465-F6526617C428}" type="sibTrans" cxnId="{431E2087-1981-4BC9-AE39-31D0A9EC1C35}">
      <dgm:prSet/>
      <dgm:spPr/>
      <dgm:t>
        <a:bodyPr/>
        <a:lstStyle/>
        <a:p>
          <a:endParaRPr lang="fr-FR"/>
        </a:p>
      </dgm:t>
    </dgm:pt>
    <dgm:pt modelId="{904B4AD5-6809-46CB-9F8F-774E19858825}" type="pres">
      <dgm:prSet presAssocID="{070DC0C6-D416-43EA-B8ED-D5B2113A809A}" presName="linearFlow" presStyleCnt="0">
        <dgm:presLayoutVars>
          <dgm:dir/>
          <dgm:animLvl val="lvl"/>
          <dgm:resizeHandles val="exact"/>
        </dgm:presLayoutVars>
      </dgm:prSet>
      <dgm:spPr/>
    </dgm:pt>
    <dgm:pt modelId="{105C6D18-0CBC-48F8-95FA-E29ED25233F2}" type="pres">
      <dgm:prSet presAssocID="{9C114801-CAC3-4A5F-8A12-C2D6E000B664}" presName="composite" presStyleCnt="0"/>
      <dgm:spPr/>
    </dgm:pt>
    <dgm:pt modelId="{7A793AFA-7D75-4F64-A1E8-E4B9D55C3D05}" type="pres">
      <dgm:prSet presAssocID="{9C114801-CAC3-4A5F-8A12-C2D6E000B664}" presName="parentText" presStyleLbl="alignNode1" presStyleIdx="0" presStyleCnt="6" custLinFactX="-24432" custLinFactNeighborX="-100000" custLinFactNeighborY="-84436">
        <dgm:presLayoutVars>
          <dgm:chMax val="1"/>
          <dgm:bulletEnabled val="1"/>
        </dgm:presLayoutVars>
      </dgm:prSet>
      <dgm:spPr>
        <a:xfrm rot="5400000">
          <a:off x="-165935" y="165935"/>
          <a:ext cx="1106237" cy="774365"/>
        </a:xfrm>
        <a:prstGeom prst="chevron">
          <a:avLst/>
        </a:prstGeom>
      </dgm:spPr>
    </dgm:pt>
    <dgm:pt modelId="{D348354D-45C4-4F36-B8B5-4CF15FA70D33}" type="pres">
      <dgm:prSet presAssocID="{9C114801-CAC3-4A5F-8A12-C2D6E000B664}" presName="descendantText" presStyleLbl="alignAcc1" presStyleIdx="0" presStyleCnt="6">
        <dgm:presLayoutVars>
          <dgm:bulletEnabled val="1"/>
        </dgm:presLayoutVars>
      </dgm:prSet>
      <dgm:spPr>
        <a:xfrm rot="5400000">
          <a:off x="5285455" y="-4507077"/>
          <a:ext cx="719054" cy="9741234"/>
        </a:xfrm>
        <a:prstGeom prst="round2SameRect">
          <a:avLst/>
        </a:prstGeom>
      </dgm:spPr>
    </dgm:pt>
    <dgm:pt modelId="{9E9B018A-760D-4B60-9DA5-3918585C2896}" type="pres">
      <dgm:prSet presAssocID="{2A0D71A6-1057-4C84-BD46-24F7173E776F}" presName="sp" presStyleCnt="0"/>
      <dgm:spPr/>
    </dgm:pt>
    <dgm:pt modelId="{6C6FD981-4DD2-406B-9376-444DB19D8C3C}" type="pres">
      <dgm:prSet presAssocID="{33F81538-CEAA-4917-85DF-92EBA4ADB062}" presName="composite" presStyleCnt="0"/>
      <dgm:spPr/>
    </dgm:pt>
    <dgm:pt modelId="{D8E23947-776E-480E-9D1E-3C443D745CF1}" type="pres">
      <dgm:prSet presAssocID="{33F81538-CEAA-4917-85DF-92EBA4ADB062}" presName="parentText" presStyleLbl="alignNode1" presStyleIdx="1" presStyleCnt="6">
        <dgm:presLayoutVars>
          <dgm:chMax val="1"/>
          <dgm:bulletEnabled val="1"/>
        </dgm:presLayoutVars>
      </dgm:prSet>
      <dgm:spPr>
        <a:xfrm rot="5400000">
          <a:off x="-165935" y="1180060"/>
          <a:ext cx="1106237" cy="774365"/>
        </a:xfrm>
        <a:prstGeom prst="chevron">
          <a:avLst/>
        </a:prstGeom>
      </dgm:spPr>
    </dgm:pt>
    <dgm:pt modelId="{75546590-EC9E-4994-9B6F-C3ABA43161DD}" type="pres">
      <dgm:prSet presAssocID="{33F81538-CEAA-4917-85DF-92EBA4ADB062}" presName="descendantText" presStyleLbl="alignAcc1" presStyleIdx="1" presStyleCnt="6">
        <dgm:presLayoutVars>
          <dgm:bulletEnabled val="1"/>
        </dgm:presLayoutVars>
      </dgm:prSet>
      <dgm:spPr>
        <a:xfrm rot="5400000">
          <a:off x="5285455" y="-3496964"/>
          <a:ext cx="719054" cy="9741234"/>
        </a:xfrm>
        <a:prstGeom prst="round2SameRect">
          <a:avLst/>
        </a:prstGeom>
      </dgm:spPr>
    </dgm:pt>
    <dgm:pt modelId="{5F7AD55F-5C90-41B0-BAAC-55F61292122E}" type="pres">
      <dgm:prSet presAssocID="{EA6C08CC-2B78-4430-82BD-D9D93ABBF257}" presName="sp" presStyleCnt="0"/>
      <dgm:spPr/>
    </dgm:pt>
    <dgm:pt modelId="{67AAD7B8-730F-4CEB-B1F6-C3F598CCF4DF}" type="pres">
      <dgm:prSet presAssocID="{3A783CF5-1F70-4856-AB08-9907FB03AD2A}" presName="composite" presStyleCnt="0"/>
      <dgm:spPr/>
    </dgm:pt>
    <dgm:pt modelId="{04978F30-AA93-463C-9BB0-41CEB5D987C6}" type="pres">
      <dgm:prSet presAssocID="{3A783CF5-1F70-4856-AB08-9907FB03AD2A}" presName="parentText" presStyleLbl="alignNode1" presStyleIdx="2" presStyleCnt="6">
        <dgm:presLayoutVars>
          <dgm:chMax val="1"/>
          <dgm:bulletEnabled val="1"/>
        </dgm:presLayoutVars>
      </dgm:prSet>
      <dgm:spPr>
        <a:xfrm rot="5400000">
          <a:off x="-165935" y="2190173"/>
          <a:ext cx="1106237" cy="774365"/>
        </a:xfrm>
        <a:prstGeom prst="chevron">
          <a:avLst/>
        </a:prstGeom>
      </dgm:spPr>
    </dgm:pt>
    <dgm:pt modelId="{382B9D09-32A1-4879-842C-4EBFF456F70D}" type="pres">
      <dgm:prSet presAssocID="{3A783CF5-1F70-4856-AB08-9907FB03AD2A}" presName="descendantText" presStyleLbl="alignAcc1" presStyleIdx="2" presStyleCnt="6">
        <dgm:presLayoutVars>
          <dgm:bulletEnabled val="1"/>
        </dgm:presLayoutVars>
      </dgm:prSet>
      <dgm:spPr>
        <a:xfrm rot="5400000">
          <a:off x="5285455" y="-2486851"/>
          <a:ext cx="719054" cy="9741234"/>
        </a:xfrm>
        <a:prstGeom prst="round2SameRect">
          <a:avLst/>
        </a:prstGeom>
      </dgm:spPr>
    </dgm:pt>
    <dgm:pt modelId="{B491921F-B739-4F56-AEA1-159B00DADEC0}" type="pres">
      <dgm:prSet presAssocID="{31563C07-98C3-4480-A989-398E41B9041D}" presName="sp" presStyleCnt="0"/>
      <dgm:spPr/>
    </dgm:pt>
    <dgm:pt modelId="{6DE413DE-6322-4DFB-82B3-2700281DFCB5}" type="pres">
      <dgm:prSet presAssocID="{9F56FBF2-6E83-474B-81B6-A46BFDC59362}" presName="composite" presStyleCnt="0"/>
      <dgm:spPr/>
    </dgm:pt>
    <dgm:pt modelId="{F05BAB32-5FD8-4ACC-BE23-7F934C91C8C4}" type="pres">
      <dgm:prSet presAssocID="{9F56FBF2-6E83-474B-81B6-A46BFDC59362}" presName="parentText" presStyleLbl="alignNode1" presStyleIdx="3" presStyleCnt="6">
        <dgm:presLayoutVars>
          <dgm:chMax val="1"/>
          <dgm:bulletEnabled val="1"/>
        </dgm:presLayoutVars>
      </dgm:prSet>
      <dgm:spPr/>
    </dgm:pt>
    <dgm:pt modelId="{7DEBE452-D49F-441E-8FEA-2D5E88746963}" type="pres">
      <dgm:prSet presAssocID="{9F56FBF2-6E83-474B-81B6-A46BFDC59362}" presName="descendantText" presStyleLbl="alignAcc1" presStyleIdx="3" presStyleCnt="6">
        <dgm:presLayoutVars>
          <dgm:bulletEnabled val="1"/>
        </dgm:presLayoutVars>
      </dgm:prSet>
      <dgm:spPr/>
    </dgm:pt>
    <dgm:pt modelId="{0CC99DCC-D71D-4186-BC0A-EE84D3FAB3F8}" type="pres">
      <dgm:prSet presAssocID="{611F51FC-1097-42EE-80D3-C60456146650}" presName="sp" presStyleCnt="0"/>
      <dgm:spPr/>
    </dgm:pt>
    <dgm:pt modelId="{BF424E7D-719F-4987-8BAC-8816C6DC0A2F}" type="pres">
      <dgm:prSet presAssocID="{6D0B8560-7ACD-4040-BEFA-B24FA8999E02}" presName="composite" presStyleCnt="0"/>
      <dgm:spPr/>
    </dgm:pt>
    <dgm:pt modelId="{C982BE34-8977-4488-8593-1CB60421ECD6}" type="pres">
      <dgm:prSet presAssocID="{6D0B8560-7ACD-4040-BEFA-B24FA8999E02}" presName="parentText" presStyleLbl="alignNode1" presStyleIdx="4" presStyleCnt="6">
        <dgm:presLayoutVars>
          <dgm:chMax val="1"/>
          <dgm:bulletEnabled val="1"/>
        </dgm:presLayoutVars>
      </dgm:prSet>
      <dgm:spPr/>
    </dgm:pt>
    <dgm:pt modelId="{701F3621-29A6-4410-96C2-54CAB3AE0219}" type="pres">
      <dgm:prSet presAssocID="{6D0B8560-7ACD-4040-BEFA-B24FA8999E02}" presName="descendantText" presStyleLbl="alignAcc1" presStyleIdx="4" presStyleCnt="6">
        <dgm:presLayoutVars>
          <dgm:bulletEnabled val="1"/>
        </dgm:presLayoutVars>
      </dgm:prSet>
      <dgm:spPr/>
    </dgm:pt>
    <dgm:pt modelId="{5739934F-355B-47EA-89D2-42D1C8F8FAD3}" type="pres">
      <dgm:prSet presAssocID="{92C1C2EA-D10A-4474-93EC-AB95E9FD070C}" presName="sp" presStyleCnt="0"/>
      <dgm:spPr/>
    </dgm:pt>
    <dgm:pt modelId="{03F0B0AE-F3A2-4EAF-BCBD-169F52E7BD98}" type="pres">
      <dgm:prSet presAssocID="{CC713F32-4CC4-44E0-B110-7C05F14B1BFA}" presName="composite" presStyleCnt="0"/>
      <dgm:spPr/>
    </dgm:pt>
    <dgm:pt modelId="{11AA0E6F-3938-44DA-97C1-59F74FFB8ECA}" type="pres">
      <dgm:prSet presAssocID="{CC713F32-4CC4-44E0-B110-7C05F14B1BFA}" presName="parentText" presStyleLbl="alignNode1" presStyleIdx="5" presStyleCnt="6">
        <dgm:presLayoutVars>
          <dgm:chMax val="1"/>
          <dgm:bulletEnabled val="1"/>
        </dgm:presLayoutVars>
      </dgm:prSet>
      <dgm:spPr/>
    </dgm:pt>
    <dgm:pt modelId="{49A57842-C0EF-449B-BB4B-83B05077417B}" type="pres">
      <dgm:prSet presAssocID="{CC713F32-4CC4-44E0-B110-7C05F14B1BFA}" presName="descendantText" presStyleLbl="alignAcc1" presStyleIdx="5" presStyleCnt="6">
        <dgm:presLayoutVars>
          <dgm:bulletEnabled val="1"/>
        </dgm:presLayoutVars>
      </dgm:prSet>
      <dgm:spPr/>
    </dgm:pt>
  </dgm:ptLst>
  <dgm:cxnLst>
    <dgm:cxn modelId="{A7DF1B03-729A-469B-BE04-9A56DB0D0532}" type="presOf" srcId="{CC713F32-4CC4-44E0-B110-7C05F14B1BFA}" destId="{11AA0E6F-3938-44DA-97C1-59F74FFB8ECA}" srcOrd="0" destOrd="0" presId="urn:microsoft.com/office/officeart/2005/8/layout/chevron2"/>
    <dgm:cxn modelId="{E7892703-22D1-4B31-9E1C-645BDF244529}" srcId="{6D0B8560-7ACD-4040-BEFA-B24FA8999E02}" destId="{A14F5A27-998A-4EBE-B8BF-C1A3D451AD92}" srcOrd="0" destOrd="0" parTransId="{67962722-5BE2-4D02-8827-E9C45AAEA74A}" sibTransId="{E6FD7432-9A9C-455E-BF28-4FB175A1C92E}"/>
    <dgm:cxn modelId="{3D354E2F-87D9-4ABB-8E73-4BF85A47B10A}" type="presOf" srcId="{3A783CF5-1F70-4856-AB08-9907FB03AD2A}" destId="{04978F30-AA93-463C-9BB0-41CEB5D987C6}" srcOrd="0" destOrd="0" presId="urn:microsoft.com/office/officeart/2005/8/layout/chevron2"/>
    <dgm:cxn modelId="{587D1F30-177C-40E5-A897-F49865F0F0F9}" srcId="{070DC0C6-D416-43EA-B8ED-D5B2113A809A}" destId="{CC713F32-4CC4-44E0-B110-7C05F14B1BFA}" srcOrd="5" destOrd="0" parTransId="{3F012F0A-E637-440B-82EB-7E6CA03B8FA9}" sibTransId="{75A8133E-8B4C-4D36-B74B-27B0F1C6D295}"/>
    <dgm:cxn modelId="{5FBEDC34-E07E-400A-A09C-8FFA01497DD1}" type="presOf" srcId="{7579395F-81C8-4AF8-B7E0-0425AA1AD0FF}" destId="{D348354D-45C4-4F36-B8B5-4CF15FA70D33}" srcOrd="0" destOrd="0" presId="urn:microsoft.com/office/officeart/2005/8/layout/chevron2"/>
    <dgm:cxn modelId="{6AD6EF61-7324-44EC-A3E5-8ECCBE094438}" srcId="{3A783CF5-1F70-4856-AB08-9907FB03AD2A}" destId="{73A8005A-D97F-4579-BFF5-4834199E9E30}" srcOrd="0" destOrd="0" parTransId="{2E5B2BDB-6302-4775-9FDE-EAD7F78A81F3}" sibTransId="{05F3AE9C-68DC-4950-87C8-66F026ABBE62}"/>
    <dgm:cxn modelId="{D7EBAB66-5E4F-4BAE-A30D-147C03C594C7}" srcId="{9C114801-CAC3-4A5F-8A12-C2D6E000B664}" destId="{7579395F-81C8-4AF8-B7E0-0425AA1AD0FF}" srcOrd="0" destOrd="0" parTransId="{3F286716-333D-4A21-ABAD-281838F2ABC6}" sibTransId="{EAA5B57C-AF47-4B81-B032-6CA325FEB6E0}"/>
    <dgm:cxn modelId="{15FDA94B-C761-42C1-A258-FB566B447B54}" srcId="{070DC0C6-D416-43EA-B8ED-D5B2113A809A}" destId="{6D0B8560-7ACD-4040-BEFA-B24FA8999E02}" srcOrd="4" destOrd="0" parTransId="{A5D4A58B-5A63-4E25-879B-E58C032374B5}" sibTransId="{92C1C2EA-D10A-4474-93EC-AB95E9FD070C}"/>
    <dgm:cxn modelId="{BF0D4970-8758-4228-B3CD-314877CDA78C}" srcId="{33F81538-CEAA-4917-85DF-92EBA4ADB062}" destId="{CF909AE4-8284-4C1C-8824-17FCA46BD185}" srcOrd="0" destOrd="0" parTransId="{55263672-D812-4D67-B469-7146F324A610}" sibTransId="{E6BBA966-8722-46B2-9AC0-E367E32BC041}"/>
    <dgm:cxn modelId="{74F29553-9506-4278-9E57-660657543238}" type="presOf" srcId="{41CADDD9-BFBE-484C-A77D-0A05C52C26F5}" destId="{49A57842-C0EF-449B-BB4B-83B05077417B}" srcOrd="0" destOrd="0" presId="urn:microsoft.com/office/officeart/2005/8/layout/chevron2"/>
    <dgm:cxn modelId="{0922077D-9B8E-4743-8640-C870A21C2317}" srcId="{070DC0C6-D416-43EA-B8ED-D5B2113A809A}" destId="{9F56FBF2-6E83-474B-81B6-A46BFDC59362}" srcOrd="3" destOrd="0" parTransId="{5827C676-64E8-410D-A1C3-E93EC7E46078}" sibTransId="{611F51FC-1097-42EE-80D3-C60456146650}"/>
    <dgm:cxn modelId="{C649977E-5472-4341-B016-AC5079E33EA1}" type="presOf" srcId="{33F81538-CEAA-4917-85DF-92EBA4ADB062}" destId="{D8E23947-776E-480E-9D1E-3C443D745CF1}" srcOrd="0" destOrd="0" presId="urn:microsoft.com/office/officeart/2005/8/layout/chevron2"/>
    <dgm:cxn modelId="{31F94D80-9172-4E2F-A5A2-5A7406E4F453}" type="presOf" srcId="{73A8005A-D97F-4579-BFF5-4834199E9E30}" destId="{382B9D09-32A1-4879-842C-4EBFF456F70D}" srcOrd="0" destOrd="0" presId="urn:microsoft.com/office/officeart/2005/8/layout/chevron2"/>
    <dgm:cxn modelId="{431E2087-1981-4BC9-AE39-31D0A9EC1C35}" srcId="{CC713F32-4CC4-44E0-B110-7C05F14B1BFA}" destId="{41CADDD9-BFBE-484C-A77D-0A05C52C26F5}" srcOrd="0" destOrd="0" parTransId="{E0B61AF2-37B4-41B4-98D3-8DA905833213}" sibTransId="{3253D144-31C6-4BB8-A465-F6526617C428}"/>
    <dgm:cxn modelId="{D243BB8C-4329-4AD1-A435-C1DC226742C8}" type="presOf" srcId="{6D0B8560-7ACD-4040-BEFA-B24FA8999E02}" destId="{C982BE34-8977-4488-8593-1CB60421ECD6}" srcOrd="0" destOrd="0" presId="urn:microsoft.com/office/officeart/2005/8/layout/chevron2"/>
    <dgm:cxn modelId="{B0AD9491-EE4B-491D-9D91-01496C6B7CE2}" srcId="{070DC0C6-D416-43EA-B8ED-D5B2113A809A}" destId="{9C114801-CAC3-4A5F-8A12-C2D6E000B664}" srcOrd="0" destOrd="0" parTransId="{DF809216-107C-466F-B6C9-3CCBEEE90572}" sibTransId="{2A0D71A6-1057-4C84-BD46-24F7173E776F}"/>
    <dgm:cxn modelId="{4FC18C96-8EAE-48A7-BFDF-F12B18F30AF4}" srcId="{9F56FBF2-6E83-474B-81B6-A46BFDC59362}" destId="{F6A27E43-6AB7-4EA0-A90D-24F0297FCC94}" srcOrd="0" destOrd="0" parTransId="{7714E1CE-5478-4815-836F-CACC22BAAAD5}" sibTransId="{70004A75-7879-4D6D-A7C3-0027175C5A74}"/>
    <dgm:cxn modelId="{C13A8799-573D-469E-84CA-79F46D80568F}" type="presOf" srcId="{070DC0C6-D416-43EA-B8ED-D5B2113A809A}" destId="{904B4AD5-6809-46CB-9F8F-774E19858825}" srcOrd="0" destOrd="0" presId="urn:microsoft.com/office/officeart/2005/8/layout/chevron2"/>
    <dgm:cxn modelId="{3A03239C-D80D-42C0-9A3F-E91A27A2EAB7}" type="presOf" srcId="{A14F5A27-998A-4EBE-B8BF-C1A3D451AD92}" destId="{701F3621-29A6-4410-96C2-54CAB3AE0219}" srcOrd="0" destOrd="0" presId="urn:microsoft.com/office/officeart/2005/8/layout/chevron2"/>
    <dgm:cxn modelId="{2C5D9DBE-AC95-427E-B50E-358D33B6D11B}" srcId="{070DC0C6-D416-43EA-B8ED-D5B2113A809A}" destId="{33F81538-CEAA-4917-85DF-92EBA4ADB062}" srcOrd="1" destOrd="0" parTransId="{11BA43D9-BDE4-46BE-BE66-EC1CCF6D5919}" sibTransId="{EA6C08CC-2B78-4430-82BD-D9D93ABBF257}"/>
    <dgm:cxn modelId="{251EE6BF-2257-4DC5-A0A0-8188AD7D028C}" type="presOf" srcId="{9F56FBF2-6E83-474B-81B6-A46BFDC59362}" destId="{F05BAB32-5FD8-4ACC-BE23-7F934C91C8C4}" srcOrd="0" destOrd="0" presId="urn:microsoft.com/office/officeart/2005/8/layout/chevron2"/>
    <dgm:cxn modelId="{B2923BCC-0EF1-48A7-A847-F359614890A8}" srcId="{070DC0C6-D416-43EA-B8ED-D5B2113A809A}" destId="{3A783CF5-1F70-4856-AB08-9907FB03AD2A}" srcOrd="2" destOrd="0" parTransId="{2AC30BDB-49CC-4CAC-8AC9-627D4C982E18}" sibTransId="{31563C07-98C3-4480-A989-398E41B9041D}"/>
    <dgm:cxn modelId="{9FE815DA-51F9-43A8-B34E-7CE3A2ADBCAA}" type="presOf" srcId="{CF909AE4-8284-4C1C-8824-17FCA46BD185}" destId="{75546590-EC9E-4994-9B6F-C3ABA43161DD}" srcOrd="0" destOrd="0" presId="urn:microsoft.com/office/officeart/2005/8/layout/chevron2"/>
    <dgm:cxn modelId="{F62B2CDE-F505-4976-9477-516D6F2DD772}" type="presOf" srcId="{F6A27E43-6AB7-4EA0-A90D-24F0297FCC94}" destId="{7DEBE452-D49F-441E-8FEA-2D5E88746963}" srcOrd="0" destOrd="0" presId="urn:microsoft.com/office/officeart/2005/8/layout/chevron2"/>
    <dgm:cxn modelId="{3EED0DF7-2E33-4283-89D4-E8A713C51B88}" type="presOf" srcId="{9C114801-CAC3-4A5F-8A12-C2D6E000B664}" destId="{7A793AFA-7D75-4F64-A1E8-E4B9D55C3D05}" srcOrd="0" destOrd="0" presId="urn:microsoft.com/office/officeart/2005/8/layout/chevron2"/>
    <dgm:cxn modelId="{7E9E53B7-F94F-40A5-8D29-56B860335E97}" type="presParOf" srcId="{904B4AD5-6809-46CB-9F8F-774E19858825}" destId="{105C6D18-0CBC-48F8-95FA-E29ED25233F2}" srcOrd="0" destOrd="0" presId="urn:microsoft.com/office/officeart/2005/8/layout/chevron2"/>
    <dgm:cxn modelId="{1E543D60-4C27-4BD7-9F01-945E9AE31B6D}" type="presParOf" srcId="{105C6D18-0CBC-48F8-95FA-E29ED25233F2}" destId="{7A793AFA-7D75-4F64-A1E8-E4B9D55C3D05}" srcOrd="0" destOrd="0" presId="urn:microsoft.com/office/officeart/2005/8/layout/chevron2"/>
    <dgm:cxn modelId="{23BCBB27-22BD-4C3A-B1F3-11A6FE0F691C}" type="presParOf" srcId="{105C6D18-0CBC-48F8-95FA-E29ED25233F2}" destId="{D348354D-45C4-4F36-B8B5-4CF15FA70D33}" srcOrd="1" destOrd="0" presId="urn:microsoft.com/office/officeart/2005/8/layout/chevron2"/>
    <dgm:cxn modelId="{CDF89A73-2B10-49FD-AC1D-2F245B7377DA}" type="presParOf" srcId="{904B4AD5-6809-46CB-9F8F-774E19858825}" destId="{9E9B018A-760D-4B60-9DA5-3918585C2896}" srcOrd="1" destOrd="0" presId="urn:microsoft.com/office/officeart/2005/8/layout/chevron2"/>
    <dgm:cxn modelId="{71DA8EE5-D9A1-4E00-B992-6643AA9B728F}" type="presParOf" srcId="{904B4AD5-6809-46CB-9F8F-774E19858825}" destId="{6C6FD981-4DD2-406B-9376-444DB19D8C3C}" srcOrd="2" destOrd="0" presId="urn:microsoft.com/office/officeart/2005/8/layout/chevron2"/>
    <dgm:cxn modelId="{8D60B02D-021B-4B5C-B594-24FE939A6114}" type="presParOf" srcId="{6C6FD981-4DD2-406B-9376-444DB19D8C3C}" destId="{D8E23947-776E-480E-9D1E-3C443D745CF1}" srcOrd="0" destOrd="0" presId="urn:microsoft.com/office/officeart/2005/8/layout/chevron2"/>
    <dgm:cxn modelId="{6517EF1A-22E5-45C0-B256-C953FBB2A6BB}" type="presParOf" srcId="{6C6FD981-4DD2-406B-9376-444DB19D8C3C}" destId="{75546590-EC9E-4994-9B6F-C3ABA43161DD}" srcOrd="1" destOrd="0" presId="urn:microsoft.com/office/officeart/2005/8/layout/chevron2"/>
    <dgm:cxn modelId="{EBCA1960-C34B-4B5A-AE5B-0D3BE25F6AC7}" type="presParOf" srcId="{904B4AD5-6809-46CB-9F8F-774E19858825}" destId="{5F7AD55F-5C90-41B0-BAAC-55F61292122E}" srcOrd="3" destOrd="0" presId="urn:microsoft.com/office/officeart/2005/8/layout/chevron2"/>
    <dgm:cxn modelId="{4D9FF228-BA82-48F9-BA9A-66C07802DE64}" type="presParOf" srcId="{904B4AD5-6809-46CB-9F8F-774E19858825}" destId="{67AAD7B8-730F-4CEB-B1F6-C3F598CCF4DF}" srcOrd="4" destOrd="0" presId="urn:microsoft.com/office/officeart/2005/8/layout/chevron2"/>
    <dgm:cxn modelId="{DAEE812C-C662-4870-AE92-5CDCCA212A93}" type="presParOf" srcId="{67AAD7B8-730F-4CEB-B1F6-C3F598CCF4DF}" destId="{04978F30-AA93-463C-9BB0-41CEB5D987C6}" srcOrd="0" destOrd="0" presId="urn:microsoft.com/office/officeart/2005/8/layout/chevron2"/>
    <dgm:cxn modelId="{A813A5CF-30E0-412A-8744-B8AEED19C720}" type="presParOf" srcId="{67AAD7B8-730F-4CEB-B1F6-C3F598CCF4DF}" destId="{382B9D09-32A1-4879-842C-4EBFF456F70D}" srcOrd="1" destOrd="0" presId="urn:microsoft.com/office/officeart/2005/8/layout/chevron2"/>
    <dgm:cxn modelId="{A984524C-C8F8-4F34-8870-383E72D95212}" type="presParOf" srcId="{904B4AD5-6809-46CB-9F8F-774E19858825}" destId="{B491921F-B739-4F56-AEA1-159B00DADEC0}" srcOrd="5" destOrd="0" presId="urn:microsoft.com/office/officeart/2005/8/layout/chevron2"/>
    <dgm:cxn modelId="{3C0C57E1-8510-4F8D-81C0-5A5CA43D06DB}" type="presParOf" srcId="{904B4AD5-6809-46CB-9F8F-774E19858825}" destId="{6DE413DE-6322-4DFB-82B3-2700281DFCB5}" srcOrd="6" destOrd="0" presId="urn:microsoft.com/office/officeart/2005/8/layout/chevron2"/>
    <dgm:cxn modelId="{DE75811C-1FBF-456E-BA9C-289C6CFE3927}" type="presParOf" srcId="{6DE413DE-6322-4DFB-82B3-2700281DFCB5}" destId="{F05BAB32-5FD8-4ACC-BE23-7F934C91C8C4}" srcOrd="0" destOrd="0" presId="urn:microsoft.com/office/officeart/2005/8/layout/chevron2"/>
    <dgm:cxn modelId="{CCE79F55-4DD3-45C5-A2D4-6F543BC5DC55}" type="presParOf" srcId="{6DE413DE-6322-4DFB-82B3-2700281DFCB5}" destId="{7DEBE452-D49F-441E-8FEA-2D5E88746963}" srcOrd="1" destOrd="0" presId="urn:microsoft.com/office/officeart/2005/8/layout/chevron2"/>
    <dgm:cxn modelId="{496ED4DB-C9E3-4742-B542-EFBA0999A775}" type="presParOf" srcId="{904B4AD5-6809-46CB-9F8F-774E19858825}" destId="{0CC99DCC-D71D-4186-BC0A-EE84D3FAB3F8}" srcOrd="7" destOrd="0" presId="urn:microsoft.com/office/officeart/2005/8/layout/chevron2"/>
    <dgm:cxn modelId="{45850D9E-3048-4FFC-8703-100CFBA19549}" type="presParOf" srcId="{904B4AD5-6809-46CB-9F8F-774E19858825}" destId="{BF424E7D-719F-4987-8BAC-8816C6DC0A2F}" srcOrd="8" destOrd="0" presId="urn:microsoft.com/office/officeart/2005/8/layout/chevron2"/>
    <dgm:cxn modelId="{C49B7BE1-7900-4988-829E-C91ED1D6250E}" type="presParOf" srcId="{BF424E7D-719F-4987-8BAC-8816C6DC0A2F}" destId="{C982BE34-8977-4488-8593-1CB60421ECD6}" srcOrd="0" destOrd="0" presId="urn:microsoft.com/office/officeart/2005/8/layout/chevron2"/>
    <dgm:cxn modelId="{9D3155B0-B419-4B0C-84D5-1BA1BD3D79B9}" type="presParOf" srcId="{BF424E7D-719F-4987-8BAC-8816C6DC0A2F}" destId="{701F3621-29A6-4410-96C2-54CAB3AE0219}" srcOrd="1" destOrd="0" presId="urn:microsoft.com/office/officeart/2005/8/layout/chevron2"/>
    <dgm:cxn modelId="{67A53450-A173-4CC4-A423-4C56924D606D}" type="presParOf" srcId="{904B4AD5-6809-46CB-9F8F-774E19858825}" destId="{5739934F-355B-47EA-89D2-42D1C8F8FAD3}" srcOrd="9" destOrd="0" presId="urn:microsoft.com/office/officeart/2005/8/layout/chevron2"/>
    <dgm:cxn modelId="{A91CC1C6-6445-4C2B-9300-2786B2E874C1}" type="presParOf" srcId="{904B4AD5-6809-46CB-9F8F-774E19858825}" destId="{03F0B0AE-F3A2-4EAF-BCBD-169F52E7BD98}" srcOrd="10" destOrd="0" presId="urn:microsoft.com/office/officeart/2005/8/layout/chevron2"/>
    <dgm:cxn modelId="{C27EB1BE-8F50-42F9-BBAF-96E96BB65D64}" type="presParOf" srcId="{03F0B0AE-F3A2-4EAF-BCBD-169F52E7BD98}" destId="{11AA0E6F-3938-44DA-97C1-59F74FFB8ECA}" srcOrd="0" destOrd="0" presId="urn:microsoft.com/office/officeart/2005/8/layout/chevron2"/>
    <dgm:cxn modelId="{1B7D069C-6079-4006-AD0E-9F1181D76DC8}" type="presParOf" srcId="{03F0B0AE-F3A2-4EAF-BCBD-169F52E7BD98}" destId="{49A57842-C0EF-449B-BB4B-83B05077417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93AFA-7D75-4F64-A1E8-E4B9D55C3D05}">
      <dsp:nvSpPr>
        <dsp:cNvPr id="0" name=""/>
        <dsp:cNvSpPr/>
      </dsp:nvSpPr>
      <dsp:spPr>
        <a:xfrm rot="5400000">
          <a:off x="-133306" y="133361"/>
          <a:ext cx="888712" cy="62209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mbria" panose="02040503050406030204" pitchFamily="18" charset="0"/>
              <a:ea typeface="Cambria" panose="02040503050406030204" pitchFamily="18" charset="0"/>
            </a:rPr>
            <a:t>1.</a:t>
          </a:r>
        </a:p>
      </dsp:txBody>
      <dsp:txXfrm rot="-5400000">
        <a:off x="1" y="311103"/>
        <a:ext cx="622098" cy="266614"/>
      </dsp:txXfrm>
    </dsp:sp>
    <dsp:sp modelId="{D348354D-45C4-4F36-B8B5-4CF15FA70D33}">
      <dsp:nvSpPr>
        <dsp:cNvPr id="0" name=""/>
        <dsp:cNvSpPr/>
      </dsp:nvSpPr>
      <dsp:spPr>
        <a:xfrm rot="5400000">
          <a:off x="5280017" y="-4657864"/>
          <a:ext cx="577663" cy="989350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fr-FR" sz="3500" kern="1200" dirty="0">
              <a:latin typeface="Cambria" panose="02040503050406030204" pitchFamily="18" charset="0"/>
              <a:ea typeface="Cambria" panose="02040503050406030204" pitchFamily="18" charset="0"/>
            </a:rPr>
            <a:t>Introduction</a:t>
          </a:r>
        </a:p>
      </dsp:txBody>
      <dsp:txXfrm rot="-5400000">
        <a:off x="622099" y="28253"/>
        <a:ext cx="9865302" cy="521265"/>
      </dsp:txXfrm>
    </dsp:sp>
    <dsp:sp modelId="{D8E23947-776E-480E-9D1E-3C443D745CF1}">
      <dsp:nvSpPr>
        <dsp:cNvPr id="0" name=""/>
        <dsp:cNvSpPr/>
      </dsp:nvSpPr>
      <dsp:spPr>
        <a:xfrm rot="5400000">
          <a:off x="-133306" y="923726"/>
          <a:ext cx="888712" cy="62209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mbria" panose="02040503050406030204" pitchFamily="18" charset="0"/>
              <a:ea typeface="Cambria" panose="02040503050406030204" pitchFamily="18" charset="0"/>
            </a:rPr>
            <a:t>2.</a:t>
          </a:r>
        </a:p>
      </dsp:txBody>
      <dsp:txXfrm rot="-5400000">
        <a:off x="1" y="1101468"/>
        <a:ext cx="622098" cy="266614"/>
      </dsp:txXfrm>
    </dsp:sp>
    <dsp:sp modelId="{75546590-EC9E-4994-9B6F-C3ABA43161DD}">
      <dsp:nvSpPr>
        <dsp:cNvPr id="0" name=""/>
        <dsp:cNvSpPr/>
      </dsp:nvSpPr>
      <dsp:spPr>
        <a:xfrm rot="5400000">
          <a:off x="5280017" y="-3867499"/>
          <a:ext cx="577663" cy="989350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fr-FR" sz="3500" kern="1200" dirty="0">
              <a:latin typeface="Cambria" panose="02040503050406030204" pitchFamily="18" charset="0"/>
              <a:ea typeface="Cambria" panose="02040503050406030204" pitchFamily="18" charset="0"/>
            </a:rPr>
            <a:t>Principales caractéristiques du cloud</a:t>
          </a:r>
        </a:p>
      </dsp:txBody>
      <dsp:txXfrm rot="-5400000">
        <a:off x="622099" y="818618"/>
        <a:ext cx="9865302" cy="521265"/>
      </dsp:txXfrm>
    </dsp:sp>
    <dsp:sp modelId="{04978F30-AA93-463C-9BB0-41CEB5D987C6}">
      <dsp:nvSpPr>
        <dsp:cNvPr id="0" name=""/>
        <dsp:cNvSpPr/>
      </dsp:nvSpPr>
      <dsp:spPr>
        <a:xfrm rot="5400000">
          <a:off x="-133306" y="1714091"/>
          <a:ext cx="888712" cy="62209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mbria" panose="02040503050406030204" pitchFamily="18" charset="0"/>
              <a:ea typeface="Cambria" panose="02040503050406030204" pitchFamily="18" charset="0"/>
            </a:rPr>
            <a:t>3.</a:t>
          </a:r>
        </a:p>
      </dsp:txBody>
      <dsp:txXfrm rot="-5400000">
        <a:off x="1" y="1891833"/>
        <a:ext cx="622098" cy="266614"/>
      </dsp:txXfrm>
    </dsp:sp>
    <dsp:sp modelId="{382B9D09-32A1-4879-842C-4EBFF456F70D}">
      <dsp:nvSpPr>
        <dsp:cNvPr id="0" name=""/>
        <dsp:cNvSpPr/>
      </dsp:nvSpPr>
      <dsp:spPr>
        <a:xfrm rot="5400000">
          <a:off x="5280017" y="-3077134"/>
          <a:ext cx="577663" cy="989350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fr-FR" sz="3500" kern="1200" dirty="0">
              <a:latin typeface="Cambria" panose="02040503050406030204" pitchFamily="18" charset="0"/>
              <a:ea typeface="Cambria" panose="02040503050406030204" pitchFamily="18" charset="0"/>
            </a:rPr>
            <a:t>Différents types de cloud</a:t>
          </a:r>
        </a:p>
      </dsp:txBody>
      <dsp:txXfrm rot="-5400000">
        <a:off x="622099" y="1608983"/>
        <a:ext cx="9865302" cy="521265"/>
      </dsp:txXfrm>
    </dsp:sp>
    <dsp:sp modelId="{F05BAB32-5FD8-4ACC-BE23-7F934C91C8C4}">
      <dsp:nvSpPr>
        <dsp:cNvPr id="0" name=""/>
        <dsp:cNvSpPr/>
      </dsp:nvSpPr>
      <dsp:spPr>
        <a:xfrm rot="5400000">
          <a:off x="-133306" y="2504456"/>
          <a:ext cx="888712" cy="62209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mbria" panose="02040503050406030204" pitchFamily="18" charset="0"/>
              <a:ea typeface="Cambria" panose="02040503050406030204" pitchFamily="18" charset="0"/>
            </a:rPr>
            <a:t>4.</a:t>
          </a:r>
        </a:p>
      </dsp:txBody>
      <dsp:txXfrm rot="-5400000">
        <a:off x="1" y="2682198"/>
        <a:ext cx="622098" cy="266614"/>
      </dsp:txXfrm>
    </dsp:sp>
    <dsp:sp modelId="{7DEBE452-D49F-441E-8FEA-2D5E88746963}">
      <dsp:nvSpPr>
        <dsp:cNvPr id="0" name=""/>
        <dsp:cNvSpPr/>
      </dsp:nvSpPr>
      <dsp:spPr>
        <a:xfrm rot="5400000">
          <a:off x="5280017" y="-2286769"/>
          <a:ext cx="577663" cy="989350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fr-FR" sz="3500" kern="1200" dirty="0">
              <a:latin typeface="Cambria" panose="02040503050406030204" pitchFamily="18" charset="0"/>
              <a:ea typeface="Cambria" panose="02040503050406030204" pitchFamily="18" charset="0"/>
            </a:rPr>
            <a:t>Différents modèles de service Cloud</a:t>
          </a:r>
        </a:p>
      </dsp:txBody>
      <dsp:txXfrm rot="-5400000">
        <a:off x="622099" y="2399348"/>
        <a:ext cx="9865302" cy="521265"/>
      </dsp:txXfrm>
    </dsp:sp>
    <dsp:sp modelId="{C982BE34-8977-4488-8593-1CB60421ECD6}">
      <dsp:nvSpPr>
        <dsp:cNvPr id="0" name=""/>
        <dsp:cNvSpPr/>
      </dsp:nvSpPr>
      <dsp:spPr>
        <a:xfrm rot="5400000">
          <a:off x="-133306" y="3294820"/>
          <a:ext cx="888712" cy="62209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mbria" panose="02040503050406030204" pitchFamily="18" charset="0"/>
              <a:ea typeface="Cambria" panose="02040503050406030204" pitchFamily="18" charset="0"/>
            </a:rPr>
            <a:t>5.</a:t>
          </a:r>
        </a:p>
      </dsp:txBody>
      <dsp:txXfrm rot="-5400000">
        <a:off x="1" y="3472562"/>
        <a:ext cx="622098" cy="266614"/>
      </dsp:txXfrm>
    </dsp:sp>
    <dsp:sp modelId="{701F3621-29A6-4410-96C2-54CAB3AE0219}">
      <dsp:nvSpPr>
        <dsp:cNvPr id="0" name=""/>
        <dsp:cNvSpPr/>
      </dsp:nvSpPr>
      <dsp:spPr>
        <a:xfrm rot="5400000">
          <a:off x="5280017" y="-1496405"/>
          <a:ext cx="577663" cy="989350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fr-FR" sz="3500" kern="1200" dirty="0">
              <a:latin typeface="Cambria" panose="02040503050406030204" pitchFamily="18" charset="0"/>
              <a:ea typeface="Cambria" panose="02040503050406030204" pitchFamily="18" charset="0"/>
            </a:rPr>
            <a:t>Grands principes du Edge &amp; Fog </a:t>
          </a:r>
          <a:r>
            <a:rPr lang="fr-FR" sz="3500" kern="1200" dirty="0" err="1">
              <a:latin typeface="Cambria" panose="02040503050406030204" pitchFamily="18" charset="0"/>
              <a:ea typeface="Cambria" panose="02040503050406030204" pitchFamily="18" charset="0"/>
            </a:rPr>
            <a:t>computing</a:t>
          </a:r>
          <a:endParaRPr lang="fr-FR" sz="3500" kern="1200" dirty="0">
            <a:latin typeface="Cambria" panose="02040503050406030204" pitchFamily="18" charset="0"/>
            <a:ea typeface="Cambria" panose="02040503050406030204" pitchFamily="18" charset="0"/>
          </a:endParaRPr>
        </a:p>
      </dsp:txBody>
      <dsp:txXfrm rot="-5400000">
        <a:off x="622099" y="3189712"/>
        <a:ext cx="9865302" cy="521265"/>
      </dsp:txXfrm>
    </dsp:sp>
    <dsp:sp modelId="{11AA0E6F-3938-44DA-97C1-59F74FFB8ECA}">
      <dsp:nvSpPr>
        <dsp:cNvPr id="0" name=""/>
        <dsp:cNvSpPr/>
      </dsp:nvSpPr>
      <dsp:spPr>
        <a:xfrm rot="5400000">
          <a:off x="-133306" y="4085185"/>
          <a:ext cx="888712" cy="62209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Cambria" panose="02040503050406030204" pitchFamily="18" charset="0"/>
              <a:ea typeface="Cambria" panose="02040503050406030204" pitchFamily="18" charset="0"/>
            </a:rPr>
            <a:t>6. </a:t>
          </a:r>
        </a:p>
      </dsp:txBody>
      <dsp:txXfrm rot="-5400000">
        <a:off x="1" y="4262927"/>
        <a:ext cx="622098" cy="266614"/>
      </dsp:txXfrm>
    </dsp:sp>
    <dsp:sp modelId="{49A57842-C0EF-449B-BB4B-83B05077417B}">
      <dsp:nvSpPr>
        <dsp:cNvPr id="0" name=""/>
        <dsp:cNvSpPr/>
      </dsp:nvSpPr>
      <dsp:spPr>
        <a:xfrm rot="5400000">
          <a:off x="5280017" y="-706040"/>
          <a:ext cx="577663" cy="989350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8920" tIns="22225" rIns="22225" bIns="22225" numCol="1" spcCol="1270" anchor="ctr" anchorCtr="0">
          <a:noAutofit/>
        </a:bodyPr>
        <a:lstStyle/>
        <a:p>
          <a:pPr marL="285750" lvl="1" indent="-285750" algn="l" defTabSz="1555750">
            <a:lnSpc>
              <a:spcPct val="90000"/>
            </a:lnSpc>
            <a:spcBef>
              <a:spcPct val="0"/>
            </a:spcBef>
            <a:spcAft>
              <a:spcPct val="15000"/>
            </a:spcAft>
            <a:buChar char="•"/>
          </a:pPr>
          <a:r>
            <a:rPr lang="fr-FR" sz="3500" kern="1200" dirty="0">
              <a:latin typeface="Cambria" panose="02040503050406030204" pitchFamily="18" charset="0"/>
              <a:ea typeface="Cambria" panose="02040503050406030204" pitchFamily="18" charset="0"/>
            </a:rPr>
            <a:t>Applications</a:t>
          </a:r>
        </a:p>
      </dsp:txBody>
      <dsp:txXfrm rot="-5400000">
        <a:off x="622099" y="3980077"/>
        <a:ext cx="9865302" cy="5212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93AFA-7D75-4F64-A1E8-E4B9D55C3D05}">
      <dsp:nvSpPr>
        <dsp:cNvPr id="0" name=""/>
        <dsp:cNvSpPr/>
      </dsp:nvSpPr>
      <dsp:spPr>
        <a:xfrm rot="5400000">
          <a:off x="-165935" y="169947"/>
          <a:ext cx="1106237" cy="774365"/>
        </a:xfrm>
        <a:prstGeom prst="chevron">
          <a:avLst/>
        </a:prstGeom>
        <a:solidFill>
          <a:schemeClr val="accent2"/>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1.</a:t>
          </a:r>
        </a:p>
      </dsp:txBody>
      <dsp:txXfrm rot="-5400000">
        <a:off x="2" y="391194"/>
        <a:ext cx="774365" cy="331872"/>
      </dsp:txXfrm>
    </dsp:sp>
    <dsp:sp modelId="{D348354D-45C4-4F36-B8B5-4CF15FA70D33}">
      <dsp:nvSpPr>
        <dsp:cNvPr id="0" name=""/>
        <dsp:cNvSpPr/>
      </dsp:nvSpPr>
      <dsp:spPr>
        <a:xfrm rot="5400000">
          <a:off x="5285455" y="-4507077"/>
          <a:ext cx="719054" cy="9741234"/>
        </a:xfrm>
        <a:prstGeom prst="round2SameRect">
          <a:avLst/>
        </a:prstGeom>
        <a:solidFill>
          <a:schemeClr val="accent2">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7368" tIns="24765" rIns="24765" bIns="24765" numCol="1" spcCol="1270" anchor="ctr" anchorCtr="0">
          <a:noAutofit/>
        </a:bodyPr>
        <a:lstStyle/>
        <a:p>
          <a:pPr marL="285750" lvl="1" indent="-285750" algn="l" defTabSz="1733550">
            <a:lnSpc>
              <a:spcPct val="90000"/>
            </a:lnSpc>
            <a:spcBef>
              <a:spcPct val="0"/>
            </a:spcBef>
            <a:spcAft>
              <a:spcPct val="15000"/>
            </a:spcAft>
            <a:buChar char="•"/>
          </a:pPr>
          <a:r>
            <a:rPr lang="fr-FR" sz="3900" kern="1200" dirty="0">
              <a:solidFill>
                <a:schemeClr val="bg1"/>
              </a:solidFill>
              <a:latin typeface="Cambria" panose="02040503050406030204" pitchFamily="18" charset="0"/>
              <a:ea typeface="Cambria" panose="02040503050406030204" pitchFamily="18" charset="0"/>
            </a:rPr>
            <a:t>Introduction</a:t>
          </a:r>
        </a:p>
      </dsp:txBody>
      <dsp:txXfrm rot="-5400000">
        <a:off x="774366" y="39113"/>
        <a:ext cx="9706133" cy="648852"/>
      </dsp:txXfrm>
    </dsp:sp>
    <dsp:sp modelId="{D8E23947-776E-480E-9D1E-3C443D745CF1}">
      <dsp:nvSpPr>
        <dsp:cNvPr id="0" name=""/>
        <dsp:cNvSpPr/>
      </dsp:nvSpPr>
      <dsp:spPr>
        <a:xfrm rot="5400000">
          <a:off x="-165935" y="1180060"/>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2.</a:t>
          </a:r>
        </a:p>
      </dsp:txBody>
      <dsp:txXfrm rot="-5400000">
        <a:off x="2" y="1401307"/>
        <a:ext cx="774365" cy="331872"/>
      </dsp:txXfrm>
    </dsp:sp>
    <dsp:sp modelId="{75546590-EC9E-4994-9B6F-C3ABA43161DD}">
      <dsp:nvSpPr>
        <dsp:cNvPr id="0" name=""/>
        <dsp:cNvSpPr/>
      </dsp:nvSpPr>
      <dsp:spPr>
        <a:xfrm rot="5400000">
          <a:off x="5285455" y="-3496964"/>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7368" tIns="24765" rIns="24765" bIns="24765" numCol="1" spcCol="1270" anchor="ctr" anchorCtr="0">
          <a:noAutofit/>
        </a:bodyPr>
        <a:lstStyle/>
        <a:p>
          <a:pPr marL="285750" lvl="1" indent="-285750" algn="l" defTabSz="1733550">
            <a:lnSpc>
              <a:spcPct val="90000"/>
            </a:lnSpc>
            <a:spcBef>
              <a:spcPct val="0"/>
            </a:spcBef>
            <a:spcAft>
              <a:spcPct val="15000"/>
            </a:spcAft>
            <a:buChar char="•"/>
          </a:pPr>
          <a:r>
            <a:rPr lang="fr-FR" sz="3900" kern="1200" dirty="0">
              <a:latin typeface="Cambria" panose="02040503050406030204" pitchFamily="18" charset="0"/>
              <a:ea typeface="Cambria" panose="02040503050406030204" pitchFamily="18" charset="0"/>
            </a:rPr>
            <a:t>Principales caractéristiques du cloud</a:t>
          </a:r>
        </a:p>
      </dsp:txBody>
      <dsp:txXfrm rot="-5400000">
        <a:off x="774366" y="1049226"/>
        <a:ext cx="9706133" cy="648852"/>
      </dsp:txXfrm>
    </dsp:sp>
    <dsp:sp modelId="{04978F30-AA93-463C-9BB0-41CEB5D987C6}">
      <dsp:nvSpPr>
        <dsp:cNvPr id="0" name=""/>
        <dsp:cNvSpPr/>
      </dsp:nvSpPr>
      <dsp:spPr>
        <a:xfrm rot="5400000">
          <a:off x="-165935" y="2190173"/>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3.</a:t>
          </a:r>
        </a:p>
      </dsp:txBody>
      <dsp:txXfrm rot="-5400000">
        <a:off x="2" y="2411420"/>
        <a:ext cx="774365" cy="331872"/>
      </dsp:txXfrm>
    </dsp:sp>
    <dsp:sp modelId="{382B9D09-32A1-4879-842C-4EBFF456F70D}">
      <dsp:nvSpPr>
        <dsp:cNvPr id="0" name=""/>
        <dsp:cNvSpPr/>
      </dsp:nvSpPr>
      <dsp:spPr>
        <a:xfrm rot="5400000">
          <a:off x="5285455" y="-2486851"/>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7368" tIns="24765" rIns="24765" bIns="24765" numCol="1" spcCol="1270" anchor="ctr" anchorCtr="0">
          <a:noAutofit/>
        </a:bodyPr>
        <a:lstStyle/>
        <a:p>
          <a:pPr marL="285750" lvl="1" indent="-285750" algn="l" defTabSz="1733550">
            <a:lnSpc>
              <a:spcPct val="90000"/>
            </a:lnSpc>
            <a:spcBef>
              <a:spcPct val="0"/>
            </a:spcBef>
            <a:spcAft>
              <a:spcPct val="15000"/>
            </a:spcAft>
            <a:buChar char="•"/>
          </a:pPr>
          <a:r>
            <a:rPr lang="fr-FR" sz="3900" kern="1200" dirty="0">
              <a:latin typeface="Cambria" panose="02040503050406030204" pitchFamily="18" charset="0"/>
              <a:ea typeface="Cambria" panose="02040503050406030204" pitchFamily="18" charset="0"/>
            </a:rPr>
            <a:t>Différents types de cloud</a:t>
          </a:r>
        </a:p>
      </dsp:txBody>
      <dsp:txXfrm rot="-5400000">
        <a:off x="774366" y="2059339"/>
        <a:ext cx="9706133" cy="648852"/>
      </dsp:txXfrm>
    </dsp:sp>
    <dsp:sp modelId="{F05BAB32-5FD8-4ACC-BE23-7F934C91C8C4}">
      <dsp:nvSpPr>
        <dsp:cNvPr id="0" name=""/>
        <dsp:cNvSpPr/>
      </dsp:nvSpPr>
      <dsp:spPr>
        <a:xfrm rot="5400000">
          <a:off x="-165935" y="3200286"/>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4.</a:t>
          </a:r>
        </a:p>
      </dsp:txBody>
      <dsp:txXfrm rot="-5400000">
        <a:off x="2" y="3421533"/>
        <a:ext cx="774365" cy="331872"/>
      </dsp:txXfrm>
    </dsp:sp>
    <dsp:sp modelId="{7DEBE452-D49F-441E-8FEA-2D5E88746963}">
      <dsp:nvSpPr>
        <dsp:cNvPr id="0" name=""/>
        <dsp:cNvSpPr/>
      </dsp:nvSpPr>
      <dsp:spPr>
        <a:xfrm rot="5400000">
          <a:off x="5285455" y="-1476739"/>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7368" tIns="24765" rIns="24765" bIns="24765" numCol="1" spcCol="1270" anchor="ctr" anchorCtr="0">
          <a:noAutofit/>
        </a:bodyPr>
        <a:lstStyle/>
        <a:p>
          <a:pPr marL="285750" lvl="1" indent="-285750" algn="l" defTabSz="1733550">
            <a:lnSpc>
              <a:spcPct val="90000"/>
            </a:lnSpc>
            <a:spcBef>
              <a:spcPct val="0"/>
            </a:spcBef>
            <a:spcAft>
              <a:spcPct val="15000"/>
            </a:spcAft>
            <a:buChar char="•"/>
          </a:pPr>
          <a:r>
            <a:rPr lang="fr-FR" sz="3900" kern="1200" dirty="0">
              <a:latin typeface="Cambria" panose="02040503050406030204" pitchFamily="18" charset="0"/>
              <a:ea typeface="Cambria" panose="02040503050406030204" pitchFamily="18" charset="0"/>
            </a:rPr>
            <a:t>Différents modèles de service Cloud</a:t>
          </a:r>
        </a:p>
      </dsp:txBody>
      <dsp:txXfrm rot="-5400000">
        <a:off x="774366" y="3069451"/>
        <a:ext cx="9706133" cy="648852"/>
      </dsp:txXfrm>
    </dsp:sp>
    <dsp:sp modelId="{C982BE34-8977-4488-8593-1CB60421ECD6}">
      <dsp:nvSpPr>
        <dsp:cNvPr id="0" name=""/>
        <dsp:cNvSpPr/>
      </dsp:nvSpPr>
      <dsp:spPr>
        <a:xfrm rot="5400000">
          <a:off x="-165935" y="4210399"/>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5.</a:t>
          </a:r>
        </a:p>
      </dsp:txBody>
      <dsp:txXfrm rot="-5400000">
        <a:off x="2" y="4431646"/>
        <a:ext cx="774365" cy="331872"/>
      </dsp:txXfrm>
    </dsp:sp>
    <dsp:sp modelId="{701F3621-29A6-4410-96C2-54CAB3AE0219}">
      <dsp:nvSpPr>
        <dsp:cNvPr id="0" name=""/>
        <dsp:cNvSpPr/>
      </dsp:nvSpPr>
      <dsp:spPr>
        <a:xfrm rot="5400000">
          <a:off x="5285455" y="-46662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7368" tIns="24765" rIns="24765" bIns="24765" numCol="1" spcCol="1270" anchor="ctr" anchorCtr="0">
          <a:noAutofit/>
        </a:bodyPr>
        <a:lstStyle/>
        <a:p>
          <a:pPr marL="285750" lvl="1" indent="-285750" algn="l" defTabSz="1733550">
            <a:lnSpc>
              <a:spcPct val="90000"/>
            </a:lnSpc>
            <a:spcBef>
              <a:spcPct val="0"/>
            </a:spcBef>
            <a:spcAft>
              <a:spcPct val="15000"/>
            </a:spcAft>
            <a:buChar char="•"/>
          </a:pPr>
          <a:r>
            <a:rPr lang="fr-FR" sz="3900" kern="1200" dirty="0">
              <a:latin typeface="Cambria" panose="02040503050406030204" pitchFamily="18" charset="0"/>
              <a:ea typeface="Cambria" panose="02040503050406030204" pitchFamily="18" charset="0"/>
            </a:rPr>
            <a:t>Grands principes du Edge &amp; Fog </a:t>
          </a:r>
          <a:r>
            <a:rPr lang="fr-FR" sz="3900" kern="1200" dirty="0" err="1">
              <a:latin typeface="Cambria" panose="02040503050406030204" pitchFamily="18" charset="0"/>
              <a:ea typeface="Cambria" panose="02040503050406030204" pitchFamily="18" charset="0"/>
            </a:rPr>
            <a:t>computing</a:t>
          </a:r>
          <a:endParaRPr lang="fr-FR" sz="3900" kern="1200" dirty="0">
            <a:latin typeface="Cambria" panose="02040503050406030204" pitchFamily="18" charset="0"/>
            <a:ea typeface="Cambria" panose="02040503050406030204" pitchFamily="18" charset="0"/>
          </a:endParaRPr>
        </a:p>
      </dsp:txBody>
      <dsp:txXfrm rot="-5400000">
        <a:off x="774366" y="4079564"/>
        <a:ext cx="9706133" cy="648852"/>
      </dsp:txXfrm>
    </dsp:sp>
    <dsp:sp modelId="{11AA0E6F-3938-44DA-97C1-59F74FFB8ECA}">
      <dsp:nvSpPr>
        <dsp:cNvPr id="0" name=""/>
        <dsp:cNvSpPr/>
      </dsp:nvSpPr>
      <dsp:spPr>
        <a:xfrm rot="5400000">
          <a:off x="-165935" y="5220512"/>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6. </a:t>
          </a:r>
        </a:p>
      </dsp:txBody>
      <dsp:txXfrm rot="-5400000">
        <a:off x="2" y="5441759"/>
        <a:ext cx="774365" cy="331872"/>
      </dsp:txXfrm>
    </dsp:sp>
    <dsp:sp modelId="{49A57842-C0EF-449B-BB4B-83B05077417B}">
      <dsp:nvSpPr>
        <dsp:cNvPr id="0" name=""/>
        <dsp:cNvSpPr/>
      </dsp:nvSpPr>
      <dsp:spPr>
        <a:xfrm rot="5400000">
          <a:off x="5285455" y="54348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7368" tIns="24765" rIns="24765" bIns="24765" numCol="1" spcCol="1270" anchor="ctr" anchorCtr="0">
          <a:noAutofit/>
        </a:bodyPr>
        <a:lstStyle/>
        <a:p>
          <a:pPr marL="285750" lvl="1" indent="-285750" algn="l" defTabSz="1733550">
            <a:lnSpc>
              <a:spcPct val="90000"/>
            </a:lnSpc>
            <a:spcBef>
              <a:spcPct val="0"/>
            </a:spcBef>
            <a:spcAft>
              <a:spcPct val="15000"/>
            </a:spcAft>
            <a:buChar char="•"/>
          </a:pPr>
          <a:r>
            <a:rPr lang="fr-FR" sz="3900" kern="1200" dirty="0">
              <a:latin typeface="Cambria" panose="02040503050406030204" pitchFamily="18" charset="0"/>
              <a:ea typeface="Cambria" panose="02040503050406030204" pitchFamily="18" charset="0"/>
            </a:rPr>
            <a:t>Applications</a:t>
          </a:r>
        </a:p>
      </dsp:txBody>
      <dsp:txXfrm rot="-5400000">
        <a:off x="774366" y="5089677"/>
        <a:ext cx="9706133" cy="6488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93AFA-7D75-4F64-A1E8-E4B9D55C3D05}">
      <dsp:nvSpPr>
        <dsp:cNvPr id="0" name=""/>
        <dsp:cNvSpPr/>
      </dsp:nvSpPr>
      <dsp:spPr>
        <a:xfrm rot="5400000">
          <a:off x="-165935" y="165935"/>
          <a:ext cx="1106237" cy="774365"/>
        </a:xfrm>
        <a:prstGeom prst="chevron">
          <a:avLst/>
        </a:prstGeom>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1.</a:t>
          </a:r>
        </a:p>
      </dsp:txBody>
      <dsp:txXfrm rot="-5400000">
        <a:off x="2" y="387182"/>
        <a:ext cx="774365" cy="331872"/>
      </dsp:txXfrm>
    </dsp:sp>
    <dsp:sp modelId="{D348354D-45C4-4F36-B8B5-4CF15FA70D33}">
      <dsp:nvSpPr>
        <dsp:cNvPr id="0" name=""/>
        <dsp:cNvSpPr/>
      </dsp:nvSpPr>
      <dsp:spPr>
        <a:xfrm rot="5400000">
          <a:off x="5285455" y="-4507077"/>
          <a:ext cx="719054" cy="9741234"/>
        </a:xfrm>
        <a:prstGeom prst="round2SameRect">
          <a:avLst/>
        </a:prstGeom>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Introduction</a:t>
          </a:r>
        </a:p>
      </dsp:txBody>
      <dsp:txXfrm rot="-5400000">
        <a:off x="774366" y="39113"/>
        <a:ext cx="9706133" cy="648852"/>
      </dsp:txXfrm>
    </dsp:sp>
    <dsp:sp modelId="{D8E23947-776E-480E-9D1E-3C443D745CF1}">
      <dsp:nvSpPr>
        <dsp:cNvPr id="0" name=""/>
        <dsp:cNvSpPr/>
      </dsp:nvSpPr>
      <dsp:spPr>
        <a:xfrm rot="5400000">
          <a:off x="-165935" y="1180060"/>
          <a:ext cx="1106237" cy="774365"/>
        </a:xfrm>
        <a:prstGeom prst="chevron">
          <a:avLst/>
        </a:prstGeom>
        <a:solidFill>
          <a:srgbClr val="ED7D31"/>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2.</a:t>
          </a:r>
        </a:p>
      </dsp:txBody>
      <dsp:txXfrm rot="-5400000">
        <a:off x="2" y="1401307"/>
        <a:ext cx="774365" cy="331872"/>
      </dsp:txXfrm>
    </dsp:sp>
    <dsp:sp modelId="{75546590-EC9E-4994-9B6F-C3ABA43161DD}">
      <dsp:nvSpPr>
        <dsp:cNvPr id="0" name=""/>
        <dsp:cNvSpPr/>
      </dsp:nvSpPr>
      <dsp:spPr>
        <a:xfrm rot="5400000">
          <a:off x="5285455" y="-3496964"/>
          <a:ext cx="719054" cy="9741234"/>
        </a:xfrm>
        <a:prstGeom prst="round2SameRect">
          <a:avLst/>
        </a:prstGeom>
        <a:solidFill>
          <a:srgbClr val="ED7D31">
            <a:alpha val="9000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solidFill>
                <a:prstClr val="white"/>
              </a:solidFill>
              <a:latin typeface="Cambria" panose="02040503050406030204" pitchFamily="18" charset="0"/>
              <a:ea typeface="Cambria" panose="02040503050406030204" pitchFamily="18" charset="0"/>
              <a:cs typeface="+mn-cs"/>
            </a:rPr>
            <a:t>Principales caractéristiques du Cloud</a:t>
          </a:r>
        </a:p>
      </dsp:txBody>
      <dsp:txXfrm rot="-5400000">
        <a:off x="774366" y="1049226"/>
        <a:ext cx="9706133" cy="648852"/>
      </dsp:txXfrm>
    </dsp:sp>
    <dsp:sp modelId="{04978F30-AA93-463C-9BB0-41CEB5D987C6}">
      <dsp:nvSpPr>
        <dsp:cNvPr id="0" name=""/>
        <dsp:cNvSpPr/>
      </dsp:nvSpPr>
      <dsp:spPr>
        <a:xfrm rot="5400000">
          <a:off x="-165935" y="2190173"/>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3.</a:t>
          </a:r>
        </a:p>
      </dsp:txBody>
      <dsp:txXfrm rot="-5400000">
        <a:off x="2" y="2411420"/>
        <a:ext cx="774365" cy="331872"/>
      </dsp:txXfrm>
    </dsp:sp>
    <dsp:sp modelId="{382B9D09-32A1-4879-842C-4EBFF456F70D}">
      <dsp:nvSpPr>
        <dsp:cNvPr id="0" name=""/>
        <dsp:cNvSpPr/>
      </dsp:nvSpPr>
      <dsp:spPr>
        <a:xfrm rot="5400000">
          <a:off x="5285455" y="-2486851"/>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Différents types de cloud</a:t>
          </a:r>
        </a:p>
      </dsp:txBody>
      <dsp:txXfrm rot="-5400000">
        <a:off x="774366" y="2059339"/>
        <a:ext cx="9706133" cy="648852"/>
      </dsp:txXfrm>
    </dsp:sp>
    <dsp:sp modelId="{F05BAB32-5FD8-4ACC-BE23-7F934C91C8C4}">
      <dsp:nvSpPr>
        <dsp:cNvPr id="0" name=""/>
        <dsp:cNvSpPr/>
      </dsp:nvSpPr>
      <dsp:spPr>
        <a:xfrm rot="5400000">
          <a:off x="-165935" y="3200286"/>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4.</a:t>
          </a:r>
        </a:p>
      </dsp:txBody>
      <dsp:txXfrm rot="-5400000">
        <a:off x="2" y="3421533"/>
        <a:ext cx="774365" cy="331872"/>
      </dsp:txXfrm>
    </dsp:sp>
    <dsp:sp modelId="{7DEBE452-D49F-441E-8FEA-2D5E88746963}">
      <dsp:nvSpPr>
        <dsp:cNvPr id="0" name=""/>
        <dsp:cNvSpPr/>
      </dsp:nvSpPr>
      <dsp:spPr>
        <a:xfrm rot="5400000">
          <a:off x="5285455" y="-1476739"/>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Différents modèles de service cloud</a:t>
          </a:r>
        </a:p>
      </dsp:txBody>
      <dsp:txXfrm rot="-5400000">
        <a:off x="774366" y="3069451"/>
        <a:ext cx="9706133" cy="648852"/>
      </dsp:txXfrm>
    </dsp:sp>
    <dsp:sp modelId="{C982BE34-8977-4488-8593-1CB60421ECD6}">
      <dsp:nvSpPr>
        <dsp:cNvPr id="0" name=""/>
        <dsp:cNvSpPr/>
      </dsp:nvSpPr>
      <dsp:spPr>
        <a:xfrm rot="5400000">
          <a:off x="-165935" y="4210399"/>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5.</a:t>
          </a:r>
        </a:p>
      </dsp:txBody>
      <dsp:txXfrm rot="-5400000">
        <a:off x="2" y="4431646"/>
        <a:ext cx="774365" cy="331872"/>
      </dsp:txXfrm>
    </dsp:sp>
    <dsp:sp modelId="{701F3621-29A6-4410-96C2-54CAB3AE0219}">
      <dsp:nvSpPr>
        <dsp:cNvPr id="0" name=""/>
        <dsp:cNvSpPr/>
      </dsp:nvSpPr>
      <dsp:spPr>
        <a:xfrm rot="5400000">
          <a:off x="5285455" y="-46662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Grands principes du Edge et Fog </a:t>
          </a:r>
          <a:r>
            <a:rPr lang="fr-FR" sz="3800" kern="1200" dirty="0" err="1">
              <a:latin typeface="Cambria" panose="02040503050406030204" pitchFamily="18" charset="0"/>
              <a:ea typeface="Cambria" panose="02040503050406030204" pitchFamily="18" charset="0"/>
            </a:rPr>
            <a:t>computing</a:t>
          </a:r>
          <a:endParaRPr lang="fr-FR" sz="3800" kern="1200" dirty="0">
            <a:latin typeface="Cambria" panose="02040503050406030204" pitchFamily="18" charset="0"/>
            <a:ea typeface="Cambria" panose="02040503050406030204" pitchFamily="18" charset="0"/>
          </a:endParaRPr>
        </a:p>
      </dsp:txBody>
      <dsp:txXfrm rot="-5400000">
        <a:off x="774366" y="4079564"/>
        <a:ext cx="9706133" cy="648852"/>
      </dsp:txXfrm>
    </dsp:sp>
    <dsp:sp modelId="{11AA0E6F-3938-44DA-97C1-59F74FFB8ECA}">
      <dsp:nvSpPr>
        <dsp:cNvPr id="0" name=""/>
        <dsp:cNvSpPr/>
      </dsp:nvSpPr>
      <dsp:spPr>
        <a:xfrm rot="5400000">
          <a:off x="-165935" y="5220512"/>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6. </a:t>
          </a:r>
        </a:p>
      </dsp:txBody>
      <dsp:txXfrm rot="-5400000">
        <a:off x="2" y="5441759"/>
        <a:ext cx="774365" cy="331872"/>
      </dsp:txXfrm>
    </dsp:sp>
    <dsp:sp modelId="{49A57842-C0EF-449B-BB4B-83B05077417B}">
      <dsp:nvSpPr>
        <dsp:cNvPr id="0" name=""/>
        <dsp:cNvSpPr/>
      </dsp:nvSpPr>
      <dsp:spPr>
        <a:xfrm rot="5400000">
          <a:off x="5285455" y="54348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Applications</a:t>
          </a:r>
        </a:p>
      </dsp:txBody>
      <dsp:txXfrm rot="-5400000">
        <a:off x="774366" y="5089677"/>
        <a:ext cx="9706133" cy="6488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93AFA-7D75-4F64-A1E8-E4B9D55C3D05}">
      <dsp:nvSpPr>
        <dsp:cNvPr id="0" name=""/>
        <dsp:cNvSpPr/>
      </dsp:nvSpPr>
      <dsp:spPr>
        <a:xfrm rot="5400000">
          <a:off x="-165935" y="165935"/>
          <a:ext cx="1106237" cy="774365"/>
        </a:xfrm>
        <a:prstGeom prst="chevron">
          <a:avLst/>
        </a:prstGeom>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1.</a:t>
          </a:r>
        </a:p>
      </dsp:txBody>
      <dsp:txXfrm rot="-5400000">
        <a:off x="2" y="387182"/>
        <a:ext cx="774365" cy="331872"/>
      </dsp:txXfrm>
    </dsp:sp>
    <dsp:sp modelId="{D348354D-45C4-4F36-B8B5-4CF15FA70D33}">
      <dsp:nvSpPr>
        <dsp:cNvPr id="0" name=""/>
        <dsp:cNvSpPr/>
      </dsp:nvSpPr>
      <dsp:spPr>
        <a:xfrm rot="5400000">
          <a:off x="5285455" y="-4507077"/>
          <a:ext cx="719054" cy="9741234"/>
        </a:xfrm>
        <a:prstGeom prst="round2SameRect">
          <a:avLst/>
        </a:prstGeom>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Introduction</a:t>
          </a:r>
        </a:p>
      </dsp:txBody>
      <dsp:txXfrm rot="-5400000">
        <a:off x="774366" y="39113"/>
        <a:ext cx="9706133" cy="648852"/>
      </dsp:txXfrm>
    </dsp:sp>
    <dsp:sp modelId="{D8E23947-776E-480E-9D1E-3C443D745CF1}">
      <dsp:nvSpPr>
        <dsp:cNvPr id="0" name=""/>
        <dsp:cNvSpPr/>
      </dsp:nvSpPr>
      <dsp:spPr>
        <a:xfrm rot="5400000">
          <a:off x="-165935" y="1180060"/>
          <a:ext cx="1106237" cy="774365"/>
        </a:xfrm>
        <a:prstGeom prst="chevron">
          <a:avLst/>
        </a:prstGeom>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2.</a:t>
          </a:r>
        </a:p>
      </dsp:txBody>
      <dsp:txXfrm rot="-5400000">
        <a:off x="2" y="1401307"/>
        <a:ext cx="774365" cy="331872"/>
      </dsp:txXfrm>
    </dsp:sp>
    <dsp:sp modelId="{75546590-EC9E-4994-9B6F-C3ABA43161DD}">
      <dsp:nvSpPr>
        <dsp:cNvPr id="0" name=""/>
        <dsp:cNvSpPr/>
      </dsp:nvSpPr>
      <dsp:spPr>
        <a:xfrm rot="5400000">
          <a:off x="5285455" y="-3496964"/>
          <a:ext cx="719054" cy="9741234"/>
        </a:xfrm>
        <a:prstGeom prst="round2SameRect">
          <a:avLst/>
        </a:prstGeom>
        <a:solidFill>
          <a:prstClr val="white">
            <a:alpha val="90000"/>
            <a:hueOff val="0"/>
            <a:satOff val="0"/>
            <a:lumOff val="0"/>
            <a:alphaOff val="0"/>
          </a:prst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solidFill>
                <a:prstClr val="black">
                  <a:hueOff val="0"/>
                  <a:satOff val="0"/>
                  <a:lumOff val="0"/>
                  <a:alphaOff val="0"/>
                </a:prstClr>
              </a:solidFill>
              <a:latin typeface="Cambria" panose="02040503050406030204" pitchFamily="18" charset="0"/>
              <a:ea typeface="Cambria" panose="02040503050406030204" pitchFamily="18" charset="0"/>
              <a:cs typeface="+mn-cs"/>
            </a:rPr>
            <a:t>Principales caractéristiques du cloud</a:t>
          </a:r>
        </a:p>
      </dsp:txBody>
      <dsp:txXfrm rot="-5400000">
        <a:off x="774366" y="1049226"/>
        <a:ext cx="9706133" cy="648852"/>
      </dsp:txXfrm>
    </dsp:sp>
    <dsp:sp modelId="{04978F30-AA93-463C-9BB0-41CEB5D987C6}">
      <dsp:nvSpPr>
        <dsp:cNvPr id="0" name=""/>
        <dsp:cNvSpPr/>
      </dsp:nvSpPr>
      <dsp:spPr>
        <a:xfrm rot="5400000">
          <a:off x="-165935" y="2190173"/>
          <a:ext cx="1106237" cy="774365"/>
        </a:xfrm>
        <a:prstGeom prst="chevron">
          <a:avLst/>
        </a:prstGeom>
        <a:solidFill>
          <a:srgbClr val="ED7D31"/>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solidFill>
                <a:prstClr val="white"/>
              </a:solidFill>
              <a:latin typeface="Cambria" panose="02040503050406030204" pitchFamily="18" charset="0"/>
              <a:ea typeface="Cambria" panose="02040503050406030204" pitchFamily="18" charset="0"/>
              <a:cs typeface="+mn-cs"/>
            </a:rPr>
            <a:t>3.</a:t>
          </a:r>
        </a:p>
      </dsp:txBody>
      <dsp:txXfrm rot="-5400000">
        <a:off x="2" y="2411420"/>
        <a:ext cx="774365" cy="331872"/>
      </dsp:txXfrm>
    </dsp:sp>
    <dsp:sp modelId="{382B9D09-32A1-4879-842C-4EBFF456F70D}">
      <dsp:nvSpPr>
        <dsp:cNvPr id="0" name=""/>
        <dsp:cNvSpPr/>
      </dsp:nvSpPr>
      <dsp:spPr>
        <a:xfrm rot="5400000">
          <a:off x="5285455" y="-2486851"/>
          <a:ext cx="719054" cy="9741234"/>
        </a:xfrm>
        <a:prstGeom prst="round2SameRect">
          <a:avLst/>
        </a:prstGeom>
        <a:solidFill>
          <a:srgbClr val="ED7D31">
            <a:alpha val="90000"/>
          </a:srgb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solidFill>
                <a:prstClr val="white"/>
              </a:solidFill>
              <a:latin typeface="Cambria" panose="02040503050406030204" pitchFamily="18" charset="0"/>
              <a:ea typeface="Cambria" panose="02040503050406030204" pitchFamily="18" charset="0"/>
              <a:cs typeface="+mn-cs"/>
            </a:rPr>
            <a:t>Différents types de Cloud</a:t>
          </a:r>
        </a:p>
      </dsp:txBody>
      <dsp:txXfrm rot="-5400000">
        <a:off x="774366" y="2059339"/>
        <a:ext cx="9706133" cy="648852"/>
      </dsp:txXfrm>
    </dsp:sp>
    <dsp:sp modelId="{F05BAB32-5FD8-4ACC-BE23-7F934C91C8C4}">
      <dsp:nvSpPr>
        <dsp:cNvPr id="0" name=""/>
        <dsp:cNvSpPr/>
      </dsp:nvSpPr>
      <dsp:spPr>
        <a:xfrm rot="5400000">
          <a:off x="-165935" y="3200286"/>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4.</a:t>
          </a:r>
        </a:p>
      </dsp:txBody>
      <dsp:txXfrm rot="-5400000">
        <a:off x="2" y="3421533"/>
        <a:ext cx="774365" cy="331872"/>
      </dsp:txXfrm>
    </dsp:sp>
    <dsp:sp modelId="{7DEBE452-D49F-441E-8FEA-2D5E88746963}">
      <dsp:nvSpPr>
        <dsp:cNvPr id="0" name=""/>
        <dsp:cNvSpPr/>
      </dsp:nvSpPr>
      <dsp:spPr>
        <a:xfrm rot="5400000">
          <a:off x="5285455" y="-1476739"/>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Différents modèles de services Cloud</a:t>
          </a:r>
        </a:p>
      </dsp:txBody>
      <dsp:txXfrm rot="-5400000">
        <a:off x="774366" y="3069451"/>
        <a:ext cx="9706133" cy="648852"/>
      </dsp:txXfrm>
    </dsp:sp>
    <dsp:sp modelId="{C982BE34-8977-4488-8593-1CB60421ECD6}">
      <dsp:nvSpPr>
        <dsp:cNvPr id="0" name=""/>
        <dsp:cNvSpPr/>
      </dsp:nvSpPr>
      <dsp:spPr>
        <a:xfrm rot="5400000">
          <a:off x="-165935" y="4210399"/>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5.</a:t>
          </a:r>
        </a:p>
      </dsp:txBody>
      <dsp:txXfrm rot="-5400000">
        <a:off x="2" y="4431646"/>
        <a:ext cx="774365" cy="331872"/>
      </dsp:txXfrm>
    </dsp:sp>
    <dsp:sp modelId="{701F3621-29A6-4410-96C2-54CAB3AE0219}">
      <dsp:nvSpPr>
        <dsp:cNvPr id="0" name=""/>
        <dsp:cNvSpPr/>
      </dsp:nvSpPr>
      <dsp:spPr>
        <a:xfrm rot="5400000">
          <a:off x="5285455" y="-46662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Grands principes du Edge et Fog </a:t>
          </a:r>
          <a:r>
            <a:rPr lang="fr-FR" sz="3800" kern="1200" dirty="0" err="1">
              <a:latin typeface="Cambria" panose="02040503050406030204" pitchFamily="18" charset="0"/>
              <a:ea typeface="Cambria" panose="02040503050406030204" pitchFamily="18" charset="0"/>
            </a:rPr>
            <a:t>computing</a:t>
          </a:r>
          <a:endParaRPr lang="fr-FR" sz="3800" kern="1200" dirty="0">
            <a:latin typeface="Cambria" panose="02040503050406030204" pitchFamily="18" charset="0"/>
            <a:ea typeface="Cambria" panose="02040503050406030204" pitchFamily="18" charset="0"/>
          </a:endParaRPr>
        </a:p>
      </dsp:txBody>
      <dsp:txXfrm rot="-5400000">
        <a:off x="774366" y="4079564"/>
        <a:ext cx="9706133" cy="648852"/>
      </dsp:txXfrm>
    </dsp:sp>
    <dsp:sp modelId="{11AA0E6F-3938-44DA-97C1-59F74FFB8ECA}">
      <dsp:nvSpPr>
        <dsp:cNvPr id="0" name=""/>
        <dsp:cNvSpPr/>
      </dsp:nvSpPr>
      <dsp:spPr>
        <a:xfrm rot="5400000">
          <a:off x="-165935" y="5220512"/>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6. </a:t>
          </a:r>
        </a:p>
      </dsp:txBody>
      <dsp:txXfrm rot="-5400000">
        <a:off x="2" y="5441759"/>
        <a:ext cx="774365" cy="331872"/>
      </dsp:txXfrm>
    </dsp:sp>
    <dsp:sp modelId="{49A57842-C0EF-449B-BB4B-83B05077417B}">
      <dsp:nvSpPr>
        <dsp:cNvPr id="0" name=""/>
        <dsp:cNvSpPr/>
      </dsp:nvSpPr>
      <dsp:spPr>
        <a:xfrm rot="5400000">
          <a:off x="5285455" y="54348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Applications</a:t>
          </a:r>
        </a:p>
      </dsp:txBody>
      <dsp:txXfrm rot="-5400000">
        <a:off x="774366" y="5089677"/>
        <a:ext cx="9706133" cy="6488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93AFA-7D75-4F64-A1E8-E4B9D55C3D05}">
      <dsp:nvSpPr>
        <dsp:cNvPr id="0" name=""/>
        <dsp:cNvSpPr/>
      </dsp:nvSpPr>
      <dsp:spPr>
        <a:xfrm rot="5400000">
          <a:off x="-165935" y="165935"/>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1.</a:t>
          </a:r>
          <a:endParaRPr lang="fr-FR" sz="2200" kern="1200" dirty="0">
            <a:latin typeface="Cambria" panose="02040503050406030204" pitchFamily="18" charset="0"/>
            <a:ea typeface="Cambria" panose="02040503050406030204" pitchFamily="18" charset="0"/>
            <a:cs typeface="+mn-cs"/>
          </a:endParaRPr>
        </a:p>
      </dsp:txBody>
      <dsp:txXfrm rot="-5400000">
        <a:off x="2" y="387182"/>
        <a:ext cx="774365" cy="331872"/>
      </dsp:txXfrm>
    </dsp:sp>
    <dsp:sp modelId="{D348354D-45C4-4F36-B8B5-4CF15FA70D33}">
      <dsp:nvSpPr>
        <dsp:cNvPr id="0" name=""/>
        <dsp:cNvSpPr/>
      </dsp:nvSpPr>
      <dsp:spPr>
        <a:xfrm rot="5400000">
          <a:off x="5285455" y="-4507077"/>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Introduction</a:t>
          </a:r>
          <a:endParaRPr lang="fr-FR" sz="4400" kern="1200" dirty="0">
            <a:latin typeface="Cambria" panose="02040503050406030204" pitchFamily="18" charset="0"/>
            <a:ea typeface="Cambria" panose="02040503050406030204" pitchFamily="18" charset="0"/>
            <a:cs typeface="+mn-cs"/>
          </a:endParaRPr>
        </a:p>
      </dsp:txBody>
      <dsp:txXfrm rot="-5400000">
        <a:off x="774366" y="39113"/>
        <a:ext cx="9706133" cy="648852"/>
      </dsp:txXfrm>
    </dsp:sp>
    <dsp:sp modelId="{D8E23947-776E-480E-9D1E-3C443D745CF1}">
      <dsp:nvSpPr>
        <dsp:cNvPr id="0" name=""/>
        <dsp:cNvSpPr/>
      </dsp:nvSpPr>
      <dsp:spPr>
        <a:xfrm rot="5400000">
          <a:off x="-165935" y="1180060"/>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2.</a:t>
          </a:r>
          <a:endParaRPr lang="fr-FR" sz="2200" kern="1200" dirty="0">
            <a:latin typeface="Cambria" panose="02040503050406030204" pitchFamily="18" charset="0"/>
            <a:ea typeface="Cambria" panose="02040503050406030204" pitchFamily="18" charset="0"/>
            <a:cs typeface="+mn-cs"/>
          </a:endParaRPr>
        </a:p>
      </dsp:txBody>
      <dsp:txXfrm rot="-5400000">
        <a:off x="2" y="1401307"/>
        <a:ext cx="774365" cy="331872"/>
      </dsp:txXfrm>
    </dsp:sp>
    <dsp:sp modelId="{75546590-EC9E-4994-9B6F-C3ABA43161DD}">
      <dsp:nvSpPr>
        <dsp:cNvPr id="0" name=""/>
        <dsp:cNvSpPr/>
      </dsp:nvSpPr>
      <dsp:spPr>
        <a:xfrm rot="5400000">
          <a:off x="5285455" y="-3496964"/>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Principales caractéristiques du cloud</a:t>
          </a:r>
          <a:endParaRPr lang="fr-FR" sz="4400" kern="1200" dirty="0">
            <a:latin typeface="Cambria" panose="02040503050406030204" pitchFamily="18" charset="0"/>
            <a:ea typeface="Cambria" panose="02040503050406030204" pitchFamily="18" charset="0"/>
            <a:cs typeface="+mn-cs"/>
          </a:endParaRPr>
        </a:p>
      </dsp:txBody>
      <dsp:txXfrm rot="-5400000">
        <a:off x="774366" y="1049226"/>
        <a:ext cx="9706133" cy="648852"/>
      </dsp:txXfrm>
    </dsp:sp>
    <dsp:sp modelId="{04978F30-AA93-463C-9BB0-41CEB5D987C6}">
      <dsp:nvSpPr>
        <dsp:cNvPr id="0" name=""/>
        <dsp:cNvSpPr/>
      </dsp:nvSpPr>
      <dsp:spPr>
        <a:xfrm rot="5400000">
          <a:off x="-165935" y="2190173"/>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cs typeface="+mn-cs"/>
            </a:rPr>
            <a:t>3.</a:t>
          </a:r>
        </a:p>
      </dsp:txBody>
      <dsp:txXfrm rot="-5400000">
        <a:off x="2" y="2411420"/>
        <a:ext cx="774365" cy="331872"/>
      </dsp:txXfrm>
    </dsp:sp>
    <dsp:sp modelId="{382B9D09-32A1-4879-842C-4EBFF456F70D}">
      <dsp:nvSpPr>
        <dsp:cNvPr id="0" name=""/>
        <dsp:cNvSpPr/>
      </dsp:nvSpPr>
      <dsp:spPr>
        <a:xfrm rot="5400000">
          <a:off x="5285455" y="-2486851"/>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latin typeface="Cambria" panose="02040503050406030204" pitchFamily="18" charset="0"/>
              <a:ea typeface="Cambria" panose="02040503050406030204" pitchFamily="18" charset="0"/>
              <a:cs typeface="+mn-cs"/>
            </a:rPr>
            <a:t>Différents types de Cloud</a:t>
          </a:r>
        </a:p>
      </dsp:txBody>
      <dsp:txXfrm rot="-5400000">
        <a:off x="774366" y="2059339"/>
        <a:ext cx="9706133" cy="648852"/>
      </dsp:txXfrm>
    </dsp:sp>
    <dsp:sp modelId="{F05BAB32-5FD8-4ACC-BE23-7F934C91C8C4}">
      <dsp:nvSpPr>
        <dsp:cNvPr id="0" name=""/>
        <dsp:cNvSpPr/>
      </dsp:nvSpPr>
      <dsp:spPr>
        <a:xfrm rot="5400000">
          <a:off x="-165935" y="3200286"/>
          <a:ext cx="1106237" cy="774365"/>
        </a:xfrm>
        <a:prstGeom prst="chevron">
          <a:avLst/>
        </a:prstGeom>
        <a:solidFill>
          <a:schemeClr val="accent2">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4</a:t>
          </a:r>
          <a:r>
            <a:rPr lang="fr-FR" sz="2200" kern="1200" dirty="0">
              <a:highlight>
                <a:srgbClr val="000080"/>
              </a:highlight>
              <a:latin typeface="Cambria" panose="02040503050406030204" pitchFamily="18" charset="0"/>
              <a:ea typeface="Cambria" panose="02040503050406030204" pitchFamily="18" charset="0"/>
            </a:rPr>
            <a:t>.</a:t>
          </a:r>
        </a:p>
      </dsp:txBody>
      <dsp:txXfrm rot="-5400000">
        <a:off x="2" y="3421533"/>
        <a:ext cx="774365" cy="331872"/>
      </dsp:txXfrm>
    </dsp:sp>
    <dsp:sp modelId="{7DEBE452-D49F-441E-8FEA-2D5E88746963}">
      <dsp:nvSpPr>
        <dsp:cNvPr id="0" name=""/>
        <dsp:cNvSpPr/>
      </dsp:nvSpPr>
      <dsp:spPr>
        <a:xfrm rot="5400000">
          <a:off x="5285455" y="-1476739"/>
          <a:ext cx="719054" cy="9741234"/>
        </a:xfrm>
        <a:prstGeom prst="round2SameRect">
          <a:avLst/>
        </a:prstGeom>
        <a:solidFill>
          <a:schemeClr val="accent2">
            <a:lumMod val="75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solidFill>
                <a:schemeClr val="tx1"/>
              </a:solidFill>
              <a:latin typeface="Cambria" panose="02040503050406030204" pitchFamily="18" charset="0"/>
              <a:ea typeface="Cambria" panose="02040503050406030204" pitchFamily="18" charset="0"/>
            </a:rPr>
            <a:t>Différents modèles de services Cloud</a:t>
          </a:r>
        </a:p>
      </dsp:txBody>
      <dsp:txXfrm rot="-5400000">
        <a:off x="774366" y="3069451"/>
        <a:ext cx="9706133" cy="648852"/>
      </dsp:txXfrm>
    </dsp:sp>
    <dsp:sp modelId="{C982BE34-8977-4488-8593-1CB60421ECD6}">
      <dsp:nvSpPr>
        <dsp:cNvPr id="0" name=""/>
        <dsp:cNvSpPr/>
      </dsp:nvSpPr>
      <dsp:spPr>
        <a:xfrm rot="5400000">
          <a:off x="-165935" y="4210399"/>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5.</a:t>
          </a:r>
        </a:p>
      </dsp:txBody>
      <dsp:txXfrm rot="-5400000">
        <a:off x="2" y="4431646"/>
        <a:ext cx="774365" cy="331872"/>
      </dsp:txXfrm>
    </dsp:sp>
    <dsp:sp modelId="{701F3621-29A6-4410-96C2-54CAB3AE0219}">
      <dsp:nvSpPr>
        <dsp:cNvPr id="0" name=""/>
        <dsp:cNvSpPr/>
      </dsp:nvSpPr>
      <dsp:spPr>
        <a:xfrm rot="5400000">
          <a:off x="5285455" y="-46662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Grands principes du Edge et Fog </a:t>
          </a:r>
          <a:r>
            <a:rPr lang="fr-FR" sz="3800" kern="1200" dirty="0" err="1">
              <a:latin typeface="Cambria" panose="02040503050406030204" pitchFamily="18" charset="0"/>
              <a:ea typeface="Cambria" panose="02040503050406030204" pitchFamily="18" charset="0"/>
            </a:rPr>
            <a:t>computing</a:t>
          </a:r>
          <a:endParaRPr lang="fr-FR" sz="3800" kern="1200" dirty="0">
            <a:latin typeface="Cambria" panose="02040503050406030204" pitchFamily="18" charset="0"/>
            <a:ea typeface="Cambria" panose="02040503050406030204" pitchFamily="18" charset="0"/>
          </a:endParaRPr>
        </a:p>
      </dsp:txBody>
      <dsp:txXfrm rot="-5400000">
        <a:off x="774366" y="4079564"/>
        <a:ext cx="9706133" cy="648852"/>
      </dsp:txXfrm>
    </dsp:sp>
    <dsp:sp modelId="{11AA0E6F-3938-44DA-97C1-59F74FFB8ECA}">
      <dsp:nvSpPr>
        <dsp:cNvPr id="0" name=""/>
        <dsp:cNvSpPr/>
      </dsp:nvSpPr>
      <dsp:spPr>
        <a:xfrm rot="5400000">
          <a:off x="-165935" y="5220512"/>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6. </a:t>
          </a:r>
        </a:p>
      </dsp:txBody>
      <dsp:txXfrm rot="-5400000">
        <a:off x="2" y="5441759"/>
        <a:ext cx="774365" cy="331872"/>
      </dsp:txXfrm>
    </dsp:sp>
    <dsp:sp modelId="{49A57842-C0EF-449B-BB4B-83B05077417B}">
      <dsp:nvSpPr>
        <dsp:cNvPr id="0" name=""/>
        <dsp:cNvSpPr/>
      </dsp:nvSpPr>
      <dsp:spPr>
        <a:xfrm rot="5400000">
          <a:off x="5285455" y="54348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Applications</a:t>
          </a:r>
        </a:p>
      </dsp:txBody>
      <dsp:txXfrm rot="-5400000">
        <a:off x="774366" y="5089677"/>
        <a:ext cx="9706133" cy="6488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93AFA-7D75-4F64-A1E8-E4B9D55C3D05}">
      <dsp:nvSpPr>
        <dsp:cNvPr id="0" name=""/>
        <dsp:cNvSpPr/>
      </dsp:nvSpPr>
      <dsp:spPr>
        <a:xfrm rot="5400000">
          <a:off x="-165935" y="165935"/>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1.</a:t>
          </a:r>
          <a:endParaRPr lang="fr-FR" sz="2200" kern="1200" dirty="0">
            <a:latin typeface="Cambria" panose="02040503050406030204" pitchFamily="18" charset="0"/>
            <a:ea typeface="Cambria" panose="02040503050406030204" pitchFamily="18" charset="0"/>
            <a:cs typeface="+mn-cs"/>
          </a:endParaRPr>
        </a:p>
      </dsp:txBody>
      <dsp:txXfrm rot="-5400000">
        <a:off x="2" y="387182"/>
        <a:ext cx="774365" cy="331872"/>
      </dsp:txXfrm>
    </dsp:sp>
    <dsp:sp modelId="{D348354D-45C4-4F36-B8B5-4CF15FA70D33}">
      <dsp:nvSpPr>
        <dsp:cNvPr id="0" name=""/>
        <dsp:cNvSpPr/>
      </dsp:nvSpPr>
      <dsp:spPr>
        <a:xfrm rot="5400000">
          <a:off x="5285455" y="-4507077"/>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Introduction</a:t>
          </a:r>
          <a:endParaRPr lang="fr-FR" sz="4400" kern="1200" dirty="0">
            <a:latin typeface="Cambria" panose="02040503050406030204" pitchFamily="18" charset="0"/>
            <a:ea typeface="Cambria" panose="02040503050406030204" pitchFamily="18" charset="0"/>
            <a:cs typeface="+mn-cs"/>
          </a:endParaRPr>
        </a:p>
      </dsp:txBody>
      <dsp:txXfrm rot="-5400000">
        <a:off x="774366" y="39113"/>
        <a:ext cx="9706133" cy="648852"/>
      </dsp:txXfrm>
    </dsp:sp>
    <dsp:sp modelId="{D8E23947-776E-480E-9D1E-3C443D745CF1}">
      <dsp:nvSpPr>
        <dsp:cNvPr id="0" name=""/>
        <dsp:cNvSpPr/>
      </dsp:nvSpPr>
      <dsp:spPr>
        <a:xfrm rot="5400000">
          <a:off x="-165935" y="1180060"/>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2.</a:t>
          </a:r>
          <a:endParaRPr lang="fr-FR" sz="2200" kern="1200" dirty="0">
            <a:latin typeface="Cambria" panose="02040503050406030204" pitchFamily="18" charset="0"/>
            <a:ea typeface="Cambria" panose="02040503050406030204" pitchFamily="18" charset="0"/>
            <a:cs typeface="+mn-cs"/>
          </a:endParaRPr>
        </a:p>
      </dsp:txBody>
      <dsp:txXfrm rot="-5400000">
        <a:off x="2" y="1401307"/>
        <a:ext cx="774365" cy="331872"/>
      </dsp:txXfrm>
    </dsp:sp>
    <dsp:sp modelId="{75546590-EC9E-4994-9B6F-C3ABA43161DD}">
      <dsp:nvSpPr>
        <dsp:cNvPr id="0" name=""/>
        <dsp:cNvSpPr/>
      </dsp:nvSpPr>
      <dsp:spPr>
        <a:xfrm rot="5400000">
          <a:off x="5285455" y="-3496964"/>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Principales caractéristiques du cloud</a:t>
          </a:r>
          <a:endParaRPr lang="fr-FR" sz="4400" kern="1200" dirty="0">
            <a:latin typeface="Cambria" panose="02040503050406030204" pitchFamily="18" charset="0"/>
            <a:ea typeface="Cambria" panose="02040503050406030204" pitchFamily="18" charset="0"/>
            <a:cs typeface="+mn-cs"/>
          </a:endParaRPr>
        </a:p>
      </dsp:txBody>
      <dsp:txXfrm rot="-5400000">
        <a:off x="774366" y="1049226"/>
        <a:ext cx="9706133" cy="648852"/>
      </dsp:txXfrm>
    </dsp:sp>
    <dsp:sp modelId="{04978F30-AA93-463C-9BB0-41CEB5D987C6}">
      <dsp:nvSpPr>
        <dsp:cNvPr id="0" name=""/>
        <dsp:cNvSpPr/>
      </dsp:nvSpPr>
      <dsp:spPr>
        <a:xfrm rot="5400000">
          <a:off x="-165935" y="2190173"/>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cs typeface="+mn-cs"/>
            </a:rPr>
            <a:t>3.</a:t>
          </a:r>
        </a:p>
      </dsp:txBody>
      <dsp:txXfrm rot="-5400000">
        <a:off x="2" y="2411420"/>
        <a:ext cx="774365" cy="331872"/>
      </dsp:txXfrm>
    </dsp:sp>
    <dsp:sp modelId="{382B9D09-32A1-4879-842C-4EBFF456F70D}">
      <dsp:nvSpPr>
        <dsp:cNvPr id="0" name=""/>
        <dsp:cNvSpPr/>
      </dsp:nvSpPr>
      <dsp:spPr>
        <a:xfrm rot="5400000">
          <a:off x="5285455" y="-2486851"/>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latin typeface="Cambria" panose="02040503050406030204" pitchFamily="18" charset="0"/>
              <a:ea typeface="Cambria" panose="02040503050406030204" pitchFamily="18" charset="0"/>
              <a:cs typeface="+mn-cs"/>
            </a:rPr>
            <a:t>Différents types de Cloud</a:t>
          </a:r>
        </a:p>
      </dsp:txBody>
      <dsp:txXfrm rot="-5400000">
        <a:off x="774366" y="2059339"/>
        <a:ext cx="9706133" cy="648852"/>
      </dsp:txXfrm>
    </dsp:sp>
    <dsp:sp modelId="{F05BAB32-5FD8-4ACC-BE23-7F934C91C8C4}">
      <dsp:nvSpPr>
        <dsp:cNvPr id="0" name=""/>
        <dsp:cNvSpPr/>
      </dsp:nvSpPr>
      <dsp:spPr>
        <a:xfrm rot="5400000">
          <a:off x="-165935" y="3200286"/>
          <a:ext cx="1106237" cy="774365"/>
        </a:xfrm>
        <a:prstGeom prst="chevron">
          <a:avLst/>
        </a:prstGeom>
        <a:solidFill>
          <a:schemeClr val="accent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4</a:t>
          </a:r>
          <a:r>
            <a:rPr lang="fr-FR" sz="2200" kern="1200" dirty="0">
              <a:highlight>
                <a:srgbClr val="000080"/>
              </a:highlight>
              <a:latin typeface="Cambria" panose="02040503050406030204" pitchFamily="18" charset="0"/>
              <a:ea typeface="Cambria" panose="02040503050406030204" pitchFamily="18" charset="0"/>
            </a:rPr>
            <a:t>.</a:t>
          </a:r>
        </a:p>
      </dsp:txBody>
      <dsp:txXfrm rot="-5400000">
        <a:off x="2" y="3421533"/>
        <a:ext cx="774365" cy="331872"/>
      </dsp:txXfrm>
    </dsp:sp>
    <dsp:sp modelId="{7DEBE452-D49F-441E-8FEA-2D5E88746963}">
      <dsp:nvSpPr>
        <dsp:cNvPr id="0" name=""/>
        <dsp:cNvSpPr/>
      </dsp:nvSpPr>
      <dsp:spPr>
        <a:xfrm rot="5400000">
          <a:off x="5285455" y="-1476739"/>
          <a:ext cx="719054" cy="9741234"/>
        </a:xfrm>
        <a:prstGeom prst="round2SameRect">
          <a:avLst/>
        </a:prstGeom>
        <a:solidFill>
          <a:schemeClr val="bg2">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solidFill>
                <a:schemeClr val="tx1"/>
              </a:solidFill>
              <a:latin typeface="Cambria" panose="02040503050406030204" pitchFamily="18" charset="0"/>
              <a:ea typeface="Cambria" panose="02040503050406030204" pitchFamily="18" charset="0"/>
            </a:rPr>
            <a:t>Différents modèles de services Cloud</a:t>
          </a:r>
        </a:p>
      </dsp:txBody>
      <dsp:txXfrm rot="-5400000">
        <a:off x="774366" y="3069451"/>
        <a:ext cx="9706133" cy="648852"/>
      </dsp:txXfrm>
    </dsp:sp>
    <dsp:sp modelId="{C982BE34-8977-4488-8593-1CB60421ECD6}">
      <dsp:nvSpPr>
        <dsp:cNvPr id="0" name=""/>
        <dsp:cNvSpPr/>
      </dsp:nvSpPr>
      <dsp:spPr>
        <a:xfrm rot="5400000">
          <a:off x="-165935" y="4210399"/>
          <a:ext cx="1106237" cy="774365"/>
        </a:xfrm>
        <a:prstGeom prst="chevron">
          <a:avLst/>
        </a:prstGeom>
        <a:solidFill>
          <a:schemeClr val="accent2"/>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5.</a:t>
          </a:r>
        </a:p>
      </dsp:txBody>
      <dsp:txXfrm rot="-5400000">
        <a:off x="2" y="4431646"/>
        <a:ext cx="774365" cy="331872"/>
      </dsp:txXfrm>
    </dsp:sp>
    <dsp:sp modelId="{701F3621-29A6-4410-96C2-54CAB3AE0219}">
      <dsp:nvSpPr>
        <dsp:cNvPr id="0" name=""/>
        <dsp:cNvSpPr/>
      </dsp:nvSpPr>
      <dsp:spPr>
        <a:xfrm rot="5400000">
          <a:off x="5285455" y="-466626"/>
          <a:ext cx="719054" cy="9741234"/>
        </a:xfrm>
        <a:prstGeom prst="round2SameRect">
          <a:avLst/>
        </a:prstGeom>
        <a:solidFill>
          <a:schemeClr val="accent2">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Grands principes du Edge et Fog </a:t>
          </a:r>
          <a:r>
            <a:rPr lang="fr-FR" sz="3800" kern="1200" dirty="0" err="1">
              <a:latin typeface="Cambria" panose="02040503050406030204" pitchFamily="18" charset="0"/>
              <a:ea typeface="Cambria" panose="02040503050406030204" pitchFamily="18" charset="0"/>
            </a:rPr>
            <a:t>computing</a:t>
          </a:r>
          <a:endParaRPr lang="fr-FR" sz="3800" kern="1200" dirty="0">
            <a:latin typeface="Cambria" panose="02040503050406030204" pitchFamily="18" charset="0"/>
            <a:ea typeface="Cambria" panose="02040503050406030204" pitchFamily="18" charset="0"/>
          </a:endParaRPr>
        </a:p>
      </dsp:txBody>
      <dsp:txXfrm rot="-5400000">
        <a:off x="774366" y="4079564"/>
        <a:ext cx="9706133" cy="648852"/>
      </dsp:txXfrm>
    </dsp:sp>
    <dsp:sp modelId="{11AA0E6F-3938-44DA-97C1-59F74FFB8ECA}">
      <dsp:nvSpPr>
        <dsp:cNvPr id="0" name=""/>
        <dsp:cNvSpPr/>
      </dsp:nvSpPr>
      <dsp:spPr>
        <a:xfrm rot="5400000">
          <a:off x="-165935" y="5220512"/>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6. </a:t>
          </a:r>
        </a:p>
      </dsp:txBody>
      <dsp:txXfrm rot="-5400000">
        <a:off x="2" y="5441759"/>
        <a:ext cx="774365" cy="331872"/>
      </dsp:txXfrm>
    </dsp:sp>
    <dsp:sp modelId="{49A57842-C0EF-449B-BB4B-83B05077417B}">
      <dsp:nvSpPr>
        <dsp:cNvPr id="0" name=""/>
        <dsp:cNvSpPr/>
      </dsp:nvSpPr>
      <dsp:spPr>
        <a:xfrm rot="5400000">
          <a:off x="5285455" y="543486"/>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Applications</a:t>
          </a:r>
        </a:p>
      </dsp:txBody>
      <dsp:txXfrm rot="-5400000">
        <a:off x="774366" y="5089677"/>
        <a:ext cx="9706133" cy="6488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93AFA-7D75-4F64-A1E8-E4B9D55C3D05}">
      <dsp:nvSpPr>
        <dsp:cNvPr id="0" name=""/>
        <dsp:cNvSpPr/>
      </dsp:nvSpPr>
      <dsp:spPr>
        <a:xfrm rot="5400000">
          <a:off x="-165935" y="165935"/>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1.</a:t>
          </a:r>
          <a:endParaRPr lang="fr-FR" sz="2200" kern="1200" dirty="0">
            <a:latin typeface="Cambria" panose="02040503050406030204" pitchFamily="18" charset="0"/>
            <a:ea typeface="Cambria" panose="02040503050406030204" pitchFamily="18" charset="0"/>
            <a:cs typeface="+mn-cs"/>
          </a:endParaRPr>
        </a:p>
      </dsp:txBody>
      <dsp:txXfrm rot="-5400000">
        <a:off x="2" y="387182"/>
        <a:ext cx="774365" cy="331872"/>
      </dsp:txXfrm>
    </dsp:sp>
    <dsp:sp modelId="{D348354D-45C4-4F36-B8B5-4CF15FA70D33}">
      <dsp:nvSpPr>
        <dsp:cNvPr id="0" name=""/>
        <dsp:cNvSpPr/>
      </dsp:nvSpPr>
      <dsp:spPr>
        <a:xfrm rot="5400000">
          <a:off x="5285455" y="-4507077"/>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Introduction</a:t>
          </a:r>
          <a:endParaRPr lang="fr-FR" sz="4400" kern="1200" dirty="0">
            <a:latin typeface="Cambria" panose="02040503050406030204" pitchFamily="18" charset="0"/>
            <a:ea typeface="Cambria" panose="02040503050406030204" pitchFamily="18" charset="0"/>
            <a:cs typeface="+mn-cs"/>
          </a:endParaRPr>
        </a:p>
      </dsp:txBody>
      <dsp:txXfrm rot="-5400000">
        <a:off x="774366" y="39113"/>
        <a:ext cx="9706133" cy="648852"/>
      </dsp:txXfrm>
    </dsp:sp>
    <dsp:sp modelId="{D8E23947-776E-480E-9D1E-3C443D745CF1}">
      <dsp:nvSpPr>
        <dsp:cNvPr id="0" name=""/>
        <dsp:cNvSpPr/>
      </dsp:nvSpPr>
      <dsp:spPr>
        <a:xfrm rot="5400000">
          <a:off x="-165935" y="1180060"/>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a:latin typeface="Cambria" panose="02040503050406030204" pitchFamily="18" charset="0"/>
              <a:ea typeface="Cambria" panose="02040503050406030204" pitchFamily="18" charset="0"/>
              <a:cs typeface="+mn-cs"/>
            </a:rPr>
            <a:t>2.</a:t>
          </a:r>
          <a:endParaRPr lang="fr-FR" sz="2200" kern="1200" dirty="0">
            <a:latin typeface="Cambria" panose="02040503050406030204" pitchFamily="18" charset="0"/>
            <a:ea typeface="Cambria" panose="02040503050406030204" pitchFamily="18" charset="0"/>
            <a:cs typeface="+mn-cs"/>
          </a:endParaRPr>
        </a:p>
      </dsp:txBody>
      <dsp:txXfrm rot="-5400000">
        <a:off x="2" y="1401307"/>
        <a:ext cx="774365" cy="331872"/>
      </dsp:txXfrm>
    </dsp:sp>
    <dsp:sp modelId="{75546590-EC9E-4994-9B6F-C3ABA43161DD}">
      <dsp:nvSpPr>
        <dsp:cNvPr id="0" name=""/>
        <dsp:cNvSpPr/>
      </dsp:nvSpPr>
      <dsp:spPr>
        <a:xfrm rot="5400000">
          <a:off x="5285455" y="-3496964"/>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a:latin typeface="Cambria" panose="02040503050406030204" pitchFamily="18" charset="0"/>
              <a:ea typeface="Cambria" panose="02040503050406030204" pitchFamily="18" charset="0"/>
              <a:cs typeface="+mn-cs"/>
            </a:rPr>
            <a:t>Principales caractéristiques du cloud</a:t>
          </a:r>
          <a:endParaRPr lang="fr-FR" sz="4400" kern="1200" dirty="0">
            <a:latin typeface="Cambria" panose="02040503050406030204" pitchFamily="18" charset="0"/>
            <a:ea typeface="Cambria" panose="02040503050406030204" pitchFamily="18" charset="0"/>
            <a:cs typeface="+mn-cs"/>
          </a:endParaRPr>
        </a:p>
      </dsp:txBody>
      <dsp:txXfrm rot="-5400000">
        <a:off x="774366" y="1049226"/>
        <a:ext cx="9706133" cy="648852"/>
      </dsp:txXfrm>
    </dsp:sp>
    <dsp:sp modelId="{04978F30-AA93-463C-9BB0-41CEB5D987C6}">
      <dsp:nvSpPr>
        <dsp:cNvPr id="0" name=""/>
        <dsp:cNvSpPr/>
      </dsp:nvSpPr>
      <dsp:spPr>
        <a:xfrm rot="5400000">
          <a:off x="-165935" y="2190173"/>
          <a:ext cx="1106237" cy="774365"/>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cs typeface="+mn-cs"/>
            </a:rPr>
            <a:t>3.</a:t>
          </a:r>
        </a:p>
      </dsp:txBody>
      <dsp:txXfrm rot="-5400000">
        <a:off x="2" y="2411420"/>
        <a:ext cx="774365" cy="331872"/>
      </dsp:txXfrm>
    </dsp:sp>
    <dsp:sp modelId="{382B9D09-32A1-4879-842C-4EBFF456F70D}">
      <dsp:nvSpPr>
        <dsp:cNvPr id="0" name=""/>
        <dsp:cNvSpPr/>
      </dsp:nvSpPr>
      <dsp:spPr>
        <a:xfrm rot="5400000">
          <a:off x="5285455" y="-2486851"/>
          <a:ext cx="719054" cy="974123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2928" tIns="27940" rIns="27940" bIns="27940" numCol="1" spcCol="1270" anchor="ctr" anchorCtr="0">
          <a:noAutofit/>
        </a:bodyPr>
        <a:lstStyle/>
        <a:p>
          <a:pPr marL="285750" lvl="1" indent="-285750" algn="l" defTabSz="1955800">
            <a:lnSpc>
              <a:spcPct val="90000"/>
            </a:lnSpc>
            <a:spcBef>
              <a:spcPct val="0"/>
            </a:spcBef>
            <a:spcAft>
              <a:spcPct val="15000"/>
            </a:spcAft>
            <a:buChar char="•"/>
          </a:pPr>
          <a:r>
            <a:rPr lang="fr-FR" sz="4400" kern="1200" dirty="0">
              <a:latin typeface="Cambria" panose="02040503050406030204" pitchFamily="18" charset="0"/>
              <a:ea typeface="Cambria" panose="02040503050406030204" pitchFamily="18" charset="0"/>
              <a:cs typeface="+mn-cs"/>
            </a:rPr>
            <a:t>Différents types de Cloud</a:t>
          </a:r>
        </a:p>
      </dsp:txBody>
      <dsp:txXfrm rot="-5400000">
        <a:off x="774366" y="2059339"/>
        <a:ext cx="9706133" cy="648852"/>
      </dsp:txXfrm>
    </dsp:sp>
    <dsp:sp modelId="{F05BAB32-5FD8-4ACC-BE23-7F934C91C8C4}">
      <dsp:nvSpPr>
        <dsp:cNvPr id="0" name=""/>
        <dsp:cNvSpPr/>
      </dsp:nvSpPr>
      <dsp:spPr>
        <a:xfrm rot="5400000">
          <a:off x="-165935" y="3200286"/>
          <a:ext cx="1106237" cy="774365"/>
        </a:xfrm>
        <a:prstGeom prst="chevron">
          <a:avLst/>
        </a:prstGeom>
        <a:solidFill>
          <a:schemeClr val="accent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4</a:t>
          </a:r>
          <a:r>
            <a:rPr lang="fr-FR" sz="2200" kern="1200" dirty="0">
              <a:highlight>
                <a:srgbClr val="000080"/>
              </a:highlight>
              <a:latin typeface="Cambria" panose="02040503050406030204" pitchFamily="18" charset="0"/>
              <a:ea typeface="Cambria" panose="02040503050406030204" pitchFamily="18" charset="0"/>
            </a:rPr>
            <a:t>.</a:t>
          </a:r>
        </a:p>
      </dsp:txBody>
      <dsp:txXfrm rot="-5400000">
        <a:off x="2" y="3421533"/>
        <a:ext cx="774365" cy="331872"/>
      </dsp:txXfrm>
    </dsp:sp>
    <dsp:sp modelId="{7DEBE452-D49F-441E-8FEA-2D5E88746963}">
      <dsp:nvSpPr>
        <dsp:cNvPr id="0" name=""/>
        <dsp:cNvSpPr/>
      </dsp:nvSpPr>
      <dsp:spPr>
        <a:xfrm rot="5400000">
          <a:off x="5285455" y="-1476739"/>
          <a:ext cx="719054" cy="9741234"/>
        </a:xfrm>
        <a:prstGeom prst="round2SameRect">
          <a:avLst/>
        </a:prstGeom>
        <a:solidFill>
          <a:schemeClr val="bg2">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solidFill>
                <a:schemeClr val="tx1"/>
              </a:solidFill>
              <a:latin typeface="Cambria" panose="02040503050406030204" pitchFamily="18" charset="0"/>
              <a:ea typeface="Cambria" panose="02040503050406030204" pitchFamily="18" charset="0"/>
            </a:rPr>
            <a:t>Différents modèles de services Cloud</a:t>
          </a:r>
        </a:p>
      </dsp:txBody>
      <dsp:txXfrm rot="-5400000">
        <a:off x="774366" y="3069451"/>
        <a:ext cx="9706133" cy="648852"/>
      </dsp:txXfrm>
    </dsp:sp>
    <dsp:sp modelId="{C982BE34-8977-4488-8593-1CB60421ECD6}">
      <dsp:nvSpPr>
        <dsp:cNvPr id="0" name=""/>
        <dsp:cNvSpPr/>
      </dsp:nvSpPr>
      <dsp:spPr>
        <a:xfrm rot="5400000">
          <a:off x="-165935" y="4210399"/>
          <a:ext cx="1106237" cy="774365"/>
        </a:xfrm>
        <a:prstGeom prst="chevron">
          <a:avLst/>
        </a:prstGeom>
        <a:solidFill>
          <a:schemeClr val="accent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5.</a:t>
          </a:r>
        </a:p>
      </dsp:txBody>
      <dsp:txXfrm rot="-5400000">
        <a:off x="2" y="4431646"/>
        <a:ext cx="774365" cy="331872"/>
      </dsp:txXfrm>
    </dsp:sp>
    <dsp:sp modelId="{701F3621-29A6-4410-96C2-54CAB3AE0219}">
      <dsp:nvSpPr>
        <dsp:cNvPr id="0" name=""/>
        <dsp:cNvSpPr/>
      </dsp:nvSpPr>
      <dsp:spPr>
        <a:xfrm rot="5400000">
          <a:off x="5285455" y="-466626"/>
          <a:ext cx="719054" cy="9741234"/>
        </a:xfrm>
        <a:prstGeom prst="round2SameRect">
          <a:avLst/>
        </a:prstGeom>
        <a:solidFill>
          <a:schemeClr val="bg2">
            <a:alpha val="90000"/>
          </a:schemeClr>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Grands principes du Edge et Fog </a:t>
          </a:r>
          <a:r>
            <a:rPr lang="fr-FR" sz="3800" kern="1200" dirty="0" err="1">
              <a:latin typeface="Cambria" panose="02040503050406030204" pitchFamily="18" charset="0"/>
              <a:ea typeface="Cambria" panose="02040503050406030204" pitchFamily="18" charset="0"/>
            </a:rPr>
            <a:t>computing</a:t>
          </a:r>
          <a:endParaRPr lang="fr-FR" sz="3800" kern="1200" dirty="0">
            <a:latin typeface="Cambria" panose="02040503050406030204" pitchFamily="18" charset="0"/>
            <a:ea typeface="Cambria" panose="02040503050406030204" pitchFamily="18" charset="0"/>
          </a:endParaRPr>
        </a:p>
      </dsp:txBody>
      <dsp:txXfrm rot="-5400000">
        <a:off x="774366" y="4079564"/>
        <a:ext cx="9706133" cy="648852"/>
      </dsp:txXfrm>
    </dsp:sp>
    <dsp:sp modelId="{11AA0E6F-3938-44DA-97C1-59F74FFB8ECA}">
      <dsp:nvSpPr>
        <dsp:cNvPr id="0" name=""/>
        <dsp:cNvSpPr/>
      </dsp:nvSpPr>
      <dsp:spPr>
        <a:xfrm rot="5400000">
          <a:off x="-165935" y="5220512"/>
          <a:ext cx="1106237" cy="774365"/>
        </a:xfrm>
        <a:prstGeom prst="chevron">
          <a:avLst/>
        </a:prstGeom>
        <a:solidFill>
          <a:schemeClr val="accent2"/>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FR" sz="2200" kern="1200" dirty="0">
              <a:latin typeface="Cambria" panose="02040503050406030204" pitchFamily="18" charset="0"/>
              <a:ea typeface="Cambria" panose="02040503050406030204" pitchFamily="18" charset="0"/>
            </a:rPr>
            <a:t>6. </a:t>
          </a:r>
        </a:p>
      </dsp:txBody>
      <dsp:txXfrm rot="-5400000">
        <a:off x="2" y="5441759"/>
        <a:ext cx="774365" cy="331872"/>
      </dsp:txXfrm>
    </dsp:sp>
    <dsp:sp modelId="{49A57842-C0EF-449B-BB4B-83B05077417B}">
      <dsp:nvSpPr>
        <dsp:cNvPr id="0" name=""/>
        <dsp:cNvSpPr/>
      </dsp:nvSpPr>
      <dsp:spPr>
        <a:xfrm rot="5400000">
          <a:off x="5285455" y="543486"/>
          <a:ext cx="719054" cy="9741234"/>
        </a:xfrm>
        <a:prstGeom prst="round2SameRect">
          <a:avLst/>
        </a:prstGeom>
        <a:solidFill>
          <a:schemeClr val="accent2">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56" tIns="24130" rIns="24130" bIns="24130" numCol="1" spcCol="1270" anchor="ctr" anchorCtr="0">
          <a:noAutofit/>
        </a:bodyPr>
        <a:lstStyle/>
        <a:p>
          <a:pPr marL="285750" lvl="1" indent="-285750" algn="l" defTabSz="1689100">
            <a:lnSpc>
              <a:spcPct val="90000"/>
            </a:lnSpc>
            <a:spcBef>
              <a:spcPct val="0"/>
            </a:spcBef>
            <a:spcAft>
              <a:spcPct val="15000"/>
            </a:spcAft>
            <a:buChar char="•"/>
          </a:pPr>
          <a:r>
            <a:rPr lang="fr-FR" sz="3800" kern="1200" dirty="0">
              <a:latin typeface="Cambria" panose="02040503050406030204" pitchFamily="18" charset="0"/>
              <a:ea typeface="Cambria" panose="02040503050406030204" pitchFamily="18" charset="0"/>
            </a:rPr>
            <a:t>Applications</a:t>
          </a:r>
        </a:p>
      </dsp:txBody>
      <dsp:txXfrm rot="-5400000">
        <a:off x="774366" y="5089677"/>
        <a:ext cx="9706133" cy="648852"/>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A7BB2A-BD04-4FE5-8D04-9BECC285F149}" type="datetimeFigureOut">
              <a:rPr lang="fr-FR" smtClean="0"/>
              <a:t>02/12/2025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F57875-40FC-423E-ACC5-D6BE6498D42D}" type="slidenum">
              <a:rPr lang="fr-FR" smtClean="0"/>
              <a:t>‹#›</a:t>
            </a:fld>
            <a:endParaRPr lang="fr-FR"/>
          </a:p>
        </p:txBody>
      </p:sp>
    </p:spTree>
    <p:extLst>
      <p:ext uri="{BB962C8B-B14F-4D97-AF65-F5344CB8AC3E}">
        <p14:creationId xmlns:p14="http://schemas.microsoft.com/office/powerpoint/2010/main" val="318979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aws.amazon.com/vpc/latest/userguide/what-is-amazon-vpc.html?utm_source=chatgpt.com"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Mes respects mon colonel, </a:t>
            </a:r>
            <a:r>
              <a:rPr lang="fr-FR" dirty="0" err="1"/>
              <a:t>bonjoiur</a:t>
            </a:r>
            <a:r>
              <a:rPr lang="fr-FR" dirty="0"/>
              <a:t> à tous bienvenue à la 74</a:t>
            </a:r>
            <a:r>
              <a:rPr lang="fr-FR" baseline="30000" dirty="0"/>
              <a:t>e</a:t>
            </a:r>
            <a:r>
              <a:rPr lang="fr-FR" dirty="0"/>
              <a:t> </a:t>
            </a:r>
            <a:r>
              <a:rPr lang="fr-FR" dirty="0" err="1"/>
              <a:t>edition</a:t>
            </a:r>
            <a:r>
              <a:rPr lang="fr-FR" dirty="0"/>
              <a:t> de mercredi cyber. Le </a:t>
            </a:r>
            <a:r>
              <a:rPr lang="fr-FR" dirty="0" err="1"/>
              <a:t>theme</a:t>
            </a:r>
            <a:r>
              <a:rPr lang="fr-FR" dirty="0"/>
              <a:t> que nous allons </a:t>
            </a:r>
            <a:r>
              <a:rPr lang="fr-FR" dirty="0" err="1"/>
              <a:t>presenter</a:t>
            </a:r>
            <a:r>
              <a:rPr lang="fr-FR" dirty="0"/>
              <a:t> aujourd’hui , c’est le cloud, </a:t>
            </a:r>
            <a:r>
              <a:rPr lang="fr-FR" dirty="0" err="1"/>
              <a:t>edge</a:t>
            </a:r>
            <a:r>
              <a:rPr lang="fr-FR" dirty="0"/>
              <a:t> et le </a:t>
            </a:r>
            <a:r>
              <a:rPr lang="fr-FR" dirty="0" err="1"/>
              <a:t>fog</a:t>
            </a:r>
            <a:r>
              <a:rPr lang="fr-FR" dirty="0"/>
              <a:t> </a:t>
            </a:r>
            <a:r>
              <a:rPr lang="fr-FR" dirty="0" err="1"/>
              <a:t>computing</a:t>
            </a:r>
            <a:r>
              <a:rPr lang="fr-FR" dirty="0"/>
              <a:t>/ Le terme « cloud </a:t>
            </a:r>
            <a:r>
              <a:rPr lang="fr-FR" dirty="0" err="1"/>
              <a:t>computing</a:t>
            </a:r>
            <a:r>
              <a:rPr lang="fr-FR" dirty="0"/>
              <a:t> » (ou informatique en nuage</a:t>
            </a:r>
            <a:r>
              <a:rPr lang="fr-FR" sz="1200" b="0" i="0" kern="1200" dirty="0">
                <a:solidFill>
                  <a:schemeClr val="tx1"/>
                </a:solidFill>
                <a:effectLst/>
                <a:latin typeface="+mn-lt"/>
                <a:ea typeface="+mn-ea"/>
                <a:cs typeface="+mn-cs"/>
              </a:rPr>
              <a:t>) désigne la fourniture de ressources informatiques (serveurs, stockage, bases de données, réseaux, logiciels) via Internet. Cela permet aux utilisateurs d'accéder à des applications et à des données à distance, plutôt que de les stocker ou de les exécuter sur des ordinateurs locaux. </a:t>
            </a:r>
            <a:endParaRPr lang="fr-FR" dirty="0"/>
          </a:p>
        </p:txBody>
      </p:sp>
      <p:sp>
        <p:nvSpPr>
          <p:cNvPr id="4" name="Slide Number Placeholder 3"/>
          <p:cNvSpPr>
            <a:spLocks noGrp="1"/>
          </p:cNvSpPr>
          <p:nvPr>
            <p:ph type="sldNum" sz="quarter" idx="5"/>
          </p:nvPr>
        </p:nvSpPr>
        <p:spPr/>
        <p:txBody>
          <a:bodyPr/>
          <a:lstStyle/>
          <a:p>
            <a:fld id="{69F57875-40FC-423E-ACC5-D6BE6498D42D}" type="slidenum">
              <a:rPr lang="fr-FR" smtClean="0"/>
              <a:t>1</a:t>
            </a:fld>
            <a:endParaRPr lang="fr-FR"/>
          </a:p>
        </p:txBody>
      </p:sp>
    </p:spTree>
    <p:extLst>
      <p:ext uri="{BB962C8B-B14F-4D97-AF65-F5344CB8AC3E}">
        <p14:creationId xmlns:p14="http://schemas.microsoft.com/office/powerpoint/2010/main" val="3567184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cloud correspond à un modèle de mise à </a:t>
            </a:r>
            <a:r>
              <a:rPr lang="fr-FR" dirty="0" err="1"/>
              <a:t>dispositon</a:t>
            </a:r>
            <a:r>
              <a:rPr lang="fr-FR" dirty="0"/>
              <a:t> à la demande , de ressources informatiques en tant que services . </a:t>
            </a:r>
          </a:p>
          <a:p>
            <a:r>
              <a:rPr lang="fr-FR" dirty="0"/>
              <a:t>Modèle de consommation des ressources informatique .</a:t>
            </a:r>
          </a:p>
          <a:p>
            <a:r>
              <a:rPr lang="fr-FR" dirty="0"/>
              <a:t>Consommer de la puissance de calcul, stockage, applications.</a:t>
            </a:r>
          </a:p>
          <a:p>
            <a:r>
              <a:rPr lang="fr-FR" dirty="0"/>
              <a:t>Le cloud est incontournable</a:t>
            </a:r>
          </a:p>
        </p:txBody>
      </p:sp>
      <p:sp>
        <p:nvSpPr>
          <p:cNvPr id="4" name="Slide Number Placeholder 3"/>
          <p:cNvSpPr>
            <a:spLocks noGrp="1"/>
          </p:cNvSpPr>
          <p:nvPr>
            <p:ph type="sldNum" sz="quarter" idx="5"/>
          </p:nvPr>
        </p:nvSpPr>
        <p:spPr/>
        <p:txBody>
          <a:bodyPr/>
          <a:lstStyle/>
          <a:p>
            <a:fld id="{69F57875-40FC-423E-ACC5-D6BE6498D42D}" type="slidenum">
              <a:rPr lang="fr-FR" smtClean="0"/>
              <a:t>5</a:t>
            </a:fld>
            <a:endParaRPr lang="fr-FR"/>
          </a:p>
        </p:txBody>
      </p:sp>
    </p:spTree>
    <p:extLst>
      <p:ext uri="{BB962C8B-B14F-4D97-AF65-F5344CB8AC3E}">
        <p14:creationId xmlns:p14="http://schemas.microsoft.com/office/powerpoint/2010/main" val="4104787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CECD4-CD18-6F66-FC57-DB3A5A210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61DDB-954A-813C-2176-F03969589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B3868-3DD6-F1D2-D5CB-E2721BB9E83E}"/>
              </a:ext>
            </a:extLst>
          </p:cNvPr>
          <p:cNvSpPr>
            <a:spLocks noGrp="1"/>
          </p:cNvSpPr>
          <p:nvPr>
            <p:ph type="body" idx="1"/>
          </p:nvPr>
        </p:nvSpPr>
        <p:spPr/>
        <p:txBody>
          <a:bodyPr/>
          <a:lstStyle/>
          <a:p>
            <a:r>
              <a:rPr lang="fr-FR" dirty="0"/>
              <a:t>A la basse nous avons des objet connectés IOT</a:t>
            </a:r>
          </a:p>
          <a:p>
            <a:r>
              <a:rPr lang="fr-FR" dirty="0"/>
              <a:t>NOUS avons une </a:t>
            </a:r>
            <a:r>
              <a:rPr lang="fr-FR" dirty="0" err="1"/>
              <a:t>gate</a:t>
            </a:r>
            <a:r>
              <a:rPr lang="fr-FR" dirty="0"/>
              <a:t> </a:t>
            </a:r>
            <a:r>
              <a:rPr lang="fr-FR" dirty="0" err="1"/>
              <a:t>way</a:t>
            </a:r>
            <a:r>
              <a:rPr lang="fr-FR" dirty="0"/>
              <a:t> une passerelle</a:t>
            </a:r>
          </a:p>
          <a:p>
            <a:r>
              <a:rPr lang="fr-FR" dirty="0"/>
              <a:t>On y recours pour </a:t>
            </a:r>
            <a:r>
              <a:rPr lang="fr-FR" dirty="0" err="1"/>
              <a:t>acceder</a:t>
            </a:r>
            <a:r>
              <a:rPr lang="fr-FR" dirty="0"/>
              <a:t> aux outils </a:t>
            </a:r>
          </a:p>
          <a:p>
            <a:r>
              <a:rPr lang="fr-FR" dirty="0"/>
              <a:t>Ce schéma illustre comment les utilisateurs accèdent aux services du cloud à travers une architecture simple.</a:t>
            </a:r>
          </a:p>
          <a:p>
            <a:r>
              <a:rPr lang="fr-FR" dirty="0"/>
              <a:t>Les ressources informatiques comme les serveurs, les logiciels, les applications ou le stockage ne se trouvent pas dans les appareils des utilisateurs. Elles sont hébergées dans le cloud et accessibles via Internet. Les équipements tels que les téléphones, ordinateurs ou imprimantes se connectent d’abord à un routeur ou un switch, puis passent par le réseau pour atteindre les services distants.</a:t>
            </a:r>
          </a:p>
          <a:p>
            <a:r>
              <a:rPr lang="fr-FR" dirty="0"/>
              <a:t>L’idée clé est que toute la puissance informatique est centralisée dans le cloud. Les utilisateurs profitent des services à distance sans s’occuper de l’infrastructure, ce qui rend l’accès plus facile, flexible et adapté aux besoins en évolution.</a:t>
            </a:r>
          </a:p>
          <a:p>
            <a:endParaRPr lang="fr-FR" dirty="0"/>
          </a:p>
        </p:txBody>
      </p:sp>
      <p:sp>
        <p:nvSpPr>
          <p:cNvPr id="4" name="Slide Number Placeholder 3">
            <a:extLst>
              <a:ext uri="{FF2B5EF4-FFF2-40B4-BE49-F238E27FC236}">
                <a16:creationId xmlns:a16="http://schemas.microsoft.com/office/drawing/2014/main" id="{3805F5FC-2E4D-0E87-FF66-29F173A2CFD8}"/>
              </a:ext>
            </a:extLst>
          </p:cNvPr>
          <p:cNvSpPr>
            <a:spLocks noGrp="1"/>
          </p:cNvSpPr>
          <p:nvPr>
            <p:ph type="sldNum" sz="quarter" idx="5"/>
          </p:nvPr>
        </p:nvSpPr>
        <p:spPr/>
        <p:txBody>
          <a:bodyPr/>
          <a:lstStyle/>
          <a:p>
            <a:fld id="{69F57875-40FC-423E-ACC5-D6BE6498D42D}" type="slidenum">
              <a:rPr lang="fr-FR" smtClean="0"/>
              <a:t>6</a:t>
            </a:fld>
            <a:endParaRPr lang="fr-FR"/>
          </a:p>
        </p:txBody>
      </p:sp>
    </p:spTree>
    <p:extLst>
      <p:ext uri="{BB962C8B-B14F-4D97-AF65-F5344CB8AC3E}">
        <p14:creationId xmlns:p14="http://schemas.microsoft.com/office/powerpoint/2010/main" val="693275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Trop de données</a:t>
            </a:r>
            <a:br>
              <a:rPr lang="fr-FR" dirty="0"/>
            </a:br>
            <a:r>
              <a:rPr lang="fr-FR" dirty="0"/>
              <a:t>Le cloud aide à stocker et traiter des volumes massifs venant des objets connectés.</a:t>
            </a:r>
          </a:p>
          <a:p>
            <a:r>
              <a:rPr lang="fr-FR" b="1" dirty="0"/>
              <a:t>Manque de stockage</a:t>
            </a:r>
            <a:br>
              <a:rPr lang="fr-FR" dirty="0"/>
            </a:br>
            <a:r>
              <a:rPr lang="fr-FR" dirty="0"/>
              <a:t>Le cloud offre une capacité quasi illimitée et extensible sans acheter du matériel.</a:t>
            </a:r>
          </a:p>
          <a:p>
            <a:r>
              <a:rPr lang="fr-FR" b="1" dirty="0"/>
              <a:t>Manque de qualification</a:t>
            </a:r>
            <a:br>
              <a:rPr lang="fr-FR" dirty="0"/>
            </a:br>
            <a:r>
              <a:rPr lang="fr-FR" dirty="0"/>
              <a:t>Les services cloud sont plus simples à déployer et gérés par des experts du fournisseur.</a:t>
            </a:r>
          </a:p>
          <a:p>
            <a:r>
              <a:rPr lang="fr-FR" b="1" dirty="0"/>
              <a:t>Pas assez de moyens</a:t>
            </a:r>
            <a:br>
              <a:rPr lang="fr-FR" dirty="0"/>
            </a:br>
            <a:r>
              <a:rPr lang="fr-FR" dirty="0"/>
              <a:t>Le modèle à la demande réduit les coûts, pas besoin d’investir dans des serveurs.</a:t>
            </a:r>
          </a:p>
          <a:p>
            <a:r>
              <a:rPr lang="fr-FR" dirty="0"/>
              <a:t>Donc oui, ces questions soutiennent parfaitement l’idée principale:</a:t>
            </a:r>
            <a:br>
              <a:rPr lang="fr-FR" dirty="0"/>
            </a:br>
            <a:r>
              <a:rPr lang="fr-FR" dirty="0"/>
              <a:t>→ Le cloud est utilisé parce qu’il répond à des limites techniques et financières des infrastructures locales, surtout avec l’IoT qui génère énormément de données.</a:t>
            </a:r>
          </a:p>
          <a:p>
            <a:endParaRPr lang="fr-FR" dirty="0"/>
          </a:p>
        </p:txBody>
      </p:sp>
      <p:sp>
        <p:nvSpPr>
          <p:cNvPr id="4" name="Slide Number Placeholder 3"/>
          <p:cNvSpPr>
            <a:spLocks noGrp="1"/>
          </p:cNvSpPr>
          <p:nvPr>
            <p:ph type="sldNum" sz="quarter" idx="5"/>
          </p:nvPr>
        </p:nvSpPr>
        <p:spPr/>
        <p:txBody>
          <a:bodyPr/>
          <a:lstStyle/>
          <a:p>
            <a:fld id="{69F57875-40FC-423E-ACC5-D6BE6498D42D}" type="slidenum">
              <a:rPr lang="fr-FR" smtClean="0"/>
              <a:t>7</a:t>
            </a:fld>
            <a:endParaRPr lang="fr-FR"/>
          </a:p>
        </p:txBody>
      </p:sp>
    </p:spTree>
    <p:extLst>
      <p:ext uri="{BB962C8B-B14F-4D97-AF65-F5344CB8AC3E}">
        <p14:creationId xmlns:p14="http://schemas.microsoft.com/office/powerpoint/2010/main" val="1148137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8591A-AB9F-61BC-B81E-60FA62F07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4BB94-F407-566A-AD4D-D31B3CCA5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AF133-47FE-71D3-D127-6502568032D0}"/>
              </a:ext>
            </a:extLst>
          </p:cNvPr>
          <p:cNvSpPr>
            <a:spLocks noGrp="1"/>
          </p:cNvSpPr>
          <p:nvPr>
            <p:ph type="body" idx="1"/>
          </p:nvPr>
        </p:nvSpPr>
        <p:spPr/>
        <p:txBody>
          <a:bodyPr/>
          <a:lstStyle/>
          <a:p>
            <a:r>
              <a:rPr lang="fr-FR" dirty="0"/>
              <a:t>Le cloud </a:t>
            </a:r>
            <a:r>
              <a:rPr lang="fr-FR" dirty="0" err="1"/>
              <a:t>computing</a:t>
            </a:r>
            <a:r>
              <a:rPr lang="fr-FR" dirty="0"/>
              <a:t> offre des services accessibles à la demande et payés selon l’usage. Les ressources sont partagées et ajustées automatiquement pour répondre aux besoins, ce qui garantit une grande flexibilité. L’infrastructure est protégée contre les pannes et les attaques pour assurer une disponibilité élevée. Cette approche permet d’héberger et de gérer des services numériques de manière efficace et sécurisée.</a:t>
            </a:r>
          </a:p>
        </p:txBody>
      </p:sp>
      <p:sp>
        <p:nvSpPr>
          <p:cNvPr id="4" name="Slide Number Placeholder 3">
            <a:extLst>
              <a:ext uri="{FF2B5EF4-FFF2-40B4-BE49-F238E27FC236}">
                <a16:creationId xmlns:a16="http://schemas.microsoft.com/office/drawing/2014/main" id="{F198366E-ADF1-4F11-6573-F3E176448D5A}"/>
              </a:ext>
            </a:extLst>
          </p:cNvPr>
          <p:cNvSpPr>
            <a:spLocks noGrp="1"/>
          </p:cNvSpPr>
          <p:nvPr>
            <p:ph type="sldNum" sz="quarter" idx="5"/>
          </p:nvPr>
        </p:nvSpPr>
        <p:spPr/>
        <p:txBody>
          <a:bodyPr/>
          <a:lstStyle/>
          <a:p>
            <a:fld id="{69F57875-40FC-423E-ACC5-D6BE6498D42D}" type="slidenum">
              <a:rPr lang="fr-FR" smtClean="0"/>
              <a:t>9</a:t>
            </a:fld>
            <a:endParaRPr lang="fr-FR"/>
          </a:p>
        </p:txBody>
      </p:sp>
    </p:spTree>
    <p:extLst>
      <p:ext uri="{BB962C8B-B14F-4D97-AF65-F5344CB8AC3E}">
        <p14:creationId xmlns:p14="http://schemas.microsoft.com/office/powerpoint/2010/main" val="1346021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280D-7C0A-27E1-301E-1B4DD7716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21111-4503-9B86-8A49-1F701C021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C617B-FD57-35CB-EEF1-AC229F2908AF}"/>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modèle informatique où des fournisseurs tiers mettent à disposition des ressources informatiques (serveurs, stockage, applications) sur internet, accessibles à la demande au grand public ou aux entreprises.</a:t>
            </a:r>
          </a:p>
          <a:p>
            <a:r>
              <a:rPr lang="fr-FR" sz="1200" b="1" i="0" kern="1200" dirty="0">
                <a:solidFill>
                  <a:schemeClr val="tx1"/>
                </a:solidFill>
                <a:effectLst/>
                <a:latin typeface="+mn-lt"/>
                <a:ea typeface="+mn-ea"/>
                <a:cs typeface="+mn-cs"/>
              </a:rPr>
              <a:t>Infrastructure partagée :</a:t>
            </a:r>
            <a:r>
              <a:rPr lang="fr-FR" sz="1200" b="0" i="0" kern="1200" dirty="0">
                <a:solidFill>
                  <a:schemeClr val="tx1"/>
                </a:solidFill>
                <a:effectLst/>
                <a:latin typeface="+mn-lt"/>
                <a:ea typeface="+mn-ea"/>
                <a:cs typeface="+mn-cs"/>
              </a:rPr>
              <a:t> Les ressources physiques (serveurs, stockage) sont partagées entre plusieurs clients, bien que les données et les applications soient isolées.</a:t>
            </a:r>
          </a:p>
          <a:p>
            <a:r>
              <a:rPr lang="fr-FR" sz="1200" b="1" i="0" kern="1200" dirty="0">
                <a:solidFill>
                  <a:schemeClr val="tx1"/>
                </a:solidFill>
                <a:effectLst/>
                <a:latin typeface="+mn-lt"/>
                <a:ea typeface="+mn-ea"/>
                <a:cs typeface="+mn-cs"/>
              </a:rPr>
              <a:t>Évolutivité et flexibilité :</a:t>
            </a:r>
            <a:r>
              <a:rPr lang="fr-FR" sz="1200" b="0" i="0" kern="1200" dirty="0">
                <a:solidFill>
                  <a:schemeClr val="tx1"/>
                </a:solidFill>
                <a:effectLst/>
                <a:latin typeface="+mn-lt"/>
                <a:ea typeface="+mn-ea"/>
                <a:cs typeface="+mn-cs"/>
              </a:rPr>
              <a:t> Les utilisateurs peuvent augmenter ou diminuer rapidement les ressources allouées en fonction de leurs besoins, ce qui est idéal pour gérer les pics d'activité.</a:t>
            </a:r>
          </a:p>
          <a:p>
            <a:r>
              <a:rPr lang="fr-FR" sz="1200" b="1" i="0" kern="1200" dirty="0">
                <a:solidFill>
                  <a:schemeClr val="tx1"/>
                </a:solidFill>
                <a:effectLst/>
                <a:latin typeface="+mn-lt"/>
                <a:ea typeface="+mn-ea"/>
                <a:cs typeface="+mn-cs"/>
              </a:rPr>
              <a:t>Accès à la demande :</a:t>
            </a:r>
            <a:r>
              <a:rPr lang="fr-FR" sz="1200" b="0" i="0" kern="1200" dirty="0">
                <a:solidFill>
                  <a:schemeClr val="tx1"/>
                </a:solidFill>
                <a:effectLst/>
                <a:latin typeface="+mn-lt"/>
                <a:ea typeface="+mn-ea"/>
                <a:cs typeface="+mn-cs"/>
              </a:rPr>
              <a:t> Les services sont disponibles immédiatement, et les utilisateurs peuvent y accéder à tout moment via Internet.</a:t>
            </a:r>
          </a:p>
          <a:p>
            <a:r>
              <a:rPr lang="fr-FR" sz="1200" b="1" i="0" kern="1200" dirty="0">
                <a:solidFill>
                  <a:schemeClr val="tx1"/>
                </a:solidFill>
                <a:effectLst/>
                <a:latin typeface="+mn-lt"/>
                <a:ea typeface="+mn-ea"/>
                <a:cs typeface="+mn-cs"/>
              </a:rPr>
              <a:t>Modèle de paiement à l'utilisation :</a:t>
            </a:r>
            <a:r>
              <a:rPr lang="fr-FR" sz="1200" b="0" i="0" kern="1200" dirty="0">
                <a:solidFill>
                  <a:schemeClr val="tx1"/>
                </a:solidFill>
                <a:effectLst/>
                <a:latin typeface="+mn-lt"/>
                <a:ea typeface="+mn-ea"/>
                <a:cs typeface="+mn-cs"/>
              </a:rPr>
              <a:t> Les clients ne paient que pour les ressources qu'ils consomment, ce qui peut réduire les coûts par rapport à l'achat de matériel.</a:t>
            </a:r>
          </a:p>
          <a:p>
            <a:r>
              <a:rPr lang="fr-FR" sz="1200" b="1" i="0" kern="1200" dirty="0">
                <a:solidFill>
                  <a:schemeClr val="tx1"/>
                </a:solidFill>
                <a:effectLst/>
                <a:latin typeface="+mn-lt"/>
                <a:ea typeface="+mn-ea"/>
                <a:cs typeface="+mn-cs"/>
              </a:rPr>
              <a:t>Gestion et maintenance :</a:t>
            </a:r>
            <a:r>
              <a:rPr lang="fr-FR" sz="1200" b="0" i="0" kern="1200" dirty="0">
                <a:solidFill>
                  <a:schemeClr val="tx1"/>
                </a:solidFill>
                <a:effectLst/>
                <a:latin typeface="+mn-lt"/>
                <a:ea typeface="+mn-ea"/>
                <a:cs typeface="+mn-cs"/>
              </a:rPr>
              <a:t> Le fournisseur est responsable de la maintenance du matériel, du réseau et des logiciels de virtualisation, déchargeant le client de ces tâches.</a:t>
            </a:r>
          </a:p>
          <a:p>
            <a:r>
              <a:rPr lang="fr-FR" sz="1200" b="1" i="0" kern="1200" dirty="0">
                <a:solidFill>
                  <a:schemeClr val="tx1"/>
                </a:solidFill>
                <a:effectLst/>
                <a:latin typeface="+mn-lt"/>
                <a:ea typeface="+mn-ea"/>
                <a:cs typeface="+mn-cs"/>
              </a:rPr>
              <a:t>Services variés :</a:t>
            </a:r>
            <a:r>
              <a:rPr lang="fr-FR" sz="1200" b="0" i="0" kern="1200" dirty="0">
                <a:solidFill>
                  <a:schemeClr val="tx1"/>
                </a:solidFill>
                <a:effectLst/>
                <a:latin typeface="+mn-lt"/>
                <a:ea typeface="+mn-ea"/>
                <a:cs typeface="+mn-cs"/>
              </a:rPr>
              <a:t> Les fournisseurs proposent un large éventail de services, incluant le calcul, le stockage, les bases de données et d'autres plateformes. </a:t>
            </a:r>
          </a:p>
          <a:p>
            <a:r>
              <a:rPr lang="fr-FR" dirty="0"/>
              <a:t>Microsoft Azure fournit des ressources informatiques en ligne, sans gérer soi même les serveurs. On utilise la puissance nécessaire, on l’adapte selon l’activité et on paie selon la consommation. C’est pratique pour héberger des applications, stocker des données et travailler à distance avec la sécurité de Microsoft.</a:t>
            </a:r>
          </a:p>
        </p:txBody>
      </p:sp>
      <p:sp>
        <p:nvSpPr>
          <p:cNvPr id="4" name="Slide Number Placeholder 3">
            <a:extLst>
              <a:ext uri="{FF2B5EF4-FFF2-40B4-BE49-F238E27FC236}">
                <a16:creationId xmlns:a16="http://schemas.microsoft.com/office/drawing/2014/main" id="{E58AEB70-4E14-D2CF-69B5-E18C402E6F59}"/>
              </a:ext>
            </a:extLst>
          </p:cNvPr>
          <p:cNvSpPr>
            <a:spLocks noGrp="1"/>
          </p:cNvSpPr>
          <p:nvPr>
            <p:ph type="sldNum" sz="quarter" idx="5"/>
          </p:nvPr>
        </p:nvSpPr>
        <p:spPr/>
        <p:txBody>
          <a:bodyPr/>
          <a:lstStyle/>
          <a:p>
            <a:fld id="{69F57875-40FC-423E-ACC5-D6BE6498D42D}" type="slidenum">
              <a:rPr lang="fr-FR" smtClean="0"/>
              <a:t>11</a:t>
            </a:fld>
            <a:endParaRPr lang="fr-FR"/>
          </a:p>
        </p:txBody>
      </p:sp>
    </p:spTree>
    <p:extLst>
      <p:ext uri="{BB962C8B-B14F-4D97-AF65-F5344CB8AC3E}">
        <p14:creationId xmlns:p14="http://schemas.microsoft.com/office/powerpoint/2010/main" val="2087068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772F-CB86-2C50-1F9C-4AA845937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B47B9-B283-8FCA-C783-5603B766F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F4D0D-3A8C-30C9-84D4-E1F610082F2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a:t>
            </a:r>
            <a:r>
              <a:rPr lang="fr-FR" sz="1200" b="1" i="0" kern="1200" dirty="0">
                <a:solidFill>
                  <a:schemeClr val="tx1"/>
                </a:solidFill>
                <a:effectLst/>
                <a:latin typeface="+mn-lt"/>
                <a:ea typeface="+mn-ea"/>
                <a:cs typeface="+mn-cs"/>
              </a:rPr>
              <a:t>cloud privé</a:t>
            </a:r>
            <a:r>
              <a:rPr lang="fr-FR" sz="1200" b="0" i="0" kern="1200" dirty="0">
                <a:solidFill>
                  <a:schemeClr val="tx1"/>
                </a:solidFill>
                <a:effectLst/>
                <a:latin typeface="+mn-lt"/>
                <a:ea typeface="+mn-ea"/>
                <a:cs typeface="+mn-cs"/>
              </a:rPr>
              <a:t> est un </a:t>
            </a:r>
            <a:r>
              <a:rPr lang="fr-FR" dirty="0"/>
              <a:t>environnement de cloud </a:t>
            </a:r>
            <a:r>
              <a:rPr lang="fr-FR" dirty="0" err="1"/>
              <a:t>computing</a:t>
            </a:r>
            <a:r>
              <a:rPr lang="fr-FR" dirty="0"/>
              <a:t> exclusivement dédié à une seule organisation</a:t>
            </a:r>
            <a:r>
              <a:rPr lang="fr-FR" sz="1200" b="0" i="0" kern="1200" dirty="0">
                <a:solidFill>
                  <a:schemeClr val="tx1"/>
                </a:solidFill>
                <a:effectLst/>
                <a:latin typeface="+mn-lt"/>
                <a:ea typeface="+mn-ea"/>
                <a:cs typeface="+mn-cs"/>
              </a:rPr>
              <a:t>. Contrairement au cloud public où les ressources sont partagées, le cloud privé offre un accès exclusif à l'infrastructure informatique (serveurs, stockage, réseau), ce qui permet à l'entreprise d'avoir un contrôle total sur ses données, sa sécurité et ses performances.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Amazon VPC signifie </a:t>
            </a:r>
            <a:r>
              <a:rPr lang="fr-FR" b="1" dirty="0"/>
              <a:t>Virtual </a:t>
            </a:r>
            <a:r>
              <a:rPr lang="fr-FR" b="1" dirty="0" err="1"/>
              <a:t>Private</a:t>
            </a:r>
            <a:r>
              <a:rPr lang="fr-FR" b="1" dirty="0"/>
              <a:t> Cloud</a:t>
            </a:r>
            <a:r>
              <a:rPr lang="fr-FR" dirty="0"/>
              <a:t>. C’est un réseau privé que tu crées dans le cloud AWS pour héberger tes ressources comme des serveurs ou des bases de données sans qu’elles soient visibles directement depuis Internet.</a:t>
            </a:r>
          </a:p>
          <a:p>
            <a:r>
              <a:rPr lang="fr-FR" sz="1200" b="1" i="0" kern="1200" dirty="0">
                <a:solidFill>
                  <a:schemeClr val="tx1"/>
                </a:solidFill>
                <a:effectLst/>
                <a:latin typeface="+mn-lt"/>
                <a:ea typeface="+mn-ea"/>
                <a:cs typeface="+mn-cs"/>
              </a:rPr>
              <a:t>Infrastructure dédiée</a:t>
            </a:r>
          </a:p>
          <a:p>
            <a:r>
              <a:rPr lang="fr-FR" sz="1200" b="1" i="0" kern="1200" dirty="0">
                <a:solidFill>
                  <a:schemeClr val="tx1"/>
                </a:solidFill>
                <a:effectLst/>
                <a:latin typeface="+mn-lt"/>
                <a:ea typeface="+mn-ea"/>
                <a:cs typeface="+mn-cs"/>
              </a:rPr>
              <a:t>Ressources exclusives</a:t>
            </a:r>
            <a:r>
              <a:rPr lang="fr-FR" sz="1200" b="0" i="0" kern="1200" dirty="0">
                <a:solidFill>
                  <a:schemeClr val="tx1"/>
                </a:solidFill>
                <a:effectLst/>
                <a:latin typeface="+mn-lt"/>
                <a:ea typeface="+mn-ea"/>
                <a:cs typeface="+mn-cs"/>
              </a:rPr>
              <a:t> : Les serveurs, le stockage et le réseau sont réservés à une seule organisation, éliminant les interférences avec d'autres clients.</a:t>
            </a:r>
          </a:p>
          <a:p>
            <a:r>
              <a:rPr lang="fr-FR" sz="1200" b="1" i="0" kern="1200" dirty="0">
                <a:solidFill>
                  <a:schemeClr val="tx1"/>
                </a:solidFill>
                <a:effectLst/>
                <a:latin typeface="+mn-lt"/>
                <a:ea typeface="+mn-ea"/>
                <a:cs typeface="+mn-cs"/>
              </a:rPr>
              <a:t>Contrôle total</a:t>
            </a:r>
            <a:r>
              <a:rPr lang="fr-FR" sz="1200" b="0" i="0" kern="1200" dirty="0">
                <a:solidFill>
                  <a:schemeClr val="tx1"/>
                </a:solidFill>
                <a:effectLst/>
                <a:latin typeface="+mn-lt"/>
                <a:ea typeface="+mn-ea"/>
                <a:cs typeface="+mn-cs"/>
              </a:rPr>
              <a:t> : L'organisation a un contrôle total sur l'infrastructure physique ou peut la faire héberger par un tiers, mais l'utilisation reste exclusive. </a:t>
            </a:r>
          </a:p>
          <a:p>
            <a:r>
              <a:rPr lang="fr-FR" sz="1200" b="1" i="0" kern="1200" dirty="0">
                <a:solidFill>
                  <a:schemeClr val="tx1"/>
                </a:solidFill>
                <a:effectLst/>
                <a:latin typeface="+mn-lt"/>
                <a:ea typeface="+mn-ea"/>
                <a:cs typeface="+mn-cs"/>
              </a:rPr>
              <a:t>Contrôle et personnalisation </a:t>
            </a:r>
          </a:p>
          <a:p>
            <a:r>
              <a:rPr lang="fr-FR" sz="1200" b="1" i="0" kern="1200" dirty="0">
                <a:solidFill>
                  <a:schemeClr val="tx1"/>
                </a:solidFill>
                <a:effectLst/>
                <a:latin typeface="+mn-lt"/>
                <a:ea typeface="+mn-ea"/>
                <a:cs typeface="+mn-cs"/>
              </a:rPr>
              <a:t>Adaptation aux besoins</a:t>
            </a:r>
            <a:r>
              <a:rPr lang="fr-FR" sz="1200" b="0" i="0" kern="1200" dirty="0">
                <a:solidFill>
                  <a:schemeClr val="tx1"/>
                </a:solidFill>
                <a:effectLst/>
                <a:latin typeface="+mn-lt"/>
                <a:ea typeface="+mn-ea"/>
                <a:cs typeface="+mn-cs"/>
              </a:rPr>
              <a:t> : L'environnement peut être entièrement personnalisé en termes de matériel, de logiciels et de configurations pour répondre aux exigences spécifiques de l'entreprise.</a:t>
            </a:r>
          </a:p>
          <a:p>
            <a:r>
              <a:rPr lang="fr-FR" sz="1200" b="1" i="0" kern="1200" dirty="0">
                <a:solidFill>
                  <a:schemeClr val="tx1"/>
                </a:solidFill>
                <a:effectLst/>
                <a:latin typeface="+mn-lt"/>
                <a:ea typeface="+mn-ea"/>
                <a:cs typeface="+mn-cs"/>
              </a:rPr>
              <a:t>Gestion sur site ou hébergée</a:t>
            </a:r>
            <a:r>
              <a:rPr lang="fr-FR" sz="1200" b="0" i="0" kern="1200" dirty="0">
                <a:solidFill>
                  <a:schemeClr val="tx1"/>
                </a:solidFill>
                <a:effectLst/>
                <a:latin typeface="+mn-lt"/>
                <a:ea typeface="+mn-ea"/>
                <a:cs typeface="+mn-cs"/>
              </a:rPr>
              <a:t> : L'entreprise peut gérer l'infrastructure elle-même (sur site) ou opter pour une solution hébergée, où un fournisseur tiers gère l'infrastructure mais la réserve exclusivement à l'entreprise. </a:t>
            </a:r>
          </a:p>
          <a:p>
            <a:r>
              <a:rPr lang="fr-FR" sz="1200" b="1" i="0" kern="1200" dirty="0">
                <a:solidFill>
                  <a:schemeClr val="tx1"/>
                </a:solidFill>
                <a:effectLst/>
                <a:latin typeface="+mn-lt"/>
                <a:ea typeface="+mn-ea"/>
                <a:cs typeface="+mn-cs"/>
              </a:rPr>
              <a:t>Sécurité et conformité</a:t>
            </a:r>
          </a:p>
          <a:p>
            <a:r>
              <a:rPr lang="fr-FR" sz="1200" b="1" i="0" kern="1200" dirty="0">
                <a:solidFill>
                  <a:schemeClr val="tx1"/>
                </a:solidFill>
                <a:effectLst/>
                <a:latin typeface="+mn-lt"/>
                <a:ea typeface="+mn-ea"/>
                <a:cs typeface="+mn-cs"/>
              </a:rPr>
              <a:t>Sécurité renforcée</a:t>
            </a:r>
            <a:r>
              <a:rPr lang="fr-FR" sz="1200" b="0" i="0" kern="1200" dirty="0">
                <a:solidFill>
                  <a:schemeClr val="tx1"/>
                </a:solidFill>
                <a:effectLst/>
                <a:latin typeface="+mn-lt"/>
                <a:ea typeface="+mn-ea"/>
                <a:cs typeface="+mn-cs"/>
              </a:rPr>
              <a:t> : La nature dédiée de l'environnement permet de mettre en place des mesures de sécurité et des contrôles d'accès plus stricts.</a:t>
            </a:r>
          </a:p>
          <a:p>
            <a:r>
              <a:rPr lang="fr-FR" sz="1200" b="1" i="0" kern="1200" dirty="0">
                <a:solidFill>
                  <a:schemeClr val="tx1"/>
                </a:solidFill>
                <a:effectLst/>
                <a:latin typeface="+mn-lt"/>
                <a:ea typeface="+mn-ea"/>
                <a:cs typeface="+mn-cs"/>
              </a:rPr>
              <a:t>Conformité réglementaire</a:t>
            </a:r>
            <a:r>
              <a:rPr lang="fr-FR" sz="1200" b="0" i="0" kern="1200" dirty="0">
                <a:solidFill>
                  <a:schemeClr val="tx1"/>
                </a:solidFill>
                <a:effectLst/>
                <a:latin typeface="+mn-lt"/>
                <a:ea typeface="+mn-ea"/>
                <a:cs typeface="+mn-cs"/>
              </a:rPr>
              <a:t> : Il est plus facile de garantir la conformité aux réglementations strictes (santé, finance) en raison du contrôle sur les données et leur emplacement. </a:t>
            </a:r>
          </a:p>
          <a:p>
            <a:r>
              <a:rPr lang="fr-FR" sz="1200" b="1" i="0" kern="1200" dirty="0">
                <a:solidFill>
                  <a:schemeClr val="tx1"/>
                </a:solidFill>
                <a:effectLst/>
                <a:latin typeface="+mn-lt"/>
                <a:ea typeface="+mn-ea"/>
                <a:cs typeface="+mn-cs"/>
              </a:rPr>
              <a:t>Évolutivité</a:t>
            </a:r>
          </a:p>
          <a:p>
            <a:r>
              <a:rPr lang="fr-FR" sz="1200" b="1" i="0" kern="1200" dirty="0">
                <a:solidFill>
                  <a:schemeClr val="tx1"/>
                </a:solidFill>
                <a:effectLst/>
                <a:latin typeface="+mn-lt"/>
                <a:ea typeface="+mn-ea"/>
                <a:cs typeface="+mn-cs"/>
              </a:rPr>
              <a:t>Évolutivité personnalisée</a:t>
            </a:r>
            <a:r>
              <a:rPr lang="fr-FR" sz="1200" b="0" i="0" kern="1200" dirty="0">
                <a:solidFill>
                  <a:schemeClr val="tx1"/>
                </a:solidFill>
                <a:effectLst/>
                <a:latin typeface="+mn-lt"/>
                <a:ea typeface="+mn-ea"/>
                <a:cs typeface="+mn-cs"/>
              </a:rPr>
              <a:t> : Le cloud privé est évolutif, mais son élasticité est généralement plus limitée et moins instantanée que celle d'un cloud public.</a:t>
            </a:r>
          </a:p>
          <a:p>
            <a:r>
              <a:rPr lang="fr-FR" sz="1200" b="1" i="0" kern="1200" dirty="0">
                <a:solidFill>
                  <a:schemeClr val="tx1"/>
                </a:solidFill>
                <a:effectLst/>
                <a:latin typeface="+mn-lt"/>
                <a:ea typeface="+mn-ea"/>
                <a:cs typeface="+mn-cs"/>
              </a:rPr>
              <a:t>Gestion de la capacité</a:t>
            </a:r>
            <a:r>
              <a:rPr lang="fr-FR" sz="1200" b="0" i="0" kern="1200" dirty="0">
                <a:solidFill>
                  <a:schemeClr val="tx1"/>
                </a:solidFill>
                <a:effectLst/>
                <a:latin typeface="+mn-lt"/>
                <a:ea typeface="+mn-ea"/>
                <a:cs typeface="+mn-cs"/>
              </a:rPr>
              <a:t> : L'organisation doit planifier et investir pour augmenter la puissance ou la capacité, car les ressources sont limitées à ce qui est déployé</a:t>
            </a:r>
          </a:p>
          <a:p>
            <a:r>
              <a:rPr lang="fr-FR" dirty="0"/>
              <a:t>Amazon VPC (Virtual </a:t>
            </a:r>
            <a:r>
              <a:rPr lang="fr-FR" dirty="0" err="1"/>
              <a:t>Private</a:t>
            </a:r>
            <a:r>
              <a:rPr lang="fr-FR" dirty="0"/>
              <a:t> Cloud) est un service de Amazon Web Services (AWS) qui permet de lancer des ressources (serveurs, bases de données, etc.) dans un réseau virtuel </a:t>
            </a:r>
            <a:r>
              <a:rPr lang="fr-FR" b="1" dirty="0"/>
              <a:t>isolé</a:t>
            </a:r>
            <a:r>
              <a:rPr lang="fr-FR" dirty="0"/>
              <a:t> que vous définissez vous-même. </a:t>
            </a:r>
            <a:r>
              <a:rPr lang="fr-FR" dirty="0">
                <a:hlinkClick r:id="rId3"/>
              </a:rPr>
              <a:t>AWS Documentation+2Amazon Web Services, Inc.+2</a:t>
            </a:r>
            <a:br>
              <a:rPr lang="fr-FR" dirty="0"/>
            </a:br>
            <a:r>
              <a:rPr lang="fr-FR" dirty="0"/>
              <a:t>En clair : vous créez votre propre “mini-réseau” dans le cloud AWS, avec vos plages d’adresses IP, vos sous-réseaux, vos règles de routage et de sécurité.</a:t>
            </a:r>
          </a:p>
        </p:txBody>
      </p:sp>
      <p:sp>
        <p:nvSpPr>
          <p:cNvPr id="4" name="Slide Number Placeholder 3">
            <a:extLst>
              <a:ext uri="{FF2B5EF4-FFF2-40B4-BE49-F238E27FC236}">
                <a16:creationId xmlns:a16="http://schemas.microsoft.com/office/drawing/2014/main" id="{17841C48-A29C-7D0A-CEC0-0127A78521BF}"/>
              </a:ext>
            </a:extLst>
          </p:cNvPr>
          <p:cNvSpPr>
            <a:spLocks noGrp="1"/>
          </p:cNvSpPr>
          <p:nvPr>
            <p:ph type="sldNum" sz="quarter" idx="5"/>
          </p:nvPr>
        </p:nvSpPr>
        <p:spPr/>
        <p:txBody>
          <a:bodyPr/>
          <a:lstStyle/>
          <a:p>
            <a:fld id="{69F57875-40FC-423E-ACC5-D6BE6498D42D}" type="slidenum">
              <a:rPr lang="fr-FR" smtClean="0"/>
              <a:t>12</a:t>
            </a:fld>
            <a:endParaRPr lang="fr-FR"/>
          </a:p>
        </p:txBody>
      </p:sp>
    </p:spTree>
    <p:extLst>
      <p:ext uri="{BB962C8B-B14F-4D97-AF65-F5344CB8AC3E}">
        <p14:creationId xmlns:p14="http://schemas.microsoft.com/office/powerpoint/2010/main" val="4135578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87A82-2E0B-F680-75E7-B66C4E052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3B513-866E-42DE-FC6E-39CA86CE6D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CFE1A4-87C0-3E3F-8165-0C698F08A075}"/>
              </a:ext>
            </a:extLst>
          </p:cNvPr>
          <p:cNvSpPr>
            <a:spLocks noGrp="1"/>
          </p:cNvSpPr>
          <p:nvPr>
            <p:ph type="body" idx="1"/>
          </p:nvPr>
        </p:nvSpPr>
        <p:spPr/>
        <p:txBody>
          <a:bodyPr/>
          <a:lstStyle/>
          <a:p>
            <a:r>
              <a:rPr lang="fr-FR" sz="1200" b="1" i="0" kern="1200" dirty="0">
                <a:solidFill>
                  <a:schemeClr val="tx1"/>
                </a:solidFill>
                <a:effectLst/>
                <a:latin typeface="+mn-lt"/>
                <a:ea typeface="+mn-ea"/>
                <a:cs typeface="+mn-cs"/>
              </a:rPr>
              <a:t>Caractéristiques principales</a:t>
            </a:r>
          </a:p>
          <a:p>
            <a:r>
              <a:rPr lang="fr-FR" sz="1200" b="1" i="0" kern="1200" dirty="0">
                <a:solidFill>
                  <a:schemeClr val="tx1"/>
                </a:solidFill>
                <a:effectLst/>
                <a:latin typeface="+mn-lt"/>
                <a:ea typeface="+mn-ea"/>
                <a:cs typeface="+mn-cs"/>
              </a:rPr>
              <a:t>Combinaison d'environnements</a:t>
            </a:r>
            <a:r>
              <a:rPr lang="fr-FR" sz="1200" b="0" i="0" kern="1200" dirty="0">
                <a:solidFill>
                  <a:schemeClr val="tx1"/>
                </a:solidFill>
                <a:effectLst/>
                <a:latin typeface="+mn-lt"/>
                <a:ea typeface="+mn-ea"/>
                <a:cs typeface="+mn-cs"/>
              </a:rPr>
              <a:t> : Il intègre des ressources de calcul, de stockage et des services à la fois dans les </a:t>
            </a:r>
            <a:r>
              <a:rPr lang="fr-FR" sz="1200" b="0" i="0" kern="1200" dirty="0" err="1">
                <a:solidFill>
                  <a:schemeClr val="tx1"/>
                </a:solidFill>
                <a:effectLst/>
                <a:latin typeface="+mn-lt"/>
                <a:ea typeface="+mn-ea"/>
                <a:cs typeface="+mn-cs"/>
              </a:rPr>
              <a:t>clouds</a:t>
            </a:r>
            <a:r>
              <a:rPr lang="fr-FR" sz="1200" b="0" i="0" kern="1200" dirty="0">
                <a:solidFill>
                  <a:schemeClr val="tx1"/>
                </a:solidFill>
                <a:effectLst/>
                <a:latin typeface="+mn-lt"/>
                <a:ea typeface="+mn-ea"/>
                <a:cs typeface="+mn-cs"/>
              </a:rPr>
              <a:t> publics et les infrastructures privées.</a:t>
            </a:r>
          </a:p>
          <a:p>
            <a:r>
              <a:rPr lang="fr-FR" sz="1200" b="1" i="0" kern="1200" dirty="0">
                <a:solidFill>
                  <a:schemeClr val="tx1"/>
                </a:solidFill>
                <a:effectLst/>
                <a:latin typeface="+mn-lt"/>
                <a:ea typeface="+mn-ea"/>
                <a:cs typeface="+mn-cs"/>
              </a:rPr>
              <a:t>Flexibilité et mobilité des charges de travail</a:t>
            </a:r>
            <a:r>
              <a:rPr lang="fr-FR" sz="1200" b="0" i="0" kern="1200" dirty="0">
                <a:solidFill>
                  <a:schemeClr val="tx1"/>
                </a:solidFill>
                <a:effectLst/>
                <a:latin typeface="+mn-lt"/>
                <a:ea typeface="+mn-ea"/>
                <a:cs typeface="+mn-cs"/>
              </a:rPr>
              <a:t> : Il permet aux entreprises de déplacer des charges de travail entre les environnements en fonction de leurs besoins, par exemple, de déplacer des applications vers le cloud public pour les périodes de forte demande.</a:t>
            </a:r>
          </a:p>
          <a:p>
            <a:r>
              <a:rPr lang="fr-FR" sz="1200" b="1" i="0" kern="1200" dirty="0">
                <a:solidFill>
                  <a:schemeClr val="tx1"/>
                </a:solidFill>
                <a:effectLst/>
                <a:latin typeface="+mn-lt"/>
                <a:ea typeface="+mn-ea"/>
                <a:cs typeface="+mn-cs"/>
              </a:rPr>
              <a:t>Sécurité et conformité</a:t>
            </a:r>
            <a:r>
              <a:rPr lang="fr-FR" sz="1200" b="0" i="0" kern="1200" dirty="0">
                <a:solidFill>
                  <a:schemeClr val="tx1"/>
                </a:solidFill>
                <a:effectLst/>
                <a:latin typeface="+mn-lt"/>
                <a:ea typeface="+mn-ea"/>
                <a:cs typeface="+mn-cs"/>
              </a:rPr>
              <a:t> : Il permet de conserver les données sensibles sur l'infrastructure privée pour des raisons de sécurité ou de conformité réglementaire, tout en utilisant le cloud public pour d'autres applications.</a:t>
            </a:r>
          </a:p>
          <a:p>
            <a:r>
              <a:rPr lang="fr-FR" sz="1200" b="1" i="0" kern="1200" dirty="0">
                <a:solidFill>
                  <a:schemeClr val="tx1"/>
                </a:solidFill>
                <a:effectLst/>
                <a:latin typeface="+mn-lt"/>
                <a:ea typeface="+mn-ea"/>
                <a:cs typeface="+mn-cs"/>
              </a:rPr>
              <a:t>Optimisation des coûts</a:t>
            </a:r>
            <a:r>
              <a:rPr lang="fr-FR" sz="1200" b="0" i="0" kern="1200" dirty="0">
                <a:solidFill>
                  <a:schemeClr val="tx1"/>
                </a:solidFill>
                <a:effectLst/>
                <a:latin typeface="+mn-lt"/>
                <a:ea typeface="+mn-ea"/>
                <a:cs typeface="+mn-cs"/>
              </a:rPr>
              <a:t> : En utilisant le cloud public pour des besoins ponctuels ou moins sensibles, les entreprises peuvent réduire les coûts liés à la maintenance d'une infrastructure sur site complète. </a:t>
            </a:r>
          </a:p>
          <a:p>
            <a:r>
              <a:rPr lang="fr-FR" dirty="0"/>
              <a:t>Microsoft Azure Stack permet d’utiliser les services Azure dans un datacenter interne ou sur un site de l’entreprise. On garde les mêmes outils et la même gestion que dans le cloud public tout en gardant les données sensibles sur place.</a:t>
            </a:r>
          </a:p>
        </p:txBody>
      </p:sp>
      <p:sp>
        <p:nvSpPr>
          <p:cNvPr id="4" name="Slide Number Placeholder 3">
            <a:extLst>
              <a:ext uri="{FF2B5EF4-FFF2-40B4-BE49-F238E27FC236}">
                <a16:creationId xmlns:a16="http://schemas.microsoft.com/office/drawing/2014/main" id="{A0167B5B-8204-B738-1E2B-911F85C9E110}"/>
              </a:ext>
            </a:extLst>
          </p:cNvPr>
          <p:cNvSpPr>
            <a:spLocks noGrp="1"/>
          </p:cNvSpPr>
          <p:nvPr>
            <p:ph type="sldNum" sz="quarter" idx="5"/>
          </p:nvPr>
        </p:nvSpPr>
        <p:spPr/>
        <p:txBody>
          <a:bodyPr/>
          <a:lstStyle/>
          <a:p>
            <a:fld id="{69F57875-40FC-423E-ACC5-D6BE6498D42D}" type="slidenum">
              <a:rPr lang="fr-FR" smtClean="0"/>
              <a:t>13</a:t>
            </a:fld>
            <a:endParaRPr lang="fr-FR"/>
          </a:p>
        </p:txBody>
      </p:sp>
    </p:spTree>
    <p:extLst>
      <p:ext uri="{BB962C8B-B14F-4D97-AF65-F5344CB8AC3E}">
        <p14:creationId xmlns:p14="http://schemas.microsoft.com/office/powerpoint/2010/main" val="34760981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69F57875-40FC-423E-ACC5-D6BE6498D42D}" type="slidenum">
              <a:rPr lang="fr-FR" smtClean="0"/>
              <a:t>14</a:t>
            </a:fld>
            <a:endParaRPr lang="fr-FR"/>
          </a:p>
        </p:txBody>
      </p:sp>
    </p:spTree>
    <p:extLst>
      <p:ext uri="{BB962C8B-B14F-4D97-AF65-F5344CB8AC3E}">
        <p14:creationId xmlns:p14="http://schemas.microsoft.com/office/powerpoint/2010/main" val="4101340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85857-990F-4D7E-C28A-6F7C601B8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58695-B936-232B-BD7F-278ED2B22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6BCAC-15DA-2C37-84C9-9216A1FBE206}"/>
              </a:ext>
            </a:extLst>
          </p:cNvPr>
          <p:cNvSpPr>
            <a:spLocks noGrp="1"/>
          </p:cNvSpPr>
          <p:nvPr>
            <p:ph type="body" idx="1"/>
          </p:nvPr>
        </p:nvSpPr>
        <p:spPr/>
        <p:txBody>
          <a:bodyPr/>
          <a:lstStyle/>
          <a:p>
            <a:r>
              <a:rPr lang="fr-FR" dirty="0"/>
              <a:t>C'est l'équivalent de la location d'un supermarché, où vous fournissez vos propres ingrédients et cuisinez vos repas, contrairement à la location d'une épicerie (PaaS) ou à l'achat d'un repas prêt à l'emploi (SaaS).  Exemple : AWS, </a:t>
            </a:r>
            <a:r>
              <a:rPr lang="fr-FR" dirty="0" err="1"/>
              <a:t>microsoft</a:t>
            </a:r>
            <a:r>
              <a:rPr lang="fr-FR" dirty="0"/>
              <a:t> azure , google cloud.</a:t>
            </a:r>
          </a:p>
          <a:p>
            <a:r>
              <a:rPr lang="fr-FR" dirty="0"/>
              <a:t>Le fournisseur Cloud met à disposition des ressources informatiques comme des serveurs, du stockage et des réseaux. L’entreprise gère elle-même les applications et les systèmes qu’elle installe dessus.</a:t>
            </a:r>
            <a:br>
              <a:rPr lang="fr-FR" dirty="0"/>
            </a:br>
            <a:r>
              <a:rPr lang="fr-FR" dirty="0"/>
              <a:t>Exemple: Amazon EC2, Microsoft Azure VM.</a:t>
            </a:r>
          </a:p>
        </p:txBody>
      </p:sp>
      <p:sp>
        <p:nvSpPr>
          <p:cNvPr id="4" name="Slide Number Placeholder 3">
            <a:extLst>
              <a:ext uri="{FF2B5EF4-FFF2-40B4-BE49-F238E27FC236}">
                <a16:creationId xmlns:a16="http://schemas.microsoft.com/office/drawing/2014/main" id="{9CF24600-188D-6AFA-0052-223B079E2762}"/>
              </a:ext>
            </a:extLst>
          </p:cNvPr>
          <p:cNvSpPr>
            <a:spLocks noGrp="1"/>
          </p:cNvSpPr>
          <p:nvPr>
            <p:ph type="sldNum" sz="quarter" idx="5"/>
          </p:nvPr>
        </p:nvSpPr>
        <p:spPr/>
        <p:txBody>
          <a:bodyPr/>
          <a:lstStyle/>
          <a:p>
            <a:fld id="{69F57875-40FC-423E-ACC5-D6BE6498D42D}" type="slidenum">
              <a:rPr lang="fr-FR" smtClean="0"/>
              <a:t>15</a:t>
            </a:fld>
            <a:endParaRPr lang="fr-FR"/>
          </a:p>
        </p:txBody>
      </p:sp>
    </p:spTree>
    <p:extLst>
      <p:ext uri="{BB962C8B-B14F-4D97-AF65-F5344CB8AC3E}">
        <p14:creationId xmlns:p14="http://schemas.microsoft.com/office/powerpoint/2010/main" val="2058970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A8E2F-8D22-82F6-586A-75D491E26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06A80B-77EC-C6CF-7D11-FA48207AC1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CC088-68F8-9C04-ECC3-83C3F59B0292}"/>
              </a:ext>
            </a:extLst>
          </p:cNvPr>
          <p:cNvSpPr>
            <a:spLocks noGrp="1"/>
          </p:cNvSpPr>
          <p:nvPr>
            <p:ph type="body" idx="1"/>
          </p:nvPr>
        </p:nvSpPr>
        <p:spPr/>
        <p:txBody>
          <a:bodyPr/>
          <a:lstStyle/>
          <a:p>
            <a:r>
              <a:rPr lang="fr-FR" dirty="0"/>
              <a:t>Une plateforme prête à l’emploi pour développer et déployer des applications sans s’occuper de l’infrastructure. Le fournisseur gère le système, les mises à jour et les outils.</a:t>
            </a:r>
            <a:br>
              <a:rPr lang="fr-FR" dirty="0"/>
            </a:br>
            <a:r>
              <a:rPr lang="fr-FR" dirty="0"/>
              <a:t>Exemple: Google App Engine, </a:t>
            </a:r>
            <a:r>
              <a:rPr lang="fr-FR" dirty="0" err="1"/>
              <a:t>Heroku.Exemples</a:t>
            </a:r>
            <a:r>
              <a:rPr lang="fr-FR" dirty="0"/>
              <a:t>: </a:t>
            </a:r>
            <a:r>
              <a:rPr lang="fr-FR" dirty="0" err="1"/>
              <a:t>red</a:t>
            </a:r>
            <a:r>
              <a:rPr lang="fr-FR" dirty="0"/>
              <a:t> </a:t>
            </a:r>
            <a:r>
              <a:rPr lang="fr-FR" dirty="0" err="1"/>
              <a:t>hat</a:t>
            </a:r>
            <a:r>
              <a:rPr lang="fr-FR" dirty="0"/>
              <a:t> </a:t>
            </a:r>
            <a:r>
              <a:rPr lang="fr-FR" dirty="0" err="1"/>
              <a:t>openshift</a:t>
            </a:r>
            <a:r>
              <a:rPr lang="fr-FR" dirty="0"/>
              <a:t>, Microsoft azure, google cloud</a:t>
            </a:r>
          </a:p>
        </p:txBody>
      </p:sp>
      <p:sp>
        <p:nvSpPr>
          <p:cNvPr id="4" name="Slide Number Placeholder 3">
            <a:extLst>
              <a:ext uri="{FF2B5EF4-FFF2-40B4-BE49-F238E27FC236}">
                <a16:creationId xmlns:a16="http://schemas.microsoft.com/office/drawing/2014/main" id="{3DB5376C-0AAF-C793-DB56-807492EBE5F5}"/>
              </a:ext>
            </a:extLst>
          </p:cNvPr>
          <p:cNvSpPr>
            <a:spLocks noGrp="1"/>
          </p:cNvSpPr>
          <p:nvPr>
            <p:ph type="sldNum" sz="quarter" idx="5"/>
          </p:nvPr>
        </p:nvSpPr>
        <p:spPr/>
        <p:txBody>
          <a:bodyPr/>
          <a:lstStyle/>
          <a:p>
            <a:fld id="{69F57875-40FC-423E-ACC5-D6BE6498D42D}" type="slidenum">
              <a:rPr lang="fr-FR" smtClean="0"/>
              <a:t>16</a:t>
            </a:fld>
            <a:endParaRPr lang="fr-FR"/>
          </a:p>
        </p:txBody>
      </p:sp>
    </p:spTree>
    <p:extLst>
      <p:ext uri="{BB962C8B-B14F-4D97-AF65-F5344CB8AC3E}">
        <p14:creationId xmlns:p14="http://schemas.microsoft.com/office/powerpoint/2010/main" val="2458942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80C03-B2FE-60B5-1E40-1AFBE7303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373F0-DFFA-4F35-A25D-C0348BFBF1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D6095-EE09-F6C1-6B52-D60875EE52C0}"/>
              </a:ext>
            </a:extLst>
          </p:cNvPr>
          <p:cNvSpPr>
            <a:spLocks noGrp="1"/>
          </p:cNvSpPr>
          <p:nvPr>
            <p:ph type="body" idx="1"/>
          </p:nvPr>
        </p:nvSpPr>
        <p:spPr/>
        <p:txBody>
          <a:bodyPr/>
          <a:lstStyle/>
          <a:p>
            <a:r>
              <a:rPr lang="fr-FR" dirty="0"/>
              <a:t>Un logiciel accessible directement en ligne. Rien à installer ni à maintenir, tout est géré par le fournisseur.</a:t>
            </a:r>
            <a:br>
              <a:rPr lang="fr-FR" dirty="0"/>
            </a:br>
            <a:r>
              <a:rPr lang="fr-FR" dirty="0"/>
              <a:t>Exemple: Gmail, Office 365.Dropbox,  one drive, </a:t>
            </a:r>
            <a:r>
              <a:rPr lang="fr-FR" dirty="0" err="1"/>
              <a:t>cisco</a:t>
            </a:r>
            <a:r>
              <a:rPr lang="fr-FR" dirty="0"/>
              <a:t> web </a:t>
            </a:r>
            <a:r>
              <a:rPr lang="fr-FR" dirty="0" err="1"/>
              <a:t>exp</a:t>
            </a:r>
            <a:r>
              <a:rPr lang="fr-FR" dirty="0"/>
              <a:t>, </a:t>
            </a:r>
            <a:r>
              <a:rPr lang="fr-FR" dirty="0" err="1"/>
              <a:t>brevo</a:t>
            </a:r>
            <a:endParaRPr lang="fr-FR" dirty="0"/>
          </a:p>
        </p:txBody>
      </p:sp>
      <p:sp>
        <p:nvSpPr>
          <p:cNvPr id="4" name="Slide Number Placeholder 3">
            <a:extLst>
              <a:ext uri="{FF2B5EF4-FFF2-40B4-BE49-F238E27FC236}">
                <a16:creationId xmlns:a16="http://schemas.microsoft.com/office/drawing/2014/main" id="{7BE77252-3269-28DA-E154-2538C58AF193}"/>
              </a:ext>
            </a:extLst>
          </p:cNvPr>
          <p:cNvSpPr>
            <a:spLocks noGrp="1"/>
          </p:cNvSpPr>
          <p:nvPr>
            <p:ph type="sldNum" sz="quarter" idx="5"/>
          </p:nvPr>
        </p:nvSpPr>
        <p:spPr/>
        <p:txBody>
          <a:bodyPr/>
          <a:lstStyle/>
          <a:p>
            <a:fld id="{69F57875-40FC-423E-ACC5-D6BE6498D42D}" type="slidenum">
              <a:rPr lang="fr-FR" smtClean="0"/>
              <a:t>17</a:t>
            </a:fld>
            <a:endParaRPr lang="fr-FR"/>
          </a:p>
        </p:txBody>
      </p:sp>
    </p:spTree>
    <p:extLst>
      <p:ext uri="{BB962C8B-B14F-4D97-AF65-F5344CB8AC3E}">
        <p14:creationId xmlns:p14="http://schemas.microsoft.com/office/powerpoint/2010/main" val="4285036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7E713-1DEF-FD12-C025-5AFD4AA17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AFEF4-093E-A755-530B-884F7DE19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B01CA-2A93-78BB-7E88-35976E82CB06}"/>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01494975-E86D-43AA-2A9C-11454147033C}"/>
              </a:ext>
            </a:extLst>
          </p:cNvPr>
          <p:cNvSpPr>
            <a:spLocks noGrp="1"/>
          </p:cNvSpPr>
          <p:nvPr>
            <p:ph type="sldNum" sz="quarter" idx="5"/>
          </p:nvPr>
        </p:nvSpPr>
        <p:spPr/>
        <p:txBody>
          <a:bodyPr/>
          <a:lstStyle/>
          <a:p>
            <a:fld id="{69F57875-40FC-423E-ACC5-D6BE6498D42D}" type="slidenum">
              <a:rPr lang="fr-FR" smtClean="0"/>
              <a:t>18</a:t>
            </a:fld>
            <a:endParaRPr lang="fr-FR"/>
          </a:p>
        </p:txBody>
      </p:sp>
    </p:spTree>
    <p:extLst>
      <p:ext uri="{BB962C8B-B14F-4D97-AF65-F5344CB8AC3E}">
        <p14:creationId xmlns:p14="http://schemas.microsoft.com/office/powerpoint/2010/main" val="3614102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7EADC-BC1E-9878-EEFA-23B1C9912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2EF1B-49AD-2B9E-F509-9DAACDEDD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81B9B-8F9F-E3AF-130E-9D7B0830B23F}"/>
              </a:ext>
            </a:extLst>
          </p:cNvPr>
          <p:cNvSpPr>
            <a:spLocks noGrp="1"/>
          </p:cNvSpPr>
          <p:nvPr>
            <p:ph type="body" idx="1"/>
          </p:nvPr>
        </p:nvSpPr>
        <p:spPr/>
        <p:txBody>
          <a:bodyPr/>
          <a:lstStyle/>
          <a:p>
            <a:r>
              <a:rPr lang="fr-FR" dirty="0" err="1"/>
              <a:t>L'edge</a:t>
            </a:r>
            <a:r>
              <a:rPr lang="fr-FR" dirty="0"/>
              <a:t> </a:t>
            </a:r>
            <a:r>
              <a:rPr lang="fr-FR" dirty="0" err="1"/>
              <a:t>computing</a:t>
            </a:r>
            <a:r>
              <a:rPr lang="fr-FR" dirty="0"/>
              <a:t> (ou "informatique en périphérie" en français) est une architecture où le traitement et le stockage des données sont effectués au plus près de leur source, plutôt que dans un centre de données centralisé. Cette approche décentralisée permet de réduire la latence et la bande passante, d'améliorer la réactivité et de permettre des décisions en temps réel, en traitant les données sur des appareils locaux ou des serveurs périphériques.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Edge </a:t>
            </a:r>
            <a:r>
              <a:rPr lang="fr-FR" sz="1200" b="1" kern="1200" dirty="0" err="1">
                <a:solidFill>
                  <a:schemeClr val="tx1"/>
                </a:solidFill>
                <a:effectLst/>
                <a:latin typeface="+mn-lt"/>
                <a:ea typeface="+mn-ea"/>
                <a:cs typeface="+mn-cs"/>
              </a:rPr>
              <a:t>Computing</a:t>
            </a:r>
            <a:r>
              <a:rPr lang="fr-FR" sz="1200" kern="1200" dirty="0">
                <a:solidFill>
                  <a:schemeClr val="tx1"/>
                </a:solidFill>
                <a:effectLst/>
                <a:latin typeface="+mn-lt"/>
                <a:ea typeface="+mn-ea"/>
                <a:cs typeface="+mn-cs"/>
              </a:rPr>
              <a:t> : Architecture distribuée où le traitement de l’information a lieu au plus près de la source.</a:t>
            </a:r>
            <a:endParaRPr lang="en-US" sz="1200" kern="1200" dirty="0">
              <a:solidFill>
                <a:schemeClr val="tx1"/>
              </a:solidFill>
              <a:effectLst/>
              <a:latin typeface="+mn-lt"/>
              <a:ea typeface="+mn-ea"/>
              <a:cs typeface="+mn-cs"/>
            </a:endParaRPr>
          </a:p>
          <a:p>
            <a:endParaRPr lang="fr-FR" dirty="0"/>
          </a:p>
        </p:txBody>
      </p:sp>
      <p:sp>
        <p:nvSpPr>
          <p:cNvPr id="4" name="Slide Number Placeholder 3">
            <a:extLst>
              <a:ext uri="{FF2B5EF4-FFF2-40B4-BE49-F238E27FC236}">
                <a16:creationId xmlns:a16="http://schemas.microsoft.com/office/drawing/2014/main" id="{2C49CD76-2FDB-AFD1-B532-E74F2A78FF21}"/>
              </a:ext>
            </a:extLst>
          </p:cNvPr>
          <p:cNvSpPr>
            <a:spLocks noGrp="1"/>
          </p:cNvSpPr>
          <p:nvPr>
            <p:ph type="sldNum" sz="quarter" idx="5"/>
          </p:nvPr>
        </p:nvSpPr>
        <p:spPr/>
        <p:txBody>
          <a:bodyPr/>
          <a:lstStyle/>
          <a:p>
            <a:fld id="{69F57875-40FC-423E-ACC5-D6BE6498D42D}" type="slidenum">
              <a:rPr lang="fr-FR" smtClean="0"/>
              <a:t>19</a:t>
            </a:fld>
            <a:endParaRPr lang="fr-FR"/>
          </a:p>
        </p:txBody>
      </p:sp>
    </p:spTree>
    <p:extLst>
      <p:ext uri="{BB962C8B-B14F-4D97-AF65-F5344CB8AC3E}">
        <p14:creationId xmlns:p14="http://schemas.microsoft.com/office/powerpoint/2010/main" val="3464038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27BED-E320-3168-B29D-B4ED20C1A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FE75F-FC8E-BC74-94BC-92BE0E7E26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F233E-3693-E4D0-0801-3C0A4A54E7C3}"/>
              </a:ext>
            </a:extLst>
          </p:cNvPr>
          <p:cNvSpPr>
            <a:spLocks noGrp="1"/>
          </p:cNvSpPr>
          <p:nvPr>
            <p:ph type="body" idx="1"/>
          </p:nvPr>
        </p:nvSpPr>
        <p:spPr/>
        <p:txBody>
          <a:bodyPr/>
          <a:lstStyle/>
          <a:p>
            <a:r>
              <a:rPr lang="fr-FR" dirty="0" err="1"/>
              <a:t>L'edge</a:t>
            </a:r>
            <a:r>
              <a:rPr lang="fr-FR" dirty="0"/>
              <a:t> </a:t>
            </a:r>
            <a:r>
              <a:rPr lang="fr-FR" dirty="0" err="1"/>
              <a:t>computing</a:t>
            </a:r>
            <a:r>
              <a:rPr lang="fr-FR" dirty="0"/>
              <a:t> (ou "informatique en périphérie" en français) est une architecture où le traitement et le stockage des données sont effectués au plus près de leur source, plutôt que dans un centre de données centralisé. Cette approche décentralisée permet de réduire la latence et la bande passante, d'améliorer la réactivité et de permettre des décisions en temps réel, en traitant les données sur des appareils locaux ou des serveurs périphériques.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kern="1200" dirty="0">
                <a:solidFill>
                  <a:schemeClr val="tx1"/>
                </a:solidFill>
                <a:effectLst/>
                <a:latin typeface="+mn-lt"/>
                <a:ea typeface="+mn-ea"/>
                <a:cs typeface="+mn-cs"/>
              </a:rPr>
              <a:t>Edge </a:t>
            </a:r>
            <a:r>
              <a:rPr lang="fr-FR" sz="1200" b="1" kern="1200" dirty="0" err="1">
                <a:solidFill>
                  <a:schemeClr val="tx1"/>
                </a:solidFill>
                <a:effectLst/>
                <a:latin typeface="+mn-lt"/>
                <a:ea typeface="+mn-ea"/>
                <a:cs typeface="+mn-cs"/>
              </a:rPr>
              <a:t>Computing</a:t>
            </a:r>
            <a:r>
              <a:rPr lang="fr-FR" sz="1200" kern="1200" dirty="0">
                <a:solidFill>
                  <a:schemeClr val="tx1"/>
                </a:solidFill>
                <a:effectLst/>
                <a:latin typeface="+mn-lt"/>
                <a:ea typeface="+mn-ea"/>
                <a:cs typeface="+mn-cs"/>
              </a:rPr>
              <a:t> : Architecture distribuée où le traitement de l’information a lieu au plus près de la source.</a:t>
            </a:r>
            <a:endParaRPr lang="en-US" sz="1200" kern="1200" dirty="0">
              <a:solidFill>
                <a:schemeClr val="tx1"/>
              </a:solidFill>
              <a:effectLst/>
              <a:latin typeface="+mn-lt"/>
              <a:ea typeface="+mn-ea"/>
              <a:cs typeface="+mn-cs"/>
            </a:endParaRPr>
          </a:p>
          <a:p>
            <a:endParaRPr lang="fr-FR" dirty="0"/>
          </a:p>
        </p:txBody>
      </p:sp>
      <p:sp>
        <p:nvSpPr>
          <p:cNvPr id="4" name="Slide Number Placeholder 3">
            <a:extLst>
              <a:ext uri="{FF2B5EF4-FFF2-40B4-BE49-F238E27FC236}">
                <a16:creationId xmlns:a16="http://schemas.microsoft.com/office/drawing/2014/main" id="{56906700-2C31-156A-0946-130CA6A1C25E}"/>
              </a:ext>
            </a:extLst>
          </p:cNvPr>
          <p:cNvSpPr>
            <a:spLocks noGrp="1"/>
          </p:cNvSpPr>
          <p:nvPr>
            <p:ph type="sldNum" sz="quarter" idx="5"/>
          </p:nvPr>
        </p:nvSpPr>
        <p:spPr/>
        <p:txBody>
          <a:bodyPr/>
          <a:lstStyle/>
          <a:p>
            <a:fld id="{69F57875-40FC-423E-ACC5-D6BE6498D42D}" type="slidenum">
              <a:rPr lang="fr-FR" smtClean="0"/>
              <a:t>20</a:t>
            </a:fld>
            <a:endParaRPr lang="fr-FR"/>
          </a:p>
        </p:txBody>
      </p:sp>
    </p:spTree>
    <p:extLst>
      <p:ext uri="{BB962C8B-B14F-4D97-AF65-F5344CB8AC3E}">
        <p14:creationId xmlns:p14="http://schemas.microsoft.com/office/powerpoint/2010/main" val="37026256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Cette architecture décentralisée peut s'appliquer à divers lieux, des points de présence 5G aux usines intelligentes</a:t>
            </a:r>
          </a:p>
        </p:txBody>
      </p:sp>
      <p:sp>
        <p:nvSpPr>
          <p:cNvPr id="4" name="Slide Number Placeholder 3"/>
          <p:cNvSpPr>
            <a:spLocks noGrp="1"/>
          </p:cNvSpPr>
          <p:nvPr>
            <p:ph type="sldNum" sz="quarter" idx="5"/>
          </p:nvPr>
        </p:nvSpPr>
        <p:spPr/>
        <p:txBody>
          <a:bodyPr/>
          <a:lstStyle/>
          <a:p>
            <a:fld id="{69F57875-40FC-423E-ACC5-D6BE6498D42D}" type="slidenum">
              <a:rPr lang="fr-FR" smtClean="0"/>
              <a:t>21</a:t>
            </a:fld>
            <a:endParaRPr lang="fr-FR"/>
          </a:p>
        </p:txBody>
      </p:sp>
    </p:spTree>
    <p:extLst>
      <p:ext uri="{BB962C8B-B14F-4D97-AF65-F5344CB8AC3E}">
        <p14:creationId xmlns:p14="http://schemas.microsoft.com/office/powerpoint/2010/main" val="2623223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a:t>
            </a:r>
            <a:r>
              <a:rPr lang="fr-FR" dirty="0" err="1"/>
              <a:t>edge</a:t>
            </a:r>
            <a:r>
              <a:rPr lang="fr-FR" dirty="0"/>
              <a:t> </a:t>
            </a:r>
            <a:r>
              <a:rPr lang="fr-FR" dirty="0" err="1"/>
              <a:t>computing</a:t>
            </a:r>
            <a:r>
              <a:rPr lang="fr-FR" dirty="0"/>
              <a:t> fonctionne en traitant les données </a:t>
            </a:r>
            <a:r>
              <a:rPr lang="fr-FR" b="1" dirty="0"/>
              <a:t>tout près des objets connectés</a:t>
            </a:r>
            <a:r>
              <a:rPr lang="fr-FR" dirty="0"/>
              <a:t> au lieu de les envoyer systématiquement dans le cloud.</a:t>
            </a:r>
          </a:p>
          <a:p>
            <a:r>
              <a:rPr lang="fr-FR" dirty="0"/>
              <a:t>Version simple:</a:t>
            </a:r>
          </a:p>
          <a:p>
            <a:r>
              <a:rPr lang="fr-FR" dirty="0"/>
              <a:t>Un capteur ou un objet connecté collecte une donnée (par exemple une caméra détecte un mouvement).</a:t>
            </a:r>
          </a:p>
          <a:p>
            <a:r>
              <a:rPr lang="fr-FR" dirty="0"/>
              <a:t>Un petit appareil local, appelé </a:t>
            </a:r>
            <a:r>
              <a:rPr lang="fr-FR" b="1" dirty="0"/>
              <a:t>nœud Edge</a:t>
            </a:r>
            <a:r>
              <a:rPr lang="fr-FR" dirty="0"/>
              <a:t> (box, mini-serveur, passerelle), analyse directement cette donnée.</a:t>
            </a:r>
          </a:p>
          <a:p>
            <a:r>
              <a:rPr lang="fr-FR" dirty="0"/>
              <a:t>Une décision rapide est prise sur place, comme déclencher une alarme.</a:t>
            </a:r>
          </a:p>
          <a:p>
            <a:r>
              <a:rPr lang="fr-FR" dirty="0"/>
              <a:t>Seules les informations utiles partent ensuite vers le cloud pour le stockage ou des analyses plus lourdes.</a:t>
            </a:r>
          </a:p>
          <a:p>
            <a:r>
              <a:rPr lang="fr-FR" dirty="0"/>
              <a:t>Résultat:</a:t>
            </a:r>
          </a:p>
          <a:p>
            <a:r>
              <a:rPr lang="fr-FR" dirty="0"/>
              <a:t>les décisions sont rapides</a:t>
            </a:r>
          </a:p>
          <a:p>
            <a:r>
              <a:rPr lang="fr-FR" dirty="0"/>
              <a:t>le réseau n’est pas saturé</a:t>
            </a:r>
          </a:p>
          <a:p>
            <a:r>
              <a:rPr lang="fr-FR" dirty="0"/>
              <a:t>les services continuent même si Internet tombe</a:t>
            </a:r>
          </a:p>
          <a:p>
            <a:r>
              <a:rPr lang="fr-FR" dirty="0"/>
              <a:t>On rapproche l’intelligence de l’endroit où les données naissent.</a:t>
            </a:r>
          </a:p>
          <a:p>
            <a:endParaRPr lang="fr-FR" dirty="0"/>
          </a:p>
        </p:txBody>
      </p:sp>
      <p:sp>
        <p:nvSpPr>
          <p:cNvPr id="4" name="Slide Number Placeholder 3"/>
          <p:cNvSpPr>
            <a:spLocks noGrp="1"/>
          </p:cNvSpPr>
          <p:nvPr>
            <p:ph type="sldNum" sz="quarter" idx="5"/>
          </p:nvPr>
        </p:nvSpPr>
        <p:spPr/>
        <p:txBody>
          <a:bodyPr/>
          <a:lstStyle/>
          <a:p>
            <a:fld id="{69F57875-40FC-423E-ACC5-D6BE6498D42D}" type="slidenum">
              <a:rPr lang="fr-FR" smtClean="0"/>
              <a:t>22</a:t>
            </a:fld>
            <a:endParaRPr lang="fr-FR"/>
          </a:p>
        </p:txBody>
      </p:sp>
    </p:spTree>
    <p:extLst>
      <p:ext uri="{BB962C8B-B14F-4D97-AF65-F5344CB8AC3E}">
        <p14:creationId xmlns:p14="http://schemas.microsoft.com/office/powerpoint/2010/main" val="3511818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F477B-ACE0-C720-EC4A-30F9C70F9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66A59-D495-D59A-D684-655009ED3A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1B869-D7CF-2F63-05FF-3A42949759D7}"/>
              </a:ext>
            </a:extLst>
          </p:cNvPr>
          <p:cNvSpPr>
            <a:spLocks noGrp="1"/>
          </p:cNvSpPr>
          <p:nvPr>
            <p:ph type="body" idx="1"/>
          </p:nvPr>
        </p:nvSpPr>
        <p:spPr/>
        <p:txBody>
          <a:bodyPr/>
          <a:lstStyle/>
          <a:p>
            <a:r>
              <a:rPr lang="fr-FR" dirty="0"/>
              <a:t>Le </a:t>
            </a:r>
            <a:r>
              <a:rPr lang="fr-FR" dirty="0" err="1"/>
              <a:t>fog</a:t>
            </a:r>
            <a:r>
              <a:rPr lang="fr-FR" dirty="0"/>
              <a:t> </a:t>
            </a:r>
            <a:r>
              <a:rPr lang="fr-FR" dirty="0" err="1"/>
              <a:t>computing</a:t>
            </a:r>
            <a:r>
              <a:rPr lang="fr-FR" dirty="0"/>
              <a:t> est une architecture de réseau décentralisée qui rapproche les ressources de calcul et de stockage du « cloud » (nuage) vers la périphérie du réseau, là où les données sont générées. En français, il est souvent appelé « informatique en brouillard » ou « informatique </a:t>
            </a:r>
            <a:r>
              <a:rPr lang="fr-FR" dirty="0" err="1"/>
              <a:t>géodistribuée</a:t>
            </a:r>
            <a:r>
              <a:rPr lang="fr-FR" dirty="0"/>
              <a:t> ». Il permet de réduire la latence, le besoin de transférer de gros volumes de données vers des centres de données distants et d'optimiser le traitement des données des objets connectés (IoT)</a:t>
            </a:r>
          </a:p>
        </p:txBody>
      </p:sp>
      <p:sp>
        <p:nvSpPr>
          <p:cNvPr id="4" name="Slide Number Placeholder 3">
            <a:extLst>
              <a:ext uri="{FF2B5EF4-FFF2-40B4-BE49-F238E27FC236}">
                <a16:creationId xmlns:a16="http://schemas.microsoft.com/office/drawing/2014/main" id="{4FBA574E-A86D-ED51-00D4-935B63F4C0AD}"/>
              </a:ext>
            </a:extLst>
          </p:cNvPr>
          <p:cNvSpPr>
            <a:spLocks noGrp="1"/>
          </p:cNvSpPr>
          <p:nvPr>
            <p:ph type="sldNum" sz="quarter" idx="5"/>
          </p:nvPr>
        </p:nvSpPr>
        <p:spPr/>
        <p:txBody>
          <a:bodyPr/>
          <a:lstStyle/>
          <a:p>
            <a:fld id="{69F57875-40FC-423E-ACC5-D6BE6498D42D}" type="slidenum">
              <a:rPr lang="fr-FR" smtClean="0"/>
              <a:t>24</a:t>
            </a:fld>
            <a:endParaRPr lang="fr-FR"/>
          </a:p>
        </p:txBody>
      </p:sp>
    </p:spTree>
    <p:extLst>
      <p:ext uri="{BB962C8B-B14F-4D97-AF65-F5344CB8AC3E}">
        <p14:creationId xmlns:p14="http://schemas.microsoft.com/office/powerpoint/2010/main" val="2596814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 </a:t>
            </a:r>
            <a:r>
              <a:rPr lang="fr-FR" b="1" dirty="0" err="1"/>
              <a:t>fog</a:t>
            </a:r>
            <a:r>
              <a:rPr lang="fr-FR" b="1" dirty="0"/>
              <a:t> </a:t>
            </a:r>
            <a:r>
              <a:rPr lang="fr-FR" b="1" dirty="0" err="1"/>
              <a:t>node</a:t>
            </a:r>
            <a:r>
              <a:rPr lang="fr-FR" dirty="0"/>
              <a:t> est un équipement placé entre les objets connectés et le cloud. Il reçoit les données des capteurs, les traite rapidement sur place et ne transmet au cloud que ce qui est vraiment utile.</a:t>
            </a:r>
          </a:p>
          <a:p>
            <a:r>
              <a:rPr lang="fr-FR" dirty="0"/>
              <a:t>Il peut s’agir d’une passerelle réseau, d’un routeur, d’un mini-serveur ou d’un ordinateur industriel.</a:t>
            </a:r>
          </a:p>
          <a:p>
            <a:r>
              <a:rPr lang="fr-FR" dirty="0"/>
              <a:t>Son rôle:</a:t>
            </a:r>
          </a:p>
          <a:p>
            <a:r>
              <a:rPr lang="fr-FR" dirty="0"/>
              <a:t>réduire la quantité de données envoyées au cloud</a:t>
            </a:r>
          </a:p>
          <a:p>
            <a:r>
              <a:rPr lang="fr-FR" dirty="0"/>
              <a:t>accélérer les décisions proches du terrain</a:t>
            </a:r>
          </a:p>
          <a:p>
            <a:r>
              <a:rPr lang="fr-FR" dirty="0"/>
              <a:t>garder les services fonctionnels même en cas de réseau lent</a:t>
            </a:r>
          </a:p>
          <a:p>
            <a:r>
              <a:rPr lang="fr-FR" dirty="0"/>
              <a:t>En bref, c’est un point d’intelligence intermédiaire qui renforce l’efficacité et la réactivité des systèmes IoT.</a:t>
            </a:r>
          </a:p>
          <a:p>
            <a:endParaRPr lang="fr-FR" dirty="0"/>
          </a:p>
        </p:txBody>
      </p:sp>
      <p:sp>
        <p:nvSpPr>
          <p:cNvPr id="4" name="Slide Number Placeholder 3"/>
          <p:cNvSpPr>
            <a:spLocks noGrp="1"/>
          </p:cNvSpPr>
          <p:nvPr>
            <p:ph type="sldNum" sz="quarter" idx="5"/>
          </p:nvPr>
        </p:nvSpPr>
        <p:spPr/>
        <p:txBody>
          <a:bodyPr/>
          <a:lstStyle/>
          <a:p>
            <a:fld id="{69F57875-40FC-423E-ACC5-D6BE6498D42D}" type="slidenum">
              <a:rPr lang="fr-FR" smtClean="0"/>
              <a:t>25</a:t>
            </a:fld>
            <a:endParaRPr lang="fr-FR"/>
          </a:p>
        </p:txBody>
      </p:sp>
    </p:spTree>
    <p:extLst>
      <p:ext uri="{BB962C8B-B14F-4D97-AF65-F5344CB8AC3E}">
        <p14:creationId xmlns:p14="http://schemas.microsoft.com/office/powerpoint/2010/main" val="9514137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Les goulets d’étranglement désignent les points d’un système qui ralentissent ou bloquent le bon déroulement d’un processus. Ce sont des zones où la demande dépasse la capacité de traitement.</a:t>
            </a:r>
          </a:p>
          <a:p>
            <a:r>
              <a:rPr lang="fr-FR" dirty="0"/>
              <a:t>Quand un goulet apparaît, tout le système perd en performance. Par exemple un serveur trop lent dans un réseau, une machine unique sur une chaîne de production ou un lien Internet saturé.</a:t>
            </a:r>
          </a:p>
          <a:p>
            <a:endParaRPr lang="fr-FR" dirty="0"/>
          </a:p>
        </p:txBody>
      </p:sp>
      <p:sp>
        <p:nvSpPr>
          <p:cNvPr id="4" name="Slide Number Placeholder 3"/>
          <p:cNvSpPr>
            <a:spLocks noGrp="1"/>
          </p:cNvSpPr>
          <p:nvPr>
            <p:ph type="sldNum" sz="quarter" idx="5"/>
          </p:nvPr>
        </p:nvSpPr>
        <p:spPr/>
        <p:txBody>
          <a:bodyPr/>
          <a:lstStyle/>
          <a:p>
            <a:fld id="{69F57875-40FC-423E-ACC5-D6BE6498D42D}" type="slidenum">
              <a:rPr lang="fr-FR" smtClean="0"/>
              <a:t>26</a:t>
            </a:fld>
            <a:endParaRPr lang="fr-FR"/>
          </a:p>
        </p:txBody>
      </p:sp>
    </p:spTree>
    <p:extLst>
      <p:ext uri="{BB962C8B-B14F-4D97-AF65-F5344CB8AC3E}">
        <p14:creationId xmlns:p14="http://schemas.microsoft.com/office/powerpoint/2010/main" val="3844605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principe clé de l’IoT est de </a:t>
            </a:r>
            <a:r>
              <a:rPr lang="fr-FR" b="1" dirty="0"/>
              <a:t>collecter des informations en temps réel</a:t>
            </a:r>
            <a:r>
              <a:rPr lang="fr-FR" dirty="0"/>
              <a:t> pour les analyser, automatiser des actions ou prendre de meilleures décisions. Par exemple :</a:t>
            </a:r>
          </a:p>
          <a:p>
            <a:r>
              <a:rPr lang="fr-FR" dirty="0"/>
              <a:t>Un thermostat intelligent ajuste la température selon vos habitudes et la météo.</a:t>
            </a:r>
          </a:p>
          <a:p>
            <a:r>
              <a:rPr lang="fr-FR" dirty="0"/>
              <a:t>Des capteurs industriels préviennent des pannes de machines avant qu’elles ne surviennent.</a:t>
            </a:r>
          </a:p>
          <a:p>
            <a:r>
              <a:rPr lang="fr-FR" dirty="0"/>
              <a:t>Des voitures connectées peuvent partager des données de circulation pour optimiser le trafic.</a:t>
            </a:r>
          </a:p>
          <a:p>
            <a:r>
              <a:rPr lang="fr-FR" dirty="0"/>
              <a:t>Ces objets peuvent être des appareils domestiques (réfrigérateurs, thermostats, montres connectées), industriels (capteurs dans des machines, véhicules) ou environnementaux (station météo, capteurs de pollution).</a:t>
            </a:r>
          </a:p>
          <a:p>
            <a:endParaRPr lang="fr-FR" dirty="0"/>
          </a:p>
        </p:txBody>
      </p:sp>
      <p:sp>
        <p:nvSpPr>
          <p:cNvPr id="4" name="Slide Number Placeholder 3"/>
          <p:cNvSpPr>
            <a:spLocks noGrp="1"/>
          </p:cNvSpPr>
          <p:nvPr>
            <p:ph type="sldNum" sz="quarter" idx="5"/>
          </p:nvPr>
        </p:nvSpPr>
        <p:spPr/>
        <p:txBody>
          <a:bodyPr/>
          <a:lstStyle/>
          <a:p>
            <a:fld id="{69F57875-40FC-423E-ACC5-D6BE6498D42D}" type="slidenum">
              <a:rPr lang="fr-FR" smtClean="0"/>
              <a:t>27</a:t>
            </a:fld>
            <a:endParaRPr lang="fr-FR"/>
          </a:p>
        </p:txBody>
      </p:sp>
    </p:spTree>
    <p:extLst>
      <p:ext uri="{BB962C8B-B14F-4D97-AF65-F5344CB8AC3E}">
        <p14:creationId xmlns:p14="http://schemas.microsoft.com/office/powerpoint/2010/main" val="2443139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661C6-B57C-9E15-1B0D-76693E9B2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3F39B-11DE-3876-93C8-77BC421F3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15B5E-CF69-189B-D4AB-2242C215BDE2}"/>
              </a:ext>
            </a:extLst>
          </p:cNvPr>
          <p:cNvSpPr>
            <a:spLocks noGrp="1"/>
          </p:cNvSpPr>
          <p:nvPr>
            <p:ph type="body" idx="1"/>
          </p:nvPr>
        </p:nvSpPr>
        <p:spPr/>
        <p:txBody>
          <a:bodyPr/>
          <a:lstStyle/>
          <a:p>
            <a:r>
              <a:rPr lang="fr-FR" dirty="0"/>
              <a:t>Les plateformes IoT jouent un rôle essentiel dans l’écosystème des objets connectés. Elles permettent de connecter les appareils, de collecter leurs données, de les analyser et d’assurer la communication sécurisée entre le monde physique et les services numériques. Sans elles, il serait difficile de gérer à grande échelle des milliers de capteurs ou de dispositifs intelligents.</a:t>
            </a:r>
          </a:p>
          <a:p>
            <a:r>
              <a:rPr lang="fr-FR" dirty="0"/>
              <a:t>Les grandes plateformes Cloud sont les plus utilisées, car elles offrent des services complets et évolutifs pour l’Internet des Objets.</a:t>
            </a:r>
          </a:p>
          <a:p>
            <a:endParaRPr lang="fr-FR" dirty="0"/>
          </a:p>
        </p:txBody>
      </p:sp>
      <p:sp>
        <p:nvSpPr>
          <p:cNvPr id="4" name="Slide Number Placeholder 3">
            <a:extLst>
              <a:ext uri="{FF2B5EF4-FFF2-40B4-BE49-F238E27FC236}">
                <a16:creationId xmlns:a16="http://schemas.microsoft.com/office/drawing/2014/main" id="{420C1646-F2D3-1D0B-D200-448E46FABA95}"/>
              </a:ext>
            </a:extLst>
          </p:cNvPr>
          <p:cNvSpPr>
            <a:spLocks noGrp="1"/>
          </p:cNvSpPr>
          <p:nvPr>
            <p:ph type="sldNum" sz="quarter" idx="5"/>
          </p:nvPr>
        </p:nvSpPr>
        <p:spPr/>
        <p:txBody>
          <a:bodyPr/>
          <a:lstStyle/>
          <a:p>
            <a:fld id="{69F57875-40FC-423E-ACC5-D6BE6498D42D}" type="slidenum">
              <a:rPr lang="fr-FR" smtClean="0"/>
              <a:t>28</a:t>
            </a:fld>
            <a:endParaRPr lang="fr-FR"/>
          </a:p>
        </p:txBody>
      </p:sp>
    </p:spTree>
    <p:extLst>
      <p:ext uri="{BB962C8B-B14F-4D97-AF65-F5344CB8AC3E}">
        <p14:creationId xmlns:p14="http://schemas.microsoft.com/office/powerpoint/2010/main" val="2082321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BF43D-354F-AEED-E2B2-4395A32FC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6E359-21DD-94C0-9C9E-249B886DD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AEDA4-0E35-A22B-C7CD-29E582347D43}"/>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78D571D-8135-AF35-5718-F0DB05C3DBDF}"/>
              </a:ext>
            </a:extLst>
          </p:cNvPr>
          <p:cNvSpPr>
            <a:spLocks noGrp="1"/>
          </p:cNvSpPr>
          <p:nvPr>
            <p:ph type="sldNum" sz="quarter" idx="5"/>
          </p:nvPr>
        </p:nvSpPr>
        <p:spPr/>
        <p:txBody>
          <a:bodyPr/>
          <a:lstStyle/>
          <a:p>
            <a:fld id="{69F57875-40FC-423E-ACC5-D6BE6498D42D}" type="slidenum">
              <a:rPr lang="fr-FR" smtClean="0"/>
              <a:t>29</a:t>
            </a:fld>
            <a:endParaRPr lang="fr-FR"/>
          </a:p>
        </p:txBody>
      </p:sp>
    </p:spTree>
    <p:extLst>
      <p:ext uri="{BB962C8B-B14F-4D97-AF65-F5344CB8AC3E}">
        <p14:creationId xmlns:p14="http://schemas.microsoft.com/office/powerpoint/2010/main" val="3844080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F2D2-8196-6495-2A17-E65166CA1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D4D45-23A1-F149-1123-7ED53E0A06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CE07B-FE8B-D660-6C5F-38F030A28ADF}"/>
              </a:ext>
            </a:extLst>
          </p:cNvPr>
          <p:cNvSpPr>
            <a:spLocks noGrp="1"/>
          </p:cNvSpPr>
          <p:nvPr>
            <p:ph type="body" idx="1"/>
          </p:nvPr>
        </p:nvSpPr>
        <p:spPr/>
        <p:txBody>
          <a:bodyPr/>
          <a:lstStyle/>
          <a:p>
            <a:r>
              <a:rPr lang="fr-FR" dirty="0" err="1"/>
              <a:t>oncrètement</a:t>
            </a:r>
            <a:r>
              <a:rPr lang="fr-FR" dirty="0"/>
              <a:t> :</a:t>
            </a:r>
          </a:p>
          <a:p>
            <a:r>
              <a:rPr lang="fr-FR" b="1" dirty="0" err="1"/>
              <a:t>BigQuery</a:t>
            </a:r>
            <a:r>
              <a:rPr lang="fr-FR" dirty="0"/>
              <a:t> stocke et gère de très grandes quantités de données dans le cloud.</a:t>
            </a:r>
          </a:p>
          <a:p>
            <a:r>
              <a:rPr lang="fr-FR" dirty="0"/>
              <a:t>Grâce à une intégration forte, l’outil peut </a:t>
            </a:r>
            <a:r>
              <a:rPr lang="fr-FR" b="1" dirty="0"/>
              <a:t>récupérer rapidement ces données</a:t>
            </a:r>
            <a:r>
              <a:rPr lang="fr-FR" dirty="0"/>
              <a:t> sans étapes compliquées.</a:t>
            </a:r>
          </a:p>
          <a:p>
            <a:r>
              <a:rPr lang="fr-FR" dirty="0"/>
              <a:t>Ensuite, il permet de </a:t>
            </a:r>
            <a:r>
              <a:rPr lang="fr-FR" b="1" dirty="0"/>
              <a:t>créer des graphiques, tableaux et tableaux de bord</a:t>
            </a:r>
            <a:r>
              <a:rPr lang="fr-FR" dirty="0"/>
              <a:t> directement à partir de ces données pour mieux les analyser et les présenter.</a:t>
            </a:r>
          </a:p>
          <a:p>
            <a:endParaRPr lang="fr-FR" dirty="0"/>
          </a:p>
        </p:txBody>
      </p:sp>
      <p:sp>
        <p:nvSpPr>
          <p:cNvPr id="4" name="Slide Number Placeholder 3">
            <a:extLst>
              <a:ext uri="{FF2B5EF4-FFF2-40B4-BE49-F238E27FC236}">
                <a16:creationId xmlns:a16="http://schemas.microsoft.com/office/drawing/2014/main" id="{A7D1533E-9CC1-761D-2959-98CA75DFA1EF}"/>
              </a:ext>
            </a:extLst>
          </p:cNvPr>
          <p:cNvSpPr>
            <a:spLocks noGrp="1"/>
          </p:cNvSpPr>
          <p:nvPr>
            <p:ph type="sldNum" sz="quarter" idx="5"/>
          </p:nvPr>
        </p:nvSpPr>
        <p:spPr/>
        <p:txBody>
          <a:bodyPr/>
          <a:lstStyle/>
          <a:p>
            <a:fld id="{69F57875-40FC-423E-ACC5-D6BE6498D42D}" type="slidenum">
              <a:rPr lang="fr-FR" smtClean="0"/>
              <a:t>30</a:t>
            </a:fld>
            <a:endParaRPr lang="fr-FR"/>
          </a:p>
        </p:txBody>
      </p:sp>
    </p:spTree>
    <p:extLst>
      <p:ext uri="{BB962C8B-B14F-4D97-AF65-F5344CB8AC3E}">
        <p14:creationId xmlns:p14="http://schemas.microsoft.com/office/powerpoint/2010/main" val="155327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9F7F5-C9AB-A482-0F8E-544A9D933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C3B6C-57B5-CCE6-744D-B783A3D4D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B3A19-D5BE-B5DC-E739-4F04F831AEE5}"/>
              </a:ext>
            </a:extLst>
          </p:cNvPr>
          <p:cNvSpPr>
            <a:spLocks noGrp="1"/>
          </p:cNvSpPr>
          <p:nvPr>
            <p:ph type="body" idx="1"/>
          </p:nvPr>
        </p:nvSpPr>
        <p:spPr/>
        <p:txBody>
          <a:bodyPr/>
          <a:lstStyle/>
          <a:p>
            <a:r>
              <a:rPr lang="fr-FR" dirty="0"/>
              <a:t>Person of </a:t>
            </a:r>
            <a:r>
              <a:rPr lang="fr-FR" dirty="0" err="1"/>
              <a:t>interest</a:t>
            </a:r>
            <a:r>
              <a:rPr lang="fr-FR" dirty="0"/>
              <a:t> investigations</a:t>
            </a:r>
          </a:p>
        </p:txBody>
      </p:sp>
      <p:sp>
        <p:nvSpPr>
          <p:cNvPr id="4" name="Slide Number Placeholder 3">
            <a:extLst>
              <a:ext uri="{FF2B5EF4-FFF2-40B4-BE49-F238E27FC236}">
                <a16:creationId xmlns:a16="http://schemas.microsoft.com/office/drawing/2014/main" id="{F2487516-9478-5478-3EF0-8E4B0D4DC57A}"/>
              </a:ext>
            </a:extLst>
          </p:cNvPr>
          <p:cNvSpPr>
            <a:spLocks noGrp="1"/>
          </p:cNvSpPr>
          <p:nvPr>
            <p:ph type="sldNum" sz="quarter" idx="5"/>
          </p:nvPr>
        </p:nvSpPr>
        <p:spPr/>
        <p:txBody>
          <a:bodyPr/>
          <a:lstStyle/>
          <a:p>
            <a:fld id="{69F57875-40FC-423E-ACC5-D6BE6498D42D}" type="slidenum">
              <a:rPr lang="fr-FR" smtClean="0"/>
              <a:t>31</a:t>
            </a:fld>
            <a:endParaRPr lang="fr-FR"/>
          </a:p>
        </p:txBody>
      </p:sp>
    </p:spTree>
    <p:extLst>
      <p:ext uri="{BB962C8B-B14F-4D97-AF65-F5344CB8AC3E}">
        <p14:creationId xmlns:p14="http://schemas.microsoft.com/office/powerpoint/2010/main" val="1280227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7BC8-CFDC-ACEA-A59F-F2024722F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5BE9A-B0D6-631B-33BC-18AE2E0CD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256F4-FA20-7074-0113-12B4F7611576}"/>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851B3047-9501-B7AC-A422-BEE450E2C052}"/>
              </a:ext>
            </a:extLst>
          </p:cNvPr>
          <p:cNvSpPr>
            <a:spLocks noGrp="1"/>
          </p:cNvSpPr>
          <p:nvPr>
            <p:ph type="sldNum" sz="quarter" idx="5"/>
          </p:nvPr>
        </p:nvSpPr>
        <p:spPr/>
        <p:txBody>
          <a:bodyPr/>
          <a:lstStyle/>
          <a:p>
            <a:fld id="{69F57875-40FC-423E-ACC5-D6BE6498D42D}" type="slidenum">
              <a:rPr lang="fr-FR" smtClean="0"/>
              <a:t>32</a:t>
            </a:fld>
            <a:endParaRPr lang="fr-FR"/>
          </a:p>
        </p:txBody>
      </p:sp>
    </p:spTree>
    <p:extLst>
      <p:ext uri="{BB962C8B-B14F-4D97-AF65-F5344CB8AC3E}">
        <p14:creationId xmlns:p14="http://schemas.microsoft.com/office/powerpoint/2010/main" val="42349995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ACA68-A009-B8ED-7892-8AF731472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0BEF1-1177-B3F2-9E10-D2D51CC66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C1C21-054D-8145-92AD-2A7ECF210E97}"/>
              </a:ext>
            </a:extLst>
          </p:cNvPr>
          <p:cNvSpPr>
            <a:spLocks noGrp="1"/>
          </p:cNvSpPr>
          <p:nvPr>
            <p:ph type="body" idx="1"/>
          </p:nvPr>
        </p:nvSpPr>
        <p:spPr/>
        <p:txBody>
          <a:bodyPr/>
          <a:lstStyle/>
          <a:p>
            <a:r>
              <a:rPr lang="fr-FR" dirty="0"/>
              <a:t>La domotique regroupe toutes les technologies qui automatisent, contrôlent et connectent les équipements d’une maison pour améliorer le confort, la sécurité et l’efficacité énergétique.</a:t>
            </a:r>
          </a:p>
          <a:p>
            <a:r>
              <a:rPr lang="fr-FR" dirty="0"/>
              <a:t>Cela inclut par exemple l’éclairage automatisé, le contrôle à distance des portes, la gestion du chauffage selon la présence des occupants ou encore les assistants vocaux.</a:t>
            </a:r>
          </a:p>
          <a:p>
            <a:r>
              <a:rPr lang="fr-FR" dirty="0"/>
              <a:t>L’idée est de rendre la maison plus intelligente et capable de réagir seule à différents besoins du quotidien.</a:t>
            </a:r>
          </a:p>
          <a:p>
            <a:endParaRPr lang="fr-FR" dirty="0"/>
          </a:p>
        </p:txBody>
      </p:sp>
      <p:sp>
        <p:nvSpPr>
          <p:cNvPr id="4" name="Slide Number Placeholder 3">
            <a:extLst>
              <a:ext uri="{FF2B5EF4-FFF2-40B4-BE49-F238E27FC236}">
                <a16:creationId xmlns:a16="http://schemas.microsoft.com/office/drawing/2014/main" id="{5864B850-AD92-FFAE-40BA-F06F63FE7F1A}"/>
              </a:ext>
            </a:extLst>
          </p:cNvPr>
          <p:cNvSpPr>
            <a:spLocks noGrp="1"/>
          </p:cNvSpPr>
          <p:nvPr>
            <p:ph type="sldNum" sz="quarter" idx="5"/>
          </p:nvPr>
        </p:nvSpPr>
        <p:spPr/>
        <p:txBody>
          <a:bodyPr/>
          <a:lstStyle/>
          <a:p>
            <a:fld id="{69F57875-40FC-423E-ACC5-D6BE6498D42D}" type="slidenum">
              <a:rPr lang="fr-FR" smtClean="0"/>
              <a:t>33</a:t>
            </a:fld>
            <a:endParaRPr lang="fr-FR"/>
          </a:p>
        </p:txBody>
      </p:sp>
    </p:spTree>
    <p:extLst>
      <p:ext uri="{BB962C8B-B14F-4D97-AF65-F5344CB8AC3E}">
        <p14:creationId xmlns:p14="http://schemas.microsoft.com/office/powerpoint/2010/main" val="13163407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5DFCC-266F-FBEF-73D3-0306F5924B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48FEC-3610-C4ED-5DB7-93D33D184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1A2EA-5634-835F-BBDE-E1C6CFD4C195}"/>
              </a:ext>
            </a:extLst>
          </p:cNvPr>
          <p:cNvSpPr>
            <a:spLocks noGrp="1"/>
          </p:cNvSpPr>
          <p:nvPr>
            <p:ph type="body" idx="1"/>
          </p:nvPr>
        </p:nvSpPr>
        <p:spPr/>
        <p:txBody>
          <a:bodyPr/>
          <a:lstStyle/>
          <a:p>
            <a:r>
              <a:rPr lang="fr-FR" dirty="0"/>
              <a:t>Le Track and Trace désigne l’ensemble des technologies qui permettent de </a:t>
            </a:r>
            <a:r>
              <a:rPr lang="fr-FR" b="1" dirty="0"/>
              <a:t>suivre un produit, un colis ou un équipement en temps réel</a:t>
            </a:r>
            <a:r>
              <a:rPr lang="fr-FR" dirty="0"/>
              <a:t> depuis son point de départ jusqu’à sa destination. On peut connaître son emplacement, son état et son historique de transport à chaque étape.</a:t>
            </a:r>
          </a:p>
          <a:p>
            <a:r>
              <a:rPr lang="fr-FR" dirty="0"/>
              <a:t>On l’utilise pour sécuriser les livraisons, éviter les pertes, améliorer la logistique et rassurer les clients sur la provenance d’un produit.</a:t>
            </a:r>
          </a:p>
          <a:p>
            <a:endParaRPr lang="fr-FR" dirty="0"/>
          </a:p>
        </p:txBody>
      </p:sp>
      <p:sp>
        <p:nvSpPr>
          <p:cNvPr id="4" name="Slide Number Placeholder 3">
            <a:extLst>
              <a:ext uri="{FF2B5EF4-FFF2-40B4-BE49-F238E27FC236}">
                <a16:creationId xmlns:a16="http://schemas.microsoft.com/office/drawing/2014/main" id="{E2950404-8579-20B0-279E-AE08796BA3FC}"/>
              </a:ext>
            </a:extLst>
          </p:cNvPr>
          <p:cNvSpPr>
            <a:spLocks noGrp="1"/>
          </p:cNvSpPr>
          <p:nvPr>
            <p:ph type="sldNum" sz="quarter" idx="5"/>
          </p:nvPr>
        </p:nvSpPr>
        <p:spPr/>
        <p:txBody>
          <a:bodyPr/>
          <a:lstStyle/>
          <a:p>
            <a:fld id="{69F57875-40FC-423E-ACC5-D6BE6498D42D}" type="slidenum">
              <a:rPr lang="fr-FR" smtClean="0"/>
              <a:t>34</a:t>
            </a:fld>
            <a:endParaRPr lang="fr-FR"/>
          </a:p>
        </p:txBody>
      </p:sp>
    </p:spTree>
    <p:extLst>
      <p:ext uri="{BB962C8B-B14F-4D97-AF65-F5344CB8AC3E}">
        <p14:creationId xmlns:p14="http://schemas.microsoft.com/office/powerpoint/2010/main" val="12621771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A000C-5FD8-0DA8-8532-8A8924F0F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98147C-9996-A972-1477-89C1769A56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87DF3-53F7-FAF4-90F4-E93B5708DCB2}"/>
              </a:ext>
            </a:extLst>
          </p:cNvPr>
          <p:cNvSpPr>
            <a:spLocks noGrp="1"/>
          </p:cNvSpPr>
          <p:nvPr>
            <p:ph type="body" idx="1"/>
          </p:nvPr>
        </p:nvSpPr>
        <p:spPr/>
        <p:txBody>
          <a:bodyPr/>
          <a:lstStyle/>
          <a:p>
            <a:r>
              <a:rPr lang="fr-FR" dirty="0"/>
              <a:t>La maintenance 4.0 s’appuie sur les objets connectés, l’analyse des données et l’intelligence artificielle pour surveiller en continu l’état des machines et intervenir avant qu’une panne ne survienne.</a:t>
            </a:r>
          </a:p>
          <a:p>
            <a:r>
              <a:rPr lang="fr-FR" dirty="0"/>
              <a:t>Les capteurs mesurent la vibration, la température ou la consommation d’énergie. Les données sont analysées et permettent de prévoir les défaillances, de planifier les interventions au bon moment et de réduire les arrêts non prévus.</a:t>
            </a:r>
          </a:p>
          <a:p>
            <a:r>
              <a:rPr lang="fr-FR" dirty="0"/>
              <a:t>Elle améliore la disponibilité des équipements, baisse les coûts de réparation et rend les opérations industrielles plus fiables.</a:t>
            </a:r>
          </a:p>
          <a:p>
            <a:endParaRPr lang="fr-FR" dirty="0"/>
          </a:p>
        </p:txBody>
      </p:sp>
      <p:sp>
        <p:nvSpPr>
          <p:cNvPr id="4" name="Slide Number Placeholder 3">
            <a:extLst>
              <a:ext uri="{FF2B5EF4-FFF2-40B4-BE49-F238E27FC236}">
                <a16:creationId xmlns:a16="http://schemas.microsoft.com/office/drawing/2014/main" id="{FFE2B891-43EE-19EC-7115-89FFFC17E36D}"/>
              </a:ext>
            </a:extLst>
          </p:cNvPr>
          <p:cNvSpPr>
            <a:spLocks noGrp="1"/>
          </p:cNvSpPr>
          <p:nvPr>
            <p:ph type="sldNum" sz="quarter" idx="5"/>
          </p:nvPr>
        </p:nvSpPr>
        <p:spPr/>
        <p:txBody>
          <a:bodyPr/>
          <a:lstStyle/>
          <a:p>
            <a:fld id="{69F57875-40FC-423E-ACC5-D6BE6498D42D}" type="slidenum">
              <a:rPr lang="fr-FR" smtClean="0"/>
              <a:t>35</a:t>
            </a:fld>
            <a:endParaRPr lang="fr-FR"/>
          </a:p>
        </p:txBody>
      </p:sp>
    </p:spTree>
    <p:extLst>
      <p:ext uri="{BB962C8B-B14F-4D97-AF65-F5344CB8AC3E}">
        <p14:creationId xmlns:p14="http://schemas.microsoft.com/office/powerpoint/2010/main" val="14286240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E9DD-759C-987B-6810-F5212EC4B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85767-0DCF-F577-A613-A01C999F5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C6921-5BC7-F2C2-8C10-F169512CF653}"/>
              </a:ext>
            </a:extLst>
          </p:cNvPr>
          <p:cNvSpPr>
            <a:spLocks noGrp="1"/>
          </p:cNvSpPr>
          <p:nvPr>
            <p:ph type="body" idx="1"/>
          </p:nvPr>
        </p:nvSpPr>
        <p:spPr/>
        <p:txBody>
          <a:bodyPr/>
          <a:lstStyle/>
          <a:p>
            <a:r>
              <a:rPr lang="fr-FR" dirty="0"/>
              <a:t>Le monitoring consiste à </a:t>
            </a:r>
            <a:r>
              <a:rPr lang="fr-FR" b="1" dirty="0"/>
              <a:t>surveiller en continu</a:t>
            </a:r>
            <a:r>
              <a:rPr lang="fr-FR" dirty="0"/>
              <a:t> l’état d’équipements, de réseaux ou d’environnements grâce aux données envoyées dans le cloud.</a:t>
            </a:r>
          </a:p>
          <a:p>
            <a:r>
              <a:rPr lang="fr-FR" dirty="0"/>
              <a:t>Ce que ça permet:</a:t>
            </a:r>
          </a:p>
          <a:p>
            <a:r>
              <a:rPr lang="fr-FR" dirty="0"/>
              <a:t>Voir en temps réel si un appareil fonctionne bien</a:t>
            </a:r>
          </a:p>
          <a:p>
            <a:r>
              <a:rPr lang="fr-FR" dirty="0"/>
              <a:t>Détecter rapidement les anomalies</a:t>
            </a:r>
          </a:p>
          <a:p>
            <a:r>
              <a:rPr lang="fr-FR" dirty="0"/>
              <a:t>Avoir des tableaux de suivi accessibles partout</a:t>
            </a:r>
          </a:p>
          <a:p>
            <a:r>
              <a:rPr lang="fr-FR" dirty="0"/>
              <a:t>Une fois les données collectées dans le cloud, des outils d’analyse les transforment en informations utiles.</a:t>
            </a:r>
          </a:p>
          <a:p>
            <a:r>
              <a:rPr lang="fr-FR" dirty="0"/>
              <a:t>Ce que ça apporte:</a:t>
            </a:r>
          </a:p>
          <a:p>
            <a:r>
              <a:rPr lang="fr-FR" dirty="0"/>
              <a:t>Détection de tendances</a:t>
            </a:r>
          </a:p>
          <a:p>
            <a:r>
              <a:rPr lang="fr-FR" dirty="0"/>
              <a:t>Prédiction des pannes ou des risques</a:t>
            </a:r>
          </a:p>
          <a:p>
            <a:r>
              <a:rPr lang="fr-FR" dirty="0"/>
              <a:t>Aide à la décision grâce à l’IA et aux algorithmes</a:t>
            </a:r>
          </a:p>
          <a:p>
            <a:r>
              <a:rPr lang="fr-FR" dirty="0"/>
              <a:t>Exemples:</a:t>
            </a:r>
          </a:p>
          <a:p>
            <a:r>
              <a:rPr lang="fr-FR" dirty="0"/>
              <a:t>Analyse de consommation d’énergie pour optimiser les coûts</a:t>
            </a:r>
          </a:p>
          <a:p>
            <a:r>
              <a:rPr lang="fr-FR" dirty="0"/>
              <a:t>Prédiction d’un incident sur une machine industrielle</a:t>
            </a:r>
          </a:p>
          <a:p>
            <a:r>
              <a:rPr lang="fr-FR" dirty="0"/>
              <a:t>Analyse du trafic urbain pour adapter la circulation</a:t>
            </a:r>
          </a:p>
          <a:p>
            <a:endParaRPr lang="fr-FR" dirty="0"/>
          </a:p>
        </p:txBody>
      </p:sp>
      <p:sp>
        <p:nvSpPr>
          <p:cNvPr id="4" name="Slide Number Placeholder 3">
            <a:extLst>
              <a:ext uri="{FF2B5EF4-FFF2-40B4-BE49-F238E27FC236}">
                <a16:creationId xmlns:a16="http://schemas.microsoft.com/office/drawing/2014/main" id="{D80C8997-B5A9-7B0E-606F-8D0467699FF0}"/>
              </a:ext>
            </a:extLst>
          </p:cNvPr>
          <p:cNvSpPr>
            <a:spLocks noGrp="1"/>
          </p:cNvSpPr>
          <p:nvPr>
            <p:ph type="sldNum" sz="quarter" idx="5"/>
          </p:nvPr>
        </p:nvSpPr>
        <p:spPr/>
        <p:txBody>
          <a:bodyPr/>
          <a:lstStyle/>
          <a:p>
            <a:fld id="{69F57875-40FC-423E-ACC5-D6BE6498D42D}" type="slidenum">
              <a:rPr lang="fr-FR" smtClean="0"/>
              <a:t>36</a:t>
            </a:fld>
            <a:endParaRPr lang="fr-FR"/>
          </a:p>
        </p:txBody>
      </p:sp>
    </p:spTree>
    <p:extLst>
      <p:ext uri="{BB962C8B-B14F-4D97-AF65-F5344CB8AC3E}">
        <p14:creationId xmlns:p14="http://schemas.microsoft.com/office/powerpoint/2010/main" val="9623359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5D73F-20AB-36EC-B790-375C0DE10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1D00D-0EF5-9188-9033-32A392E1C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F1629-A6EE-9F9E-9C21-4924CC888017}"/>
              </a:ext>
            </a:extLst>
          </p:cNvPr>
          <p:cNvSpPr>
            <a:spLocks noGrp="1"/>
          </p:cNvSpPr>
          <p:nvPr>
            <p:ph type="body" idx="1"/>
          </p:nvPr>
        </p:nvSpPr>
        <p:spPr/>
        <p:txBody>
          <a:bodyPr/>
          <a:lstStyle/>
          <a:p>
            <a:r>
              <a:rPr lang="fr-FR" sz="1200" b="0" i="0" kern="1200" dirty="0">
                <a:solidFill>
                  <a:schemeClr val="tx1"/>
                </a:solidFill>
                <a:effectLst/>
                <a:latin typeface="+mn-lt"/>
                <a:ea typeface="+mn-ea"/>
                <a:cs typeface="+mn-cs"/>
              </a:rPr>
              <a:t>Ces trois niveaux forment une hiérarchie collaborative : </a:t>
            </a:r>
            <a:r>
              <a:rPr lang="fr-FR" sz="1200" b="0" i="0" kern="1200" dirty="0" err="1">
                <a:solidFill>
                  <a:schemeClr val="tx1"/>
                </a:solidFill>
                <a:effectLst/>
                <a:latin typeface="+mn-lt"/>
                <a:ea typeface="+mn-ea"/>
                <a:cs typeface="+mn-cs"/>
              </a:rPr>
              <a:t>l'</a:t>
            </a:r>
            <a:r>
              <a:rPr lang="fr-FR" sz="1200" b="1" i="0" kern="1200" dirty="0" err="1">
                <a:solidFill>
                  <a:schemeClr val="tx1"/>
                </a:solidFill>
                <a:effectLst/>
                <a:latin typeface="+mn-lt"/>
                <a:ea typeface="+mn-ea"/>
                <a:cs typeface="+mn-cs"/>
              </a:rPr>
              <a:t>edge</a:t>
            </a:r>
            <a:r>
              <a:rPr lang="fr-FR" sz="1200" b="0" i="0" kern="1200" dirty="0">
                <a:solidFill>
                  <a:schemeClr val="tx1"/>
                </a:solidFill>
                <a:effectLst/>
                <a:latin typeface="+mn-lt"/>
                <a:ea typeface="+mn-ea"/>
                <a:cs typeface="+mn-cs"/>
              </a:rPr>
              <a:t> et le </a:t>
            </a:r>
            <a:r>
              <a:rPr lang="fr-FR" sz="1200" b="1" i="0" kern="1200" dirty="0" err="1">
                <a:solidFill>
                  <a:schemeClr val="tx1"/>
                </a:solidFill>
                <a:effectLst/>
                <a:latin typeface="+mn-lt"/>
                <a:ea typeface="+mn-ea"/>
                <a:cs typeface="+mn-cs"/>
              </a:rPr>
              <a:t>fog</a:t>
            </a:r>
            <a:r>
              <a:rPr lang="fr-FR" sz="1200" b="0" i="0" kern="1200" dirty="0">
                <a:solidFill>
                  <a:schemeClr val="tx1"/>
                </a:solidFill>
                <a:effectLst/>
                <a:latin typeface="+mn-lt"/>
                <a:ea typeface="+mn-ea"/>
                <a:cs typeface="+mn-cs"/>
              </a:rPr>
              <a:t> gèrent les besoins immédiats et sensibles à la latence, tandis que le </a:t>
            </a:r>
            <a:r>
              <a:rPr lang="fr-FR" sz="1200" b="1" i="0" kern="1200" dirty="0">
                <a:solidFill>
                  <a:schemeClr val="tx1"/>
                </a:solidFill>
                <a:effectLst/>
                <a:latin typeface="+mn-lt"/>
                <a:ea typeface="+mn-ea"/>
                <a:cs typeface="+mn-cs"/>
              </a:rPr>
              <a:t>cloud</a:t>
            </a:r>
            <a:r>
              <a:rPr lang="fr-FR" sz="1200" b="0" i="0" kern="1200" dirty="0">
                <a:solidFill>
                  <a:schemeClr val="tx1"/>
                </a:solidFill>
                <a:effectLst/>
                <a:latin typeface="+mn-lt"/>
                <a:ea typeface="+mn-ea"/>
                <a:cs typeface="+mn-cs"/>
              </a:rPr>
              <a:t> s'occupe de la planification globale et de l'analyse approfondie. Ensemble, ils assurent le fonctionnement efficace et réactif de la ville intelligente.</a:t>
            </a:r>
            <a:endParaRPr lang="fr-FR" dirty="0"/>
          </a:p>
        </p:txBody>
      </p:sp>
      <p:sp>
        <p:nvSpPr>
          <p:cNvPr id="4" name="Slide Number Placeholder 3">
            <a:extLst>
              <a:ext uri="{FF2B5EF4-FFF2-40B4-BE49-F238E27FC236}">
                <a16:creationId xmlns:a16="http://schemas.microsoft.com/office/drawing/2014/main" id="{628BF74F-677B-ABAD-71BD-4D113089ED30}"/>
              </a:ext>
            </a:extLst>
          </p:cNvPr>
          <p:cNvSpPr>
            <a:spLocks noGrp="1"/>
          </p:cNvSpPr>
          <p:nvPr>
            <p:ph type="sldNum" sz="quarter" idx="5"/>
          </p:nvPr>
        </p:nvSpPr>
        <p:spPr/>
        <p:txBody>
          <a:bodyPr/>
          <a:lstStyle/>
          <a:p>
            <a:fld id="{69F57875-40FC-423E-ACC5-D6BE6498D42D}" type="slidenum">
              <a:rPr lang="fr-FR" smtClean="0"/>
              <a:t>37</a:t>
            </a:fld>
            <a:endParaRPr lang="fr-FR"/>
          </a:p>
        </p:txBody>
      </p:sp>
    </p:spTree>
    <p:extLst>
      <p:ext uri="{BB962C8B-B14F-4D97-AF65-F5344CB8AC3E}">
        <p14:creationId xmlns:p14="http://schemas.microsoft.com/office/powerpoint/2010/main" val="3317311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6C64-399D-9693-0DD1-486A20EB55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73C2FFA8-12CC-BD12-5527-DAA4461AC4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D48BA618-28D8-8AD0-BA38-913499E125A2}"/>
              </a:ext>
            </a:extLst>
          </p:cNvPr>
          <p:cNvSpPr>
            <a:spLocks noGrp="1"/>
          </p:cNvSpPr>
          <p:nvPr>
            <p:ph type="dt" sz="half" idx="10"/>
          </p:nvPr>
        </p:nvSpPr>
        <p:spPr/>
        <p:txBody>
          <a:bodyPr/>
          <a:lstStyle/>
          <a:p>
            <a:fld id="{ADF2AD84-D4DF-4455-96FE-241E9F2553BF}" type="datetime1">
              <a:rPr lang="fr-FR" smtClean="0"/>
              <a:t>02/12/2025</a:t>
            </a:fld>
            <a:endParaRPr lang="fr-FR"/>
          </a:p>
        </p:txBody>
      </p:sp>
      <p:sp>
        <p:nvSpPr>
          <p:cNvPr id="5" name="Footer Placeholder 4">
            <a:extLst>
              <a:ext uri="{FF2B5EF4-FFF2-40B4-BE49-F238E27FC236}">
                <a16:creationId xmlns:a16="http://schemas.microsoft.com/office/drawing/2014/main" id="{F16C1E79-CC28-370A-350B-E843E031735C}"/>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AB1AC42-02C2-D287-E492-7AA0CB217235}"/>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3290248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4B643-5E86-3CBE-0E6B-369ED86B6992}"/>
              </a:ext>
            </a:extLst>
          </p:cNvPr>
          <p:cNvSpPr>
            <a:spLocks noGrp="1"/>
          </p:cNvSpPr>
          <p:nvPr>
            <p:ph type="title" hasCustomPrompt="1"/>
          </p:nvPr>
        </p:nvSpPr>
        <p:spPr/>
        <p:txBody>
          <a:bodyPr/>
          <a:lstStyle/>
          <a:p>
            <a:r>
              <a:rPr lang="en-US" dirty="0"/>
              <a:t>CLICK TO EDIT MASTER TITLE STYLE</a:t>
            </a:r>
            <a:endParaRPr lang="fr-FR" dirty="0"/>
          </a:p>
        </p:txBody>
      </p:sp>
      <p:sp>
        <p:nvSpPr>
          <p:cNvPr id="3" name="Content Placeholder 2">
            <a:extLst>
              <a:ext uri="{FF2B5EF4-FFF2-40B4-BE49-F238E27FC236}">
                <a16:creationId xmlns:a16="http://schemas.microsoft.com/office/drawing/2014/main" id="{F81814FE-31D0-961B-8615-6BD89992F4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E825CBA6-B3AF-6FD8-8FA5-23742E050D1B}"/>
              </a:ext>
            </a:extLst>
          </p:cNvPr>
          <p:cNvSpPr>
            <a:spLocks noGrp="1"/>
          </p:cNvSpPr>
          <p:nvPr>
            <p:ph type="dt" sz="half" idx="10"/>
          </p:nvPr>
        </p:nvSpPr>
        <p:spPr/>
        <p:txBody>
          <a:bodyPr/>
          <a:lstStyle/>
          <a:p>
            <a:fld id="{17082E68-7EB5-4317-AC45-70A8EFB35336}" type="datetime1">
              <a:rPr lang="fr-FR" smtClean="0"/>
              <a:t>02/12/2025</a:t>
            </a:fld>
            <a:endParaRPr lang="fr-FR"/>
          </a:p>
        </p:txBody>
      </p:sp>
      <p:sp>
        <p:nvSpPr>
          <p:cNvPr id="5" name="Footer Placeholder 4">
            <a:extLst>
              <a:ext uri="{FF2B5EF4-FFF2-40B4-BE49-F238E27FC236}">
                <a16:creationId xmlns:a16="http://schemas.microsoft.com/office/drawing/2014/main" id="{F29C4CD2-8B05-F1CB-547F-F8094971869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98CB826-53FD-56E3-A80E-5FC36D04A61B}"/>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20886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92744-6B18-023F-8DD5-50BE1D8240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54D6AB40-BCD6-1132-75CD-132C302223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AFBCEA-E37B-7A5F-F402-150532A716EE}"/>
              </a:ext>
            </a:extLst>
          </p:cNvPr>
          <p:cNvSpPr>
            <a:spLocks noGrp="1"/>
          </p:cNvSpPr>
          <p:nvPr>
            <p:ph type="dt" sz="half" idx="10"/>
          </p:nvPr>
        </p:nvSpPr>
        <p:spPr/>
        <p:txBody>
          <a:bodyPr/>
          <a:lstStyle/>
          <a:p>
            <a:fld id="{514125E1-A318-4638-9B29-2EEBC2DE1905}" type="datetime1">
              <a:rPr lang="fr-FR" smtClean="0"/>
              <a:t>02/12/2025</a:t>
            </a:fld>
            <a:endParaRPr lang="fr-FR"/>
          </a:p>
        </p:txBody>
      </p:sp>
      <p:sp>
        <p:nvSpPr>
          <p:cNvPr id="5" name="Footer Placeholder 4">
            <a:extLst>
              <a:ext uri="{FF2B5EF4-FFF2-40B4-BE49-F238E27FC236}">
                <a16:creationId xmlns:a16="http://schemas.microsoft.com/office/drawing/2014/main" id="{510422C7-DB20-B88F-C6C8-BBF35055DCA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874FF2F-1050-8BED-C7CA-B970E5745963}"/>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741640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90609-8B38-4721-1D0A-F6C2902DE732}"/>
              </a:ext>
            </a:extLst>
          </p:cNvPr>
          <p:cNvSpPr>
            <a:spLocks noGrp="1"/>
          </p:cNvSpPr>
          <p:nvPr>
            <p:ph type="title" hasCustomPrompt="1"/>
          </p:nvPr>
        </p:nvSpPr>
        <p:spPr/>
        <p:txBody>
          <a:bodyPr/>
          <a:lstStyle/>
          <a:p>
            <a:r>
              <a:rPr lang="en-US" dirty="0"/>
              <a:t>CLICK TO EDIT MASTER TITLE STYLE</a:t>
            </a:r>
            <a:endParaRPr lang="fr-FR" dirty="0"/>
          </a:p>
        </p:txBody>
      </p:sp>
      <p:sp>
        <p:nvSpPr>
          <p:cNvPr id="3" name="Content Placeholder 2">
            <a:extLst>
              <a:ext uri="{FF2B5EF4-FFF2-40B4-BE49-F238E27FC236}">
                <a16:creationId xmlns:a16="http://schemas.microsoft.com/office/drawing/2014/main" id="{65669078-514A-427F-5ADF-8765023B61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7828C2BA-1028-2851-D53E-13280E8390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4BBDCD3A-595D-F13B-031F-AFD452535F34}"/>
              </a:ext>
            </a:extLst>
          </p:cNvPr>
          <p:cNvSpPr>
            <a:spLocks noGrp="1"/>
          </p:cNvSpPr>
          <p:nvPr>
            <p:ph type="dt" sz="half" idx="10"/>
          </p:nvPr>
        </p:nvSpPr>
        <p:spPr/>
        <p:txBody>
          <a:bodyPr/>
          <a:lstStyle/>
          <a:p>
            <a:fld id="{92DCC3E1-2A98-4548-94FA-B0AED89CE823}" type="datetime1">
              <a:rPr lang="fr-FR" smtClean="0"/>
              <a:t>02/12/2025</a:t>
            </a:fld>
            <a:endParaRPr lang="fr-FR"/>
          </a:p>
        </p:txBody>
      </p:sp>
      <p:sp>
        <p:nvSpPr>
          <p:cNvPr id="6" name="Footer Placeholder 5">
            <a:extLst>
              <a:ext uri="{FF2B5EF4-FFF2-40B4-BE49-F238E27FC236}">
                <a16:creationId xmlns:a16="http://schemas.microsoft.com/office/drawing/2014/main" id="{0A2A46CE-38CF-C289-79D4-91AF529880F9}"/>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E8A0495F-FDD3-D0BD-FF6E-EB27D07EFD61}"/>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4003608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983D-ED86-318F-9D27-FF0DA2133C77}"/>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F7811FCA-2E39-AFE7-19EB-090AE42B6D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3DED01-A35D-D690-6863-E828F889C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65F8E740-AD50-1877-1F96-63421A76BE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A2D679-9865-E2F5-6A2E-5AA405AD1D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909C25E1-38FB-4FAF-A36A-E29F73AB351B}"/>
              </a:ext>
            </a:extLst>
          </p:cNvPr>
          <p:cNvSpPr>
            <a:spLocks noGrp="1"/>
          </p:cNvSpPr>
          <p:nvPr>
            <p:ph type="dt" sz="half" idx="10"/>
          </p:nvPr>
        </p:nvSpPr>
        <p:spPr/>
        <p:txBody>
          <a:bodyPr/>
          <a:lstStyle/>
          <a:p>
            <a:fld id="{96EEB943-61B2-4A84-8DF7-F7C90E476E20}" type="datetime1">
              <a:rPr lang="fr-FR" smtClean="0"/>
              <a:t>02/12/2025</a:t>
            </a:fld>
            <a:endParaRPr lang="fr-FR"/>
          </a:p>
        </p:txBody>
      </p:sp>
      <p:sp>
        <p:nvSpPr>
          <p:cNvPr id="8" name="Footer Placeholder 7">
            <a:extLst>
              <a:ext uri="{FF2B5EF4-FFF2-40B4-BE49-F238E27FC236}">
                <a16:creationId xmlns:a16="http://schemas.microsoft.com/office/drawing/2014/main" id="{5C88DD88-A787-42B7-9451-5E11693DA75A}"/>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05C7B457-C277-64A4-38BE-665F22FDB1DF}"/>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4132514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F0852-2715-E470-3751-100E973E8F50}"/>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2AC53EE5-34D0-D4BF-91ED-F76A54028083}"/>
              </a:ext>
            </a:extLst>
          </p:cNvPr>
          <p:cNvSpPr>
            <a:spLocks noGrp="1"/>
          </p:cNvSpPr>
          <p:nvPr>
            <p:ph type="dt" sz="half" idx="10"/>
          </p:nvPr>
        </p:nvSpPr>
        <p:spPr/>
        <p:txBody>
          <a:bodyPr/>
          <a:lstStyle/>
          <a:p>
            <a:fld id="{D28B1F39-AF51-4E10-B6ED-7197944060B4}" type="datetime1">
              <a:rPr lang="fr-FR" smtClean="0"/>
              <a:t>02/12/2025</a:t>
            </a:fld>
            <a:endParaRPr lang="fr-FR"/>
          </a:p>
        </p:txBody>
      </p:sp>
      <p:sp>
        <p:nvSpPr>
          <p:cNvPr id="4" name="Footer Placeholder 3">
            <a:extLst>
              <a:ext uri="{FF2B5EF4-FFF2-40B4-BE49-F238E27FC236}">
                <a16:creationId xmlns:a16="http://schemas.microsoft.com/office/drawing/2014/main" id="{FB4BD4EA-7E0C-829A-66EE-20AEF72C57C1}"/>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9E3738F3-57AA-D3E0-AB81-44574B8CFE73}"/>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1828405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6B9667-5D02-4CC3-C4A8-B8C5B0042551}"/>
              </a:ext>
            </a:extLst>
          </p:cNvPr>
          <p:cNvSpPr>
            <a:spLocks noGrp="1"/>
          </p:cNvSpPr>
          <p:nvPr>
            <p:ph type="dt" sz="half" idx="10"/>
          </p:nvPr>
        </p:nvSpPr>
        <p:spPr/>
        <p:txBody>
          <a:bodyPr/>
          <a:lstStyle/>
          <a:p>
            <a:fld id="{95B95E4A-3B06-4D33-8D5F-BB0794DF4178}" type="datetime1">
              <a:rPr lang="fr-FR" smtClean="0"/>
              <a:t>02/12/2025</a:t>
            </a:fld>
            <a:endParaRPr lang="fr-FR"/>
          </a:p>
        </p:txBody>
      </p:sp>
      <p:sp>
        <p:nvSpPr>
          <p:cNvPr id="3" name="Footer Placeholder 2">
            <a:extLst>
              <a:ext uri="{FF2B5EF4-FFF2-40B4-BE49-F238E27FC236}">
                <a16:creationId xmlns:a16="http://schemas.microsoft.com/office/drawing/2014/main" id="{F80E0FDE-3BCE-8E5A-3592-9EA135197F24}"/>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AE12BE06-EA4E-18B0-BF20-0AD0251F071A}"/>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705003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97A2-A555-E030-E440-9BC092A645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6CCBF708-767A-3515-F8E8-84044D7BAA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F36F9CE9-24C8-C77A-F742-84109F49B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D52881-9043-23A2-208E-1D9C402DEF52}"/>
              </a:ext>
            </a:extLst>
          </p:cNvPr>
          <p:cNvSpPr>
            <a:spLocks noGrp="1"/>
          </p:cNvSpPr>
          <p:nvPr>
            <p:ph type="dt" sz="half" idx="10"/>
          </p:nvPr>
        </p:nvSpPr>
        <p:spPr/>
        <p:txBody>
          <a:bodyPr/>
          <a:lstStyle/>
          <a:p>
            <a:fld id="{0F274837-512E-409C-9880-0F5BE8AD8FD9}" type="datetime1">
              <a:rPr lang="fr-FR" smtClean="0"/>
              <a:t>02/12/2025</a:t>
            </a:fld>
            <a:endParaRPr lang="fr-FR"/>
          </a:p>
        </p:txBody>
      </p:sp>
      <p:sp>
        <p:nvSpPr>
          <p:cNvPr id="6" name="Footer Placeholder 5">
            <a:extLst>
              <a:ext uri="{FF2B5EF4-FFF2-40B4-BE49-F238E27FC236}">
                <a16:creationId xmlns:a16="http://schemas.microsoft.com/office/drawing/2014/main" id="{94A2557B-5BEE-43D1-C273-51B477BC02D9}"/>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08F8183B-A3CF-0B72-D531-5F807146577D}"/>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3734299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86D5D-B0A7-5788-60C0-5CF4E11E09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762E7EE1-F8AC-3B00-4DF6-86D89F5174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BDACF776-61F8-8F87-3B97-EFC968011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41B370-5E15-2AD4-CAE9-D55286BC6558}"/>
              </a:ext>
            </a:extLst>
          </p:cNvPr>
          <p:cNvSpPr>
            <a:spLocks noGrp="1"/>
          </p:cNvSpPr>
          <p:nvPr>
            <p:ph type="dt" sz="half" idx="10"/>
          </p:nvPr>
        </p:nvSpPr>
        <p:spPr/>
        <p:txBody>
          <a:bodyPr/>
          <a:lstStyle/>
          <a:p>
            <a:fld id="{DB36F8BA-C516-4B59-8756-C09317E754C9}" type="datetime1">
              <a:rPr lang="fr-FR" smtClean="0"/>
              <a:t>02/12/2025</a:t>
            </a:fld>
            <a:endParaRPr lang="fr-FR"/>
          </a:p>
        </p:txBody>
      </p:sp>
      <p:sp>
        <p:nvSpPr>
          <p:cNvPr id="6" name="Footer Placeholder 5">
            <a:extLst>
              <a:ext uri="{FF2B5EF4-FFF2-40B4-BE49-F238E27FC236}">
                <a16:creationId xmlns:a16="http://schemas.microsoft.com/office/drawing/2014/main" id="{590680C7-6B67-5F7B-0250-A7465746EB1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D69C8121-2E0B-9AB7-EFD0-118E82CF62E2}"/>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4031395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19134-E3F7-BB63-AB3F-79C747869DA9}"/>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4DE1A291-CF69-7D3F-4FC2-004090072E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7CC53B3-55E1-064E-D9C3-AB8F18D65F65}"/>
              </a:ext>
            </a:extLst>
          </p:cNvPr>
          <p:cNvSpPr>
            <a:spLocks noGrp="1"/>
          </p:cNvSpPr>
          <p:nvPr>
            <p:ph type="dt" sz="half" idx="10"/>
          </p:nvPr>
        </p:nvSpPr>
        <p:spPr/>
        <p:txBody>
          <a:bodyPr/>
          <a:lstStyle/>
          <a:p>
            <a:fld id="{7D92AAB5-A375-4316-9888-2BAA0D85C3EE}" type="datetime1">
              <a:rPr lang="fr-FR" smtClean="0"/>
              <a:t>02/12/2025</a:t>
            </a:fld>
            <a:endParaRPr lang="fr-FR"/>
          </a:p>
        </p:txBody>
      </p:sp>
      <p:sp>
        <p:nvSpPr>
          <p:cNvPr id="5" name="Footer Placeholder 4">
            <a:extLst>
              <a:ext uri="{FF2B5EF4-FFF2-40B4-BE49-F238E27FC236}">
                <a16:creationId xmlns:a16="http://schemas.microsoft.com/office/drawing/2014/main" id="{F978138F-40DB-414B-58D7-35E3A0FAFBA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859261F-91AF-ED57-392A-AF54F783B7B8}"/>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3102810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0419D6-484D-DCCF-CF30-EEA1CEB372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2B8A84C0-3278-88CC-104A-59F623D1F4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7D784105-F115-276A-E0D0-1AA1AC11219C}"/>
              </a:ext>
            </a:extLst>
          </p:cNvPr>
          <p:cNvSpPr>
            <a:spLocks noGrp="1"/>
          </p:cNvSpPr>
          <p:nvPr>
            <p:ph type="dt" sz="half" idx="10"/>
          </p:nvPr>
        </p:nvSpPr>
        <p:spPr/>
        <p:txBody>
          <a:bodyPr/>
          <a:lstStyle/>
          <a:p>
            <a:fld id="{61EBCEFC-CE1E-4F22-AEA7-46DDD5B1E960}" type="datetime1">
              <a:rPr lang="fr-FR" smtClean="0"/>
              <a:t>02/12/2025</a:t>
            </a:fld>
            <a:endParaRPr lang="fr-FR"/>
          </a:p>
        </p:txBody>
      </p:sp>
      <p:sp>
        <p:nvSpPr>
          <p:cNvPr id="5" name="Footer Placeholder 4">
            <a:extLst>
              <a:ext uri="{FF2B5EF4-FFF2-40B4-BE49-F238E27FC236}">
                <a16:creationId xmlns:a16="http://schemas.microsoft.com/office/drawing/2014/main" id="{EA379F48-0858-B9F8-5B88-23D54959FE3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F322E488-E24A-353B-F58B-AC2729D838F7}"/>
              </a:ext>
            </a:extLst>
          </p:cNvPr>
          <p:cNvSpPr>
            <a:spLocks noGrp="1"/>
          </p:cNvSpPr>
          <p:nvPr>
            <p:ph type="sldNum" sz="quarter" idx="12"/>
          </p:nvPr>
        </p:nvSpPr>
        <p:spPr/>
        <p:txBody>
          <a:bodyPr/>
          <a:lstStyle/>
          <a:p>
            <a:fld id="{0B695B46-4EE7-40FC-A22F-57735F8531A7}" type="slidenum">
              <a:rPr lang="fr-FR" smtClean="0"/>
              <a:t>‹#›</a:t>
            </a:fld>
            <a:endParaRPr lang="fr-FR"/>
          </a:p>
        </p:txBody>
      </p:sp>
    </p:spTree>
    <p:extLst>
      <p:ext uri="{BB962C8B-B14F-4D97-AF65-F5344CB8AC3E}">
        <p14:creationId xmlns:p14="http://schemas.microsoft.com/office/powerpoint/2010/main" val="2638233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B608D6-6DBD-D134-E083-5919AF7D4E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fr-FR" dirty="0"/>
          </a:p>
        </p:txBody>
      </p:sp>
      <p:sp>
        <p:nvSpPr>
          <p:cNvPr id="3" name="Text Placeholder 2">
            <a:extLst>
              <a:ext uri="{FF2B5EF4-FFF2-40B4-BE49-F238E27FC236}">
                <a16:creationId xmlns:a16="http://schemas.microsoft.com/office/drawing/2014/main" id="{1E49F3E9-93AC-0C2C-47C2-FFFC100205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7C2DB1EB-8763-1959-BB24-E5C2EBDBD2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mbria" panose="02040503050406030204" pitchFamily="18" charset="0"/>
                <a:ea typeface="Cambria" panose="02040503050406030204" pitchFamily="18" charset="0"/>
              </a:defRPr>
            </a:lvl1pPr>
          </a:lstStyle>
          <a:p>
            <a:fld id="{2DCC82E3-60EB-4573-B4D5-691153B552F9}" type="datetime1">
              <a:rPr lang="fr-FR" smtClean="0"/>
              <a:t>02/12/2025</a:t>
            </a:fld>
            <a:endParaRPr lang="fr-FR"/>
          </a:p>
        </p:txBody>
      </p:sp>
      <p:sp>
        <p:nvSpPr>
          <p:cNvPr id="5" name="Footer Placeholder 4">
            <a:extLst>
              <a:ext uri="{FF2B5EF4-FFF2-40B4-BE49-F238E27FC236}">
                <a16:creationId xmlns:a16="http://schemas.microsoft.com/office/drawing/2014/main" id="{B2D244B8-40F1-B433-E3BD-FCBB0FED12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mbria" panose="02040503050406030204" pitchFamily="18" charset="0"/>
                <a:ea typeface="Cambria" panose="02040503050406030204" pitchFamily="18" charset="0"/>
              </a:defRPr>
            </a:lvl1pPr>
          </a:lstStyle>
          <a:p>
            <a:endParaRPr lang="fr-FR"/>
          </a:p>
        </p:txBody>
      </p:sp>
      <p:sp>
        <p:nvSpPr>
          <p:cNvPr id="6" name="Slide Number Placeholder 5">
            <a:extLst>
              <a:ext uri="{FF2B5EF4-FFF2-40B4-BE49-F238E27FC236}">
                <a16:creationId xmlns:a16="http://schemas.microsoft.com/office/drawing/2014/main" id="{53DE558D-DB61-8383-BF9D-7CD0EA148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mbria" panose="02040503050406030204" pitchFamily="18" charset="0"/>
                <a:ea typeface="Cambria" panose="02040503050406030204" pitchFamily="18" charset="0"/>
              </a:defRPr>
            </a:lvl1pPr>
          </a:lstStyle>
          <a:p>
            <a:fld id="{0B695B46-4EE7-40FC-A22F-57735F8531A7}" type="slidenum">
              <a:rPr lang="fr-FR" smtClean="0"/>
              <a:pPr/>
              <a:t>‹#›</a:t>
            </a:fld>
            <a:endParaRPr lang="fr-FR"/>
          </a:p>
        </p:txBody>
      </p:sp>
    </p:spTree>
    <p:extLst>
      <p:ext uri="{BB962C8B-B14F-4D97-AF65-F5344CB8AC3E}">
        <p14:creationId xmlns:p14="http://schemas.microsoft.com/office/powerpoint/2010/main" val="2064742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839DF1D-AE76-4FA6-AEF0-A532EAFEB97E}"/>
              </a:ext>
            </a:extLst>
          </p:cNvPr>
          <p:cNvSpPr>
            <a:spLocks noGrp="1"/>
          </p:cNvSpPr>
          <p:nvPr>
            <p:ph type="subTitle" idx="1"/>
          </p:nvPr>
        </p:nvSpPr>
        <p:spPr/>
        <p:txBody>
          <a:bodyPr/>
          <a:lstStyle/>
          <a:p>
            <a:endParaRPr lang="fr-FR" dirty="0"/>
          </a:p>
        </p:txBody>
      </p:sp>
      <p:pic>
        <p:nvPicPr>
          <p:cNvPr id="11" name="Picture 10">
            <a:extLst>
              <a:ext uri="{FF2B5EF4-FFF2-40B4-BE49-F238E27FC236}">
                <a16:creationId xmlns:a16="http://schemas.microsoft.com/office/drawing/2014/main" id="{9B4A1369-0B80-F6E1-F541-BB296A8525A4}"/>
              </a:ext>
            </a:extLst>
          </p:cNvPr>
          <p:cNvPicPr>
            <a:picLocks noChangeAspect="1"/>
          </p:cNvPicPr>
          <p:nvPr/>
        </p:nvPicPr>
        <p:blipFill>
          <a:blip r:embed="rId3"/>
          <a:stretch>
            <a:fillRect/>
          </a:stretch>
        </p:blipFill>
        <p:spPr>
          <a:xfrm>
            <a:off x="-74462" y="-171979"/>
            <a:ext cx="12255030" cy="6893454"/>
          </a:xfrm>
          <a:prstGeom prst="rect">
            <a:avLst/>
          </a:prstGeom>
        </p:spPr>
      </p:pic>
      <p:pic>
        <p:nvPicPr>
          <p:cNvPr id="6" name="Image 7">
            <a:extLst>
              <a:ext uri="{FF2B5EF4-FFF2-40B4-BE49-F238E27FC236}">
                <a16:creationId xmlns:a16="http://schemas.microsoft.com/office/drawing/2014/main" id="{34CE5B12-495A-FA4A-50DF-0C376B23CC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62" y="-171979"/>
            <a:ext cx="1116117" cy="1110997"/>
          </a:xfrm>
          <a:prstGeom prst="rect">
            <a:avLst/>
          </a:prstGeom>
        </p:spPr>
      </p:pic>
      <p:pic>
        <p:nvPicPr>
          <p:cNvPr id="7" name="Image 7">
            <a:extLst>
              <a:ext uri="{FF2B5EF4-FFF2-40B4-BE49-F238E27FC236}">
                <a16:creationId xmlns:a16="http://schemas.microsoft.com/office/drawing/2014/main" id="{EAE9B61A-FC42-7AF3-A8E7-0C99C376CA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64451" y="-153441"/>
            <a:ext cx="1116117" cy="1110997"/>
          </a:xfrm>
          <a:prstGeom prst="rect">
            <a:avLst/>
          </a:prstGeom>
        </p:spPr>
      </p:pic>
      <p:sp>
        <p:nvSpPr>
          <p:cNvPr id="2" name="Title 1">
            <a:extLst>
              <a:ext uri="{FF2B5EF4-FFF2-40B4-BE49-F238E27FC236}">
                <a16:creationId xmlns:a16="http://schemas.microsoft.com/office/drawing/2014/main" id="{5E772DD7-B5D3-65BF-A6EF-DCCDC02CDEBE}"/>
              </a:ext>
            </a:extLst>
          </p:cNvPr>
          <p:cNvSpPr>
            <a:spLocks noGrp="1"/>
          </p:cNvSpPr>
          <p:nvPr>
            <p:ph type="ctrTitle"/>
          </p:nvPr>
        </p:nvSpPr>
        <p:spPr>
          <a:xfrm>
            <a:off x="1524000" y="-515805"/>
            <a:ext cx="9181231" cy="2405327"/>
          </a:xfrm>
        </p:spPr>
        <p:txBody>
          <a:bodyPr>
            <a:normAutofit/>
          </a:bodyPr>
          <a:lstStyle/>
          <a:p>
            <a:r>
              <a:rPr lang="fr-FR" dirty="0">
                <a:solidFill>
                  <a:schemeClr val="bg2"/>
                </a:solidFill>
              </a:rPr>
              <a:t>CLOUD -EDGE-FOG COMPUTING DANS IOT</a:t>
            </a:r>
          </a:p>
        </p:txBody>
      </p:sp>
      <p:sp>
        <p:nvSpPr>
          <p:cNvPr id="9" name="TextBox 8">
            <a:extLst>
              <a:ext uri="{FF2B5EF4-FFF2-40B4-BE49-F238E27FC236}">
                <a16:creationId xmlns:a16="http://schemas.microsoft.com/office/drawing/2014/main" id="{CD29F120-CF9A-8A17-22C0-0EC809A6C568}"/>
              </a:ext>
            </a:extLst>
          </p:cNvPr>
          <p:cNvSpPr txBox="1"/>
          <p:nvPr/>
        </p:nvSpPr>
        <p:spPr>
          <a:xfrm>
            <a:off x="3922855" y="6271224"/>
            <a:ext cx="5339495" cy="369332"/>
          </a:xfrm>
          <a:prstGeom prst="rect">
            <a:avLst/>
          </a:prstGeom>
          <a:noFill/>
        </p:spPr>
        <p:txBody>
          <a:bodyPr wrap="square" rtlCol="0">
            <a:spAutoFit/>
          </a:bodyPr>
          <a:lstStyle/>
          <a:p>
            <a:r>
              <a:rPr lang="fr-FR" b="1" dirty="0" err="1">
                <a:solidFill>
                  <a:schemeClr val="bg2"/>
                </a:solidFill>
                <a:latin typeface="Arial" panose="020B0604020202020204" pitchFamily="34" charset="0"/>
                <a:cs typeface="Arial" panose="020B0604020202020204" pitchFamily="34" charset="0"/>
              </a:rPr>
              <a:t>Presented</a:t>
            </a:r>
            <a:r>
              <a:rPr lang="fr-FR" b="1" dirty="0">
                <a:solidFill>
                  <a:schemeClr val="bg2"/>
                </a:solidFill>
                <a:latin typeface="Arial" panose="020B0604020202020204" pitchFamily="34" charset="0"/>
                <a:cs typeface="Arial" panose="020B0604020202020204" pitchFamily="34" charset="0"/>
              </a:rPr>
              <a:t> by: S/LT ENOGA Jean-Pierre junior</a:t>
            </a:r>
          </a:p>
        </p:txBody>
      </p:sp>
      <p:sp>
        <p:nvSpPr>
          <p:cNvPr id="12" name="Slide Number Placeholder 11">
            <a:extLst>
              <a:ext uri="{FF2B5EF4-FFF2-40B4-BE49-F238E27FC236}">
                <a16:creationId xmlns:a16="http://schemas.microsoft.com/office/drawing/2014/main" id="{83C7493F-3B86-2060-0A16-6BF23428E104}"/>
              </a:ext>
            </a:extLst>
          </p:cNvPr>
          <p:cNvSpPr>
            <a:spLocks noGrp="1"/>
          </p:cNvSpPr>
          <p:nvPr>
            <p:ph type="sldNum" sz="quarter" idx="12"/>
          </p:nvPr>
        </p:nvSpPr>
        <p:spPr/>
        <p:txBody>
          <a:bodyPr/>
          <a:lstStyle/>
          <a:p>
            <a:fld id="{0B695B46-4EE7-40FC-A22F-57735F8531A7}" type="slidenum">
              <a:rPr lang="fr-FR" smtClean="0"/>
              <a:t>1</a:t>
            </a:fld>
            <a:endParaRPr lang="fr-FR"/>
          </a:p>
        </p:txBody>
      </p:sp>
    </p:spTree>
    <p:extLst>
      <p:ext uri="{BB962C8B-B14F-4D97-AF65-F5344CB8AC3E}">
        <p14:creationId xmlns:p14="http://schemas.microsoft.com/office/powerpoint/2010/main" val="1344702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C7853160-A90A-D699-D437-92EBB46E8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E2F53-3EB3-A36B-D9A8-E1CD252D9667}"/>
              </a:ext>
            </a:extLst>
          </p:cNvPr>
          <p:cNvSpPr>
            <a:spLocks noGrp="1"/>
          </p:cNvSpPr>
          <p:nvPr>
            <p:ph type="title"/>
          </p:nvPr>
        </p:nvSpPr>
        <p:spPr>
          <a:xfrm>
            <a:off x="1064342" y="18255"/>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IDÉE MAÎTRESSE</a:t>
            </a:r>
          </a:p>
        </p:txBody>
      </p:sp>
      <p:sp>
        <p:nvSpPr>
          <p:cNvPr id="3" name="Content Placeholder 2">
            <a:extLst>
              <a:ext uri="{FF2B5EF4-FFF2-40B4-BE49-F238E27FC236}">
                <a16:creationId xmlns:a16="http://schemas.microsoft.com/office/drawing/2014/main" id="{AB1C3D55-53C6-E9E8-2262-47B97807F77F}"/>
              </a:ext>
            </a:extLst>
          </p:cNvPr>
          <p:cNvSpPr>
            <a:spLocks noGrp="1"/>
          </p:cNvSpPr>
          <p:nvPr>
            <p:ph idx="1"/>
          </p:nvPr>
        </p:nvSpPr>
        <p:spPr>
          <a:xfrm>
            <a:off x="838200" y="1776464"/>
            <a:ext cx="10515600" cy="4351338"/>
          </a:xfrm>
        </p:spPr>
        <p:txBody>
          <a:bodyPr/>
          <a:lstStyle/>
          <a:p>
            <a:r>
              <a:rPr lang="fr-FR" dirty="0"/>
              <a:t>Le cloud , l’Edge et le Fog </a:t>
            </a:r>
            <a:r>
              <a:rPr lang="fr-FR" dirty="0" err="1"/>
              <a:t>computing</a:t>
            </a:r>
            <a:r>
              <a:rPr lang="fr-FR" dirty="0"/>
              <a:t> forment une architecture clé pour l’Internet des Objets. Ils permettent de traiter les données au bon endroit, au bon moment, ce qui améliore la rapidité, réduit la charge du réseau et renforce la fiabilité des services connectés.</a:t>
            </a:r>
          </a:p>
        </p:txBody>
      </p:sp>
      <p:pic>
        <p:nvPicPr>
          <p:cNvPr id="4" name="Image 7">
            <a:extLst>
              <a:ext uri="{FF2B5EF4-FFF2-40B4-BE49-F238E27FC236}">
                <a16:creationId xmlns:a16="http://schemas.microsoft.com/office/drawing/2014/main" id="{9E8C10AF-9200-CA45-1E7F-2D2834616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8" y="-1"/>
            <a:ext cx="1116117" cy="1110997"/>
          </a:xfrm>
          <a:prstGeom prst="rect">
            <a:avLst/>
          </a:prstGeom>
        </p:spPr>
      </p:pic>
      <p:pic>
        <p:nvPicPr>
          <p:cNvPr id="5" name="Image 7">
            <a:extLst>
              <a:ext uri="{FF2B5EF4-FFF2-40B4-BE49-F238E27FC236}">
                <a16:creationId xmlns:a16="http://schemas.microsoft.com/office/drawing/2014/main" id="{A679CC55-B75C-25D0-12F4-F1645659D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2205" y="0"/>
            <a:ext cx="1116117" cy="1110997"/>
          </a:xfrm>
          <a:prstGeom prst="rect">
            <a:avLst/>
          </a:prstGeom>
        </p:spPr>
      </p:pic>
      <p:sp>
        <p:nvSpPr>
          <p:cNvPr id="6" name="Slide Number Placeholder 5">
            <a:extLst>
              <a:ext uri="{FF2B5EF4-FFF2-40B4-BE49-F238E27FC236}">
                <a16:creationId xmlns:a16="http://schemas.microsoft.com/office/drawing/2014/main" id="{9EC38016-5771-41CA-BF13-443345C3BBC2}"/>
              </a:ext>
            </a:extLst>
          </p:cNvPr>
          <p:cNvSpPr>
            <a:spLocks noGrp="1"/>
          </p:cNvSpPr>
          <p:nvPr>
            <p:ph type="sldNum" sz="quarter" idx="12"/>
          </p:nvPr>
        </p:nvSpPr>
        <p:spPr/>
        <p:txBody>
          <a:bodyPr/>
          <a:lstStyle/>
          <a:p>
            <a:fld id="{0B695B46-4EE7-40FC-A22F-57735F8531A7}" type="slidenum">
              <a:rPr lang="fr-FR" smtClean="0"/>
              <a:t>2</a:t>
            </a:fld>
            <a:endParaRPr lang="fr-FR"/>
          </a:p>
        </p:txBody>
      </p:sp>
    </p:spTree>
    <p:extLst>
      <p:ext uri="{BB962C8B-B14F-4D97-AF65-F5344CB8AC3E}">
        <p14:creationId xmlns:p14="http://schemas.microsoft.com/office/powerpoint/2010/main" val="222553447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A1F25691-C128-3AB1-3C54-1C6870EB4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E91FB-8346-EE7E-1098-15F12D706BDF}"/>
              </a:ext>
            </a:extLst>
          </p:cNvPr>
          <p:cNvSpPr>
            <a:spLocks noGrp="1"/>
          </p:cNvSpPr>
          <p:nvPr>
            <p:ph type="title"/>
          </p:nvPr>
        </p:nvSpPr>
        <p:spPr>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PLAN</a:t>
            </a:r>
          </a:p>
        </p:txBody>
      </p:sp>
      <p:graphicFrame>
        <p:nvGraphicFramePr>
          <p:cNvPr id="4" name="Content Placeholder 3">
            <a:extLst>
              <a:ext uri="{FF2B5EF4-FFF2-40B4-BE49-F238E27FC236}">
                <a16:creationId xmlns:a16="http://schemas.microsoft.com/office/drawing/2014/main" id="{E7D87669-F861-13F9-D2CD-2D2430C4B7BC}"/>
              </a:ext>
            </a:extLst>
          </p:cNvPr>
          <p:cNvGraphicFramePr>
            <a:graphicFrameLocks noGrp="1"/>
          </p:cNvGraphicFramePr>
          <p:nvPr>
            <p:ph idx="1"/>
            <p:extLst>
              <p:ext uri="{D42A27DB-BD31-4B8C-83A1-F6EECF244321}">
                <p14:modId xmlns:p14="http://schemas.microsoft.com/office/powerpoint/2010/main" val="332313646"/>
              </p:ext>
            </p:extLst>
          </p:nvPr>
        </p:nvGraphicFramePr>
        <p:xfrm>
          <a:off x="838200" y="1825625"/>
          <a:ext cx="10515600" cy="48406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F4B77A9A-E124-6A28-CD06-2759F2E2C92B}"/>
              </a:ext>
            </a:extLst>
          </p:cNvPr>
          <p:cNvSpPr>
            <a:spLocks noGrp="1"/>
          </p:cNvSpPr>
          <p:nvPr>
            <p:ph type="sldNum" sz="quarter" idx="12"/>
          </p:nvPr>
        </p:nvSpPr>
        <p:spPr/>
        <p:txBody>
          <a:bodyPr/>
          <a:lstStyle/>
          <a:p>
            <a:fld id="{0B695B46-4EE7-40FC-A22F-57735F8531A7}" type="slidenum">
              <a:rPr lang="fr-FR" smtClean="0"/>
              <a:t>3</a:t>
            </a:fld>
            <a:endParaRPr lang="fr-FR"/>
          </a:p>
        </p:txBody>
      </p:sp>
    </p:spTree>
    <p:extLst>
      <p:ext uri="{BB962C8B-B14F-4D97-AF65-F5344CB8AC3E}">
        <p14:creationId xmlns:p14="http://schemas.microsoft.com/office/powerpoint/2010/main" val="1458511066"/>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D89604B5-D4CB-3A9D-124F-8590F33F893E}"/>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282D84B-F1F7-C9F8-D88A-048719FDD24C}"/>
              </a:ext>
            </a:extLst>
          </p:cNvPr>
          <p:cNvGraphicFramePr>
            <a:graphicFrameLocks noGrp="1"/>
          </p:cNvGraphicFramePr>
          <p:nvPr>
            <p:ph idx="1"/>
            <p:extLst>
              <p:ext uri="{D42A27DB-BD31-4B8C-83A1-F6EECF244321}">
                <p14:modId xmlns:p14="http://schemas.microsoft.com/office/powerpoint/2010/main" val="2422077226"/>
              </p:ext>
            </p:extLst>
          </p:nvPr>
        </p:nvGraphicFramePr>
        <p:xfrm>
          <a:off x="838200" y="501445"/>
          <a:ext cx="10515600" cy="6164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A4CF3AC4-20E2-823D-4169-0360A1B76805}"/>
              </a:ext>
            </a:extLst>
          </p:cNvPr>
          <p:cNvSpPr>
            <a:spLocks noGrp="1"/>
          </p:cNvSpPr>
          <p:nvPr>
            <p:ph type="sldNum" sz="quarter" idx="12"/>
          </p:nvPr>
        </p:nvSpPr>
        <p:spPr/>
        <p:txBody>
          <a:bodyPr/>
          <a:lstStyle/>
          <a:p>
            <a:fld id="{0B695B46-4EE7-40FC-A22F-57735F8531A7}" type="slidenum">
              <a:rPr lang="fr-FR" smtClean="0"/>
              <a:t>4</a:t>
            </a:fld>
            <a:endParaRPr lang="fr-FR"/>
          </a:p>
        </p:txBody>
      </p:sp>
    </p:spTree>
    <p:extLst>
      <p:ext uri="{BB962C8B-B14F-4D97-AF65-F5344CB8AC3E}">
        <p14:creationId xmlns:p14="http://schemas.microsoft.com/office/powerpoint/2010/main" val="98146938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C0022519-2560-CA5A-789E-7C5A62DC6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CE898-72DD-C73D-9BF1-9D65C5736823}"/>
              </a:ext>
            </a:extLst>
          </p:cNvPr>
          <p:cNvSpPr>
            <a:spLocks noGrp="1"/>
          </p:cNvSpPr>
          <p:nvPr>
            <p:ph type="title"/>
          </p:nvPr>
        </p:nvSpPr>
        <p:spPr>
          <a:xfrm>
            <a:off x="1076336" y="18255"/>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Qu’est-ce que « le cloud </a:t>
            </a:r>
            <a:r>
              <a:rPr lang="fr-FR" dirty="0" err="1"/>
              <a:t>computing</a:t>
            </a:r>
            <a:r>
              <a:rPr lang="fr-FR" dirty="0"/>
              <a:t> »</a:t>
            </a:r>
          </a:p>
        </p:txBody>
      </p:sp>
      <p:sp>
        <p:nvSpPr>
          <p:cNvPr id="3" name="Content Placeholder 2">
            <a:extLst>
              <a:ext uri="{FF2B5EF4-FFF2-40B4-BE49-F238E27FC236}">
                <a16:creationId xmlns:a16="http://schemas.microsoft.com/office/drawing/2014/main" id="{34439931-9580-830A-6CA5-4944B6F0F007}"/>
              </a:ext>
            </a:extLst>
          </p:cNvPr>
          <p:cNvSpPr>
            <a:spLocks noGrp="1"/>
          </p:cNvSpPr>
          <p:nvPr>
            <p:ph idx="1"/>
          </p:nvPr>
        </p:nvSpPr>
        <p:spPr>
          <a:xfrm>
            <a:off x="838200" y="1825625"/>
            <a:ext cx="10515600" cy="4351338"/>
          </a:xfrm>
        </p:spPr>
        <p:txBody>
          <a:bodyPr>
            <a:normAutofit/>
          </a:bodyPr>
          <a:lstStyle/>
          <a:p>
            <a:pPr algn="l" rtl="0"/>
            <a:r>
              <a:rPr lang="fr-FR" dirty="0"/>
              <a:t>Cloud </a:t>
            </a:r>
            <a:r>
              <a:rPr lang="fr-FR" dirty="0" err="1"/>
              <a:t>Computing</a:t>
            </a:r>
            <a:r>
              <a:rPr lang="fr-FR" dirty="0"/>
              <a:t> «  Informatique dans les nuages »</a:t>
            </a:r>
          </a:p>
          <a:p>
            <a:pPr algn="l" rtl="0"/>
            <a:r>
              <a:rPr lang="fr-FR" dirty="0"/>
              <a:t>Consiste essentiellement à </a:t>
            </a:r>
            <a:r>
              <a:rPr lang="fr-FR" dirty="0" err="1"/>
              <a:t>acceder</a:t>
            </a:r>
            <a:r>
              <a:rPr lang="fr-FR" dirty="0"/>
              <a:t> aux ressources de stockage et de calcul via internet </a:t>
            </a:r>
          </a:p>
          <a:p>
            <a:pPr algn="l" rtl="0"/>
            <a:r>
              <a:rPr lang="fr-FR" dirty="0"/>
              <a:t>Service informatique partout dans le monde </a:t>
            </a:r>
          </a:p>
        </p:txBody>
      </p:sp>
      <p:pic>
        <p:nvPicPr>
          <p:cNvPr id="7" name="Picture 6">
            <a:extLst>
              <a:ext uri="{FF2B5EF4-FFF2-40B4-BE49-F238E27FC236}">
                <a16:creationId xmlns:a16="http://schemas.microsoft.com/office/drawing/2014/main" id="{618C0E39-DAC2-5833-463F-4933E608E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71" y="11033"/>
            <a:ext cx="1325563" cy="1325563"/>
          </a:xfrm>
          <a:prstGeom prst="rect">
            <a:avLst/>
          </a:prstGeom>
        </p:spPr>
      </p:pic>
      <p:pic>
        <p:nvPicPr>
          <p:cNvPr id="9" name="Picture 8">
            <a:extLst>
              <a:ext uri="{FF2B5EF4-FFF2-40B4-BE49-F238E27FC236}">
                <a16:creationId xmlns:a16="http://schemas.microsoft.com/office/drawing/2014/main" id="{1FA6F699-D6B6-8E9D-F618-AD40209D6E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22407" y="0"/>
            <a:ext cx="1339057" cy="1339057"/>
          </a:xfrm>
          <a:prstGeom prst="rect">
            <a:avLst/>
          </a:prstGeom>
        </p:spPr>
      </p:pic>
      <p:sp>
        <p:nvSpPr>
          <p:cNvPr id="10" name="Slide Number Placeholder 9">
            <a:extLst>
              <a:ext uri="{FF2B5EF4-FFF2-40B4-BE49-F238E27FC236}">
                <a16:creationId xmlns:a16="http://schemas.microsoft.com/office/drawing/2014/main" id="{4E00B38E-32DD-0DA6-F873-49FE571DD6C8}"/>
              </a:ext>
            </a:extLst>
          </p:cNvPr>
          <p:cNvSpPr>
            <a:spLocks noGrp="1"/>
          </p:cNvSpPr>
          <p:nvPr>
            <p:ph type="sldNum" sz="quarter" idx="12"/>
          </p:nvPr>
        </p:nvSpPr>
        <p:spPr/>
        <p:txBody>
          <a:bodyPr/>
          <a:lstStyle/>
          <a:p>
            <a:fld id="{0B695B46-4EE7-40FC-A22F-57735F8531A7}" type="slidenum">
              <a:rPr lang="fr-FR" smtClean="0"/>
              <a:t>5</a:t>
            </a:fld>
            <a:endParaRPr lang="fr-FR"/>
          </a:p>
        </p:txBody>
      </p:sp>
    </p:spTree>
    <p:extLst>
      <p:ext uri="{BB962C8B-B14F-4D97-AF65-F5344CB8AC3E}">
        <p14:creationId xmlns:p14="http://schemas.microsoft.com/office/powerpoint/2010/main" val="25042345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14EBF0C9-DBA0-100A-D076-2A7CBA2113C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126F128-3B42-77D2-9619-57F059EAEE46}"/>
              </a:ext>
            </a:extLst>
          </p:cNvPr>
          <p:cNvPicPr>
            <a:picLocks noChangeAspect="1"/>
          </p:cNvPicPr>
          <p:nvPr/>
        </p:nvPicPr>
        <p:blipFill>
          <a:blip r:embed="rId3"/>
          <a:stretch>
            <a:fillRect/>
          </a:stretch>
        </p:blipFill>
        <p:spPr>
          <a:xfrm>
            <a:off x="2379405" y="0"/>
            <a:ext cx="7334865" cy="6878629"/>
          </a:xfrm>
          <a:prstGeom prst="rect">
            <a:avLst/>
          </a:prstGeom>
        </p:spPr>
      </p:pic>
      <p:pic>
        <p:nvPicPr>
          <p:cNvPr id="11" name="Picture 10">
            <a:extLst>
              <a:ext uri="{FF2B5EF4-FFF2-40B4-BE49-F238E27FC236}">
                <a16:creationId xmlns:a16="http://schemas.microsoft.com/office/drawing/2014/main" id="{11CEECA0-27E7-9E20-4BBA-8F02ED3560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30346" y="-29498"/>
            <a:ext cx="1661653" cy="1661653"/>
          </a:xfrm>
          <a:prstGeom prst="rect">
            <a:avLst/>
          </a:prstGeom>
        </p:spPr>
      </p:pic>
      <p:pic>
        <p:nvPicPr>
          <p:cNvPr id="13" name="Picture 12">
            <a:extLst>
              <a:ext uri="{FF2B5EF4-FFF2-40B4-BE49-F238E27FC236}">
                <a16:creationId xmlns:a16="http://schemas.microsoft.com/office/drawing/2014/main" id="{D4AB1954-173F-2FFE-59AB-6444A8E9F7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563329" cy="1563329"/>
          </a:xfrm>
          <a:prstGeom prst="rect">
            <a:avLst/>
          </a:prstGeom>
        </p:spPr>
      </p:pic>
      <p:sp>
        <p:nvSpPr>
          <p:cNvPr id="14" name="Slide Number Placeholder 13">
            <a:extLst>
              <a:ext uri="{FF2B5EF4-FFF2-40B4-BE49-F238E27FC236}">
                <a16:creationId xmlns:a16="http://schemas.microsoft.com/office/drawing/2014/main" id="{3EB4ACCB-A367-AE1D-9A41-D5687F5907A2}"/>
              </a:ext>
            </a:extLst>
          </p:cNvPr>
          <p:cNvSpPr>
            <a:spLocks noGrp="1"/>
          </p:cNvSpPr>
          <p:nvPr>
            <p:ph type="sldNum" sz="quarter" idx="12"/>
          </p:nvPr>
        </p:nvSpPr>
        <p:spPr/>
        <p:txBody>
          <a:bodyPr/>
          <a:lstStyle/>
          <a:p>
            <a:fld id="{0B695B46-4EE7-40FC-A22F-57735F8531A7}" type="slidenum">
              <a:rPr lang="fr-FR" smtClean="0"/>
              <a:t>6</a:t>
            </a:fld>
            <a:endParaRPr lang="fr-FR"/>
          </a:p>
        </p:txBody>
      </p:sp>
    </p:spTree>
    <p:extLst>
      <p:ext uri="{BB962C8B-B14F-4D97-AF65-F5344CB8AC3E}">
        <p14:creationId xmlns:p14="http://schemas.microsoft.com/office/powerpoint/2010/main" val="308298906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B626B9A6-F338-BE2A-939E-DA103CFAC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5296F-FDD1-70B5-AF9A-BBD1A95A380D}"/>
              </a:ext>
            </a:extLst>
          </p:cNvPr>
          <p:cNvSpPr>
            <a:spLocks noGrp="1"/>
          </p:cNvSpPr>
          <p:nvPr>
            <p:ph type="title"/>
          </p:nvPr>
        </p:nvSpPr>
        <p:spPr>
          <a:xfrm>
            <a:off x="1306513" y="0"/>
            <a:ext cx="9410648"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Pourquoi utilisé le Cloud</a:t>
            </a:r>
          </a:p>
        </p:txBody>
      </p:sp>
      <p:sp>
        <p:nvSpPr>
          <p:cNvPr id="3" name="Content Placeholder 2">
            <a:extLst>
              <a:ext uri="{FF2B5EF4-FFF2-40B4-BE49-F238E27FC236}">
                <a16:creationId xmlns:a16="http://schemas.microsoft.com/office/drawing/2014/main" id="{32889228-D563-70A1-0C81-A0DA9F1FC3B8}"/>
              </a:ext>
            </a:extLst>
          </p:cNvPr>
          <p:cNvSpPr>
            <a:spLocks noGrp="1"/>
          </p:cNvSpPr>
          <p:nvPr>
            <p:ph idx="1"/>
          </p:nvPr>
        </p:nvSpPr>
        <p:spPr>
          <a:xfrm>
            <a:off x="223366" y="1825625"/>
            <a:ext cx="10515600" cy="4909472"/>
          </a:xfrm>
        </p:spPr>
        <p:txBody>
          <a:bodyPr>
            <a:normAutofit/>
          </a:bodyPr>
          <a:lstStyle/>
          <a:p>
            <a:pPr algn="l" rtl="0"/>
            <a:r>
              <a:rPr lang="fr-FR" dirty="0"/>
              <a:t>Trop de données ?</a:t>
            </a:r>
          </a:p>
          <a:p>
            <a:pPr algn="l" rtl="0"/>
            <a:r>
              <a:rPr lang="fr-FR" dirty="0"/>
              <a:t>Manque de stockage ?</a:t>
            </a:r>
          </a:p>
          <a:p>
            <a:pPr algn="l" rtl="0"/>
            <a:r>
              <a:rPr lang="fr-FR" dirty="0"/>
              <a:t>Manque de qualification ?</a:t>
            </a:r>
          </a:p>
          <a:p>
            <a:pPr algn="l" rtl="0"/>
            <a:r>
              <a:rPr lang="fr-FR" dirty="0"/>
              <a:t>Pas assez de moyen ?</a:t>
            </a:r>
          </a:p>
        </p:txBody>
      </p:sp>
      <p:pic>
        <p:nvPicPr>
          <p:cNvPr id="4" name="Picture 3">
            <a:extLst>
              <a:ext uri="{FF2B5EF4-FFF2-40B4-BE49-F238E27FC236}">
                <a16:creationId xmlns:a16="http://schemas.microsoft.com/office/drawing/2014/main" id="{6548E465-4DCF-DD41-656E-929573422109}"/>
              </a:ext>
            </a:extLst>
          </p:cNvPr>
          <p:cNvPicPr>
            <a:picLocks noChangeAspect="1"/>
          </p:cNvPicPr>
          <p:nvPr/>
        </p:nvPicPr>
        <p:blipFill>
          <a:blip r:embed="rId3"/>
          <a:stretch>
            <a:fillRect/>
          </a:stretch>
        </p:blipFill>
        <p:spPr>
          <a:xfrm>
            <a:off x="4942064" y="1825625"/>
            <a:ext cx="7202915" cy="4909472"/>
          </a:xfrm>
          <a:prstGeom prst="rect">
            <a:avLst/>
          </a:prstGeom>
        </p:spPr>
      </p:pic>
      <p:pic>
        <p:nvPicPr>
          <p:cNvPr id="6" name="Picture 5">
            <a:extLst>
              <a:ext uri="{FF2B5EF4-FFF2-40B4-BE49-F238E27FC236}">
                <a16:creationId xmlns:a16="http://schemas.microsoft.com/office/drawing/2014/main" id="{64002078-6793-72D9-971C-764B22A8F3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8966" y="0"/>
            <a:ext cx="1406013" cy="1406013"/>
          </a:xfrm>
          <a:prstGeom prst="rect">
            <a:avLst/>
          </a:prstGeom>
        </p:spPr>
      </p:pic>
      <p:pic>
        <p:nvPicPr>
          <p:cNvPr id="8" name="Picture 7">
            <a:extLst>
              <a:ext uri="{FF2B5EF4-FFF2-40B4-BE49-F238E27FC236}">
                <a16:creationId xmlns:a16="http://schemas.microsoft.com/office/drawing/2014/main" id="{83EF846D-6DC7-DC41-1F45-D29167048E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0" y="0"/>
            <a:ext cx="1325563" cy="1325563"/>
          </a:xfrm>
          <a:prstGeom prst="rect">
            <a:avLst/>
          </a:prstGeom>
        </p:spPr>
      </p:pic>
      <p:sp>
        <p:nvSpPr>
          <p:cNvPr id="9" name="Slide Number Placeholder 8">
            <a:extLst>
              <a:ext uri="{FF2B5EF4-FFF2-40B4-BE49-F238E27FC236}">
                <a16:creationId xmlns:a16="http://schemas.microsoft.com/office/drawing/2014/main" id="{3DD86D4A-9792-EE7E-6113-10CC916BFC6A}"/>
              </a:ext>
            </a:extLst>
          </p:cNvPr>
          <p:cNvSpPr>
            <a:spLocks noGrp="1"/>
          </p:cNvSpPr>
          <p:nvPr>
            <p:ph type="sldNum" sz="quarter" idx="12"/>
          </p:nvPr>
        </p:nvSpPr>
        <p:spPr/>
        <p:txBody>
          <a:bodyPr/>
          <a:lstStyle/>
          <a:p>
            <a:fld id="{0B695B46-4EE7-40FC-A22F-57735F8531A7}" type="slidenum">
              <a:rPr lang="fr-FR" smtClean="0"/>
              <a:t>7</a:t>
            </a:fld>
            <a:endParaRPr lang="fr-FR"/>
          </a:p>
        </p:txBody>
      </p:sp>
    </p:spTree>
    <p:extLst>
      <p:ext uri="{BB962C8B-B14F-4D97-AF65-F5344CB8AC3E}">
        <p14:creationId xmlns:p14="http://schemas.microsoft.com/office/powerpoint/2010/main" val="9282972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1F869CCC-89FD-6A78-A438-8641E6CE7696}"/>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47181F4-D347-C394-2274-C3B5A39A4727}"/>
              </a:ext>
            </a:extLst>
          </p:cNvPr>
          <p:cNvGraphicFramePr>
            <a:graphicFrameLocks noGrp="1"/>
          </p:cNvGraphicFramePr>
          <p:nvPr>
            <p:ph idx="1"/>
            <p:extLst>
              <p:ext uri="{D42A27DB-BD31-4B8C-83A1-F6EECF244321}">
                <p14:modId xmlns:p14="http://schemas.microsoft.com/office/powerpoint/2010/main" val="207435343"/>
              </p:ext>
            </p:extLst>
          </p:nvPr>
        </p:nvGraphicFramePr>
        <p:xfrm>
          <a:off x="838200" y="501445"/>
          <a:ext cx="10515600" cy="6164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6CCF7A01-B150-1320-5840-A051E52F292F}"/>
              </a:ext>
            </a:extLst>
          </p:cNvPr>
          <p:cNvSpPr>
            <a:spLocks noGrp="1"/>
          </p:cNvSpPr>
          <p:nvPr>
            <p:ph type="sldNum" sz="quarter" idx="12"/>
          </p:nvPr>
        </p:nvSpPr>
        <p:spPr/>
        <p:txBody>
          <a:bodyPr/>
          <a:lstStyle/>
          <a:p>
            <a:fld id="{0B695B46-4EE7-40FC-A22F-57735F8531A7}" type="slidenum">
              <a:rPr lang="fr-FR" smtClean="0"/>
              <a:t>8</a:t>
            </a:fld>
            <a:endParaRPr lang="fr-FR"/>
          </a:p>
        </p:txBody>
      </p:sp>
    </p:spTree>
    <p:extLst>
      <p:ext uri="{BB962C8B-B14F-4D97-AF65-F5344CB8AC3E}">
        <p14:creationId xmlns:p14="http://schemas.microsoft.com/office/powerpoint/2010/main" val="24857282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15F87753-5BEE-969D-52CF-ACD04E9B6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BFAD1-76F7-0336-9E9E-2D569DF3ADCD}"/>
              </a:ext>
            </a:extLst>
          </p:cNvPr>
          <p:cNvSpPr>
            <a:spLocks noGrp="1"/>
          </p:cNvSpPr>
          <p:nvPr>
            <p:ph type="title"/>
          </p:nvPr>
        </p:nvSpPr>
        <p:spPr>
          <a:xfrm>
            <a:off x="838200" y="0"/>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Principales caractéristiques du Cloud</a:t>
            </a:r>
          </a:p>
        </p:txBody>
      </p:sp>
      <p:sp>
        <p:nvSpPr>
          <p:cNvPr id="3" name="Content Placeholder 2">
            <a:extLst>
              <a:ext uri="{FF2B5EF4-FFF2-40B4-BE49-F238E27FC236}">
                <a16:creationId xmlns:a16="http://schemas.microsoft.com/office/drawing/2014/main" id="{BB1345F9-2AE7-59A0-A376-E8D501215B56}"/>
              </a:ext>
            </a:extLst>
          </p:cNvPr>
          <p:cNvSpPr>
            <a:spLocks noGrp="1"/>
          </p:cNvSpPr>
          <p:nvPr>
            <p:ph idx="1"/>
          </p:nvPr>
        </p:nvSpPr>
        <p:spPr>
          <a:xfrm>
            <a:off x="838200" y="1455175"/>
            <a:ext cx="11336593" cy="5402825"/>
          </a:xfrm>
        </p:spPr>
        <p:txBody>
          <a:bodyPr>
            <a:normAutofit fontScale="70000" lnSpcReduction="20000"/>
          </a:bodyPr>
          <a:lstStyle/>
          <a:p>
            <a:r>
              <a:rPr lang="fr-FR" b="1" dirty="0"/>
              <a:t>Service et accès à la demande :</a:t>
            </a:r>
            <a:r>
              <a:rPr lang="fr-FR" dirty="0"/>
              <a:t>Les ressources du cloud sont disponibles quand on en a besoin. L’utilisateur peut activer ou désactiver des services sans intervention du fournisseur et payer seulement ce qu’il consomme.</a:t>
            </a:r>
          </a:p>
          <a:p>
            <a:r>
              <a:rPr lang="fr-FR" b="1" dirty="0"/>
              <a:t>Evolutivité : </a:t>
            </a:r>
            <a:r>
              <a:rPr lang="fr-FR" dirty="0"/>
              <a:t>La capacité du système peut augmenter ou diminuer automatiquement selon la charge. Cela permet de s’adapter facilement à l’augmentation des utilisateurs ou du volume de données.</a:t>
            </a:r>
          </a:p>
          <a:p>
            <a:r>
              <a:rPr lang="fr-FR" b="1" dirty="0"/>
              <a:t>Mutualisation des ressources :</a:t>
            </a:r>
            <a:r>
              <a:rPr lang="fr-FR" dirty="0"/>
              <a:t>Les serveurs, le stockage et les réseaux sont partagés entre de nombreux clients dans une infrastructure commune. Cette organisation optimise l’utilisation des ressources tout en réduisant les coûts.</a:t>
            </a:r>
          </a:p>
          <a:p>
            <a:r>
              <a:rPr lang="fr-FR" b="1" dirty="0"/>
              <a:t>Sécurité et disponibilité: </a:t>
            </a:r>
            <a:r>
              <a:rPr lang="fr-FR" dirty="0"/>
              <a:t>Les fournisseurs cloud appliquent des protections avancées contre les attaques et mettent en place des mécanismes pour garantir le fonctionnement continu des services même en cas de panne.</a:t>
            </a:r>
            <a:endParaRPr lang="fr-FR" b="1" dirty="0"/>
          </a:p>
        </p:txBody>
      </p:sp>
      <p:pic>
        <p:nvPicPr>
          <p:cNvPr id="5" name="Picture 4">
            <a:extLst>
              <a:ext uri="{FF2B5EF4-FFF2-40B4-BE49-F238E27FC236}">
                <a16:creationId xmlns:a16="http://schemas.microsoft.com/office/drawing/2014/main" id="{B7622712-710C-B1BE-5D01-202C25734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366684" cy="1366684"/>
          </a:xfrm>
          <a:prstGeom prst="rect">
            <a:avLst/>
          </a:prstGeom>
        </p:spPr>
      </p:pic>
      <p:pic>
        <p:nvPicPr>
          <p:cNvPr id="7" name="Picture 6">
            <a:extLst>
              <a:ext uri="{FF2B5EF4-FFF2-40B4-BE49-F238E27FC236}">
                <a16:creationId xmlns:a16="http://schemas.microsoft.com/office/drawing/2014/main" id="{7D132ACA-5B20-B6DB-8BC6-CDBA903381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6438" y="0"/>
            <a:ext cx="1325562" cy="1325562"/>
          </a:xfrm>
          <a:prstGeom prst="rect">
            <a:avLst/>
          </a:prstGeom>
        </p:spPr>
      </p:pic>
      <p:sp>
        <p:nvSpPr>
          <p:cNvPr id="8" name="Slide Number Placeholder 7">
            <a:extLst>
              <a:ext uri="{FF2B5EF4-FFF2-40B4-BE49-F238E27FC236}">
                <a16:creationId xmlns:a16="http://schemas.microsoft.com/office/drawing/2014/main" id="{699B32D4-38C4-9655-9ACE-0411726A7195}"/>
              </a:ext>
            </a:extLst>
          </p:cNvPr>
          <p:cNvSpPr>
            <a:spLocks noGrp="1"/>
          </p:cNvSpPr>
          <p:nvPr>
            <p:ph type="sldNum" sz="quarter" idx="12"/>
          </p:nvPr>
        </p:nvSpPr>
        <p:spPr/>
        <p:txBody>
          <a:bodyPr/>
          <a:lstStyle/>
          <a:p>
            <a:fld id="{0B695B46-4EE7-40FC-A22F-57735F8531A7}" type="slidenum">
              <a:rPr lang="fr-FR" smtClean="0"/>
              <a:t>9</a:t>
            </a:fld>
            <a:endParaRPr lang="fr-FR"/>
          </a:p>
        </p:txBody>
      </p:sp>
    </p:spTree>
    <p:extLst>
      <p:ext uri="{BB962C8B-B14F-4D97-AF65-F5344CB8AC3E}">
        <p14:creationId xmlns:p14="http://schemas.microsoft.com/office/powerpoint/2010/main" val="14310757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2C09088D-2E33-8D63-6C14-A89AA32DDFBB}"/>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D34E549-D4A7-D5AE-6105-10761352001F}"/>
              </a:ext>
            </a:extLst>
          </p:cNvPr>
          <p:cNvGraphicFramePr>
            <a:graphicFrameLocks noGrp="1"/>
          </p:cNvGraphicFramePr>
          <p:nvPr>
            <p:ph idx="1"/>
            <p:extLst>
              <p:ext uri="{D42A27DB-BD31-4B8C-83A1-F6EECF244321}">
                <p14:modId xmlns:p14="http://schemas.microsoft.com/office/powerpoint/2010/main" val="999221096"/>
              </p:ext>
            </p:extLst>
          </p:nvPr>
        </p:nvGraphicFramePr>
        <p:xfrm>
          <a:off x="838200" y="501445"/>
          <a:ext cx="10515600" cy="6164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E1984116-F995-511D-F48A-C898A77FE2B8}"/>
              </a:ext>
            </a:extLst>
          </p:cNvPr>
          <p:cNvSpPr>
            <a:spLocks noGrp="1"/>
          </p:cNvSpPr>
          <p:nvPr>
            <p:ph type="sldNum" sz="quarter" idx="12"/>
          </p:nvPr>
        </p:nvSpPr>
        <p:spPr/>
        <p:txBody>
          <a:bodyPr/>
          <a:lstStyle/>
          <a:p>
            <a:fld id="{0B695B46-4EE7-40FC-A22F-57735F8531A7}" type="slidenum">
              <a:rPr lang="fr-FR" smtClean="0"/>
              <a:t>10</a:t>
            </a:fld>
            <a:endParaRPr lang="fr-FR"/>
          </a:p>
        </p:txBody>
      </p:sp>
    </p:spTree>
    <p:extLst>
      <p:ext uri="{BB962C8B-B14F-4D97-AF65-F5344CB8AC3E}">
        <p14:creationId xmlns:p14="http://schemas.microsoft.com/office/powerpoint/2010/main" val="314637820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573846F2-C9FA-AF6B-2405-51E92953E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C1BA2-8C79-0C64-94AD-603383EDF096}"/>
              </a:ext>
            </a:extLst>
          </p:cNvPr>
          <p:cNvSpPr>
            <a:spLocks noGrp="1"/>
          </p:cNvSpPr>
          <p:nvPr>
            <p:ph type="title"/>
          </p:nvPr>
        </p:nvSpPr>
        <p:spPr>
          <a:xfrm>
            <a:off x="909484" y="81730"/>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Différents types de Cloud </a:t>
            </a:r>
          </a:p>
        </p:txBody>
      </p:sp>
      <p:sp>
        <p:nvSpPr>
          <p:cNvPr id="3" name="Content Placeholder 2">
            <a:extLst>
              <a:ext uri="{FF2B5EF4-FFF2-40B4-BE49-F238E27FC236}">
                <a16:creationId xmlns:a16="http://schemas.microsoft.com/office/drawing/2014/main" id="{4B6230D8-391A-D783-9488-468AAECB605D}"/>
              </a:ext>
            </a:extLst>
          </p:cNvPr>
          <p:cNvSpPr>
            <a:spLocks noGrp="1"/>
          </p:cNvSpPr>
          <p:nvPr>
            <p:ph idx="1"/>
          </p:nvPr>
        </p:nvSpPr>
        <p:spPr>
          <a:xfrm>
            <a:off x="838200" y="1825625"/>
            <a:ext cx="4618703" cy="4860310"/>
          </a:xfrm>
        </p:spPr>
        <p:txBody>
          <a:bodyPr>
            <a:normAutofit/>
          </a:bodyPr>
          <a:lstStyle/>
          <a:p>
            <a:pPr algn="l" rtl="0"/>
            <a:r>
              <a:rPr lang="fr-FR" b="1" dirty="0"/>
              <a:t>Cloud public </a:t>
            </a:r>
            <a:r>
              <a:rPr lang="fr-FR" dirty="0"/>
              <a:t>: Les ressources d’un Cloud public sont partagées entre plusieurs entreprises </a:t>
            </a:r>
          </a:p>
          <a:p>
            <a:pPr algn="l" rtl="0"/>
            <a:r>
              <a:rPr lang="fr-FR" dirty="0"/>
              <a:t>Exemple:  Microsoft </a:t>
            </a:r>
            <a:r>
              <a:rPr lang="fr-FR" dirty="0" err="1"/>
              <a:t>Tazur</a:t>
            </a:r>
            <a:r>
              <a:rPr lang="fr-FR" dirty="0"/>
              <a:t>, google cloud, oracle , OVH cloud</a:t>
            </a:r>
          </a:p>
        </p:txBody>
      </p:sp>
      <p:pic>
        <p:nvPicPr>
          <p:cNvPr id="1026" name="Picture 2" descr="Qu'est-ce Que Le Cloud Public? Avantages Et Inconvénients">
            <a:extLst>
              <a:ext uri="{FF2B5EF4-FFF2-40B4-BE49-F238E27FC236}">
                <a16:creationId xmlns:a16="http://schemas.microsoft.com/office/drawing/2014/main" id="{69090F47-C5A8-04BD-9DF1-CD2B3C96A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9798" y="1662202"/>
            <a:ext cx="6412202" cy="502373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51A1246-1B13-48DA-5DCE-18318E3A56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62302" y="-22404"/>
            <a:ext cx="1429697" cy="1429697"/>
          </a:xfrm>
          <a:prstGeom prst="rect">
            <a:avLst/>
          </a:prstGeom>
        </p:spPr>
      </p:pic>
      <p:pic>
        <p:nvPicPr>
          <p:cNvPr id="8" name="Picture 7">
            <a:extLst>
              <a:ext uri="{FF2B5EF4-FFF2-40B4-BE49-F238E27FC236}">
                <a16:creationId xmlns:a16="http://schemas.microsoft.com/office/drawing/2014/main" id="{4F0BEFA7-BBE4-61DD-703E-F51820DF14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511428" cy="1511428"/>
          </a:xfrm>
          <a:prstGeom prst="rect">
            <a:avLst/>
          </a:prstGeom>
        </p:spPr>
      </p:pic>
      <p:sp>
        <p:nvSpPr>
          <p:cNvPr id="9" name="Slide Number Placeholder 8">
            <a:extLst>
              <a:ext uri="{FF2B5EF4-FFF2-40B4-BE49-F238E27FC236}">
                <a16:creationId xmlns:a16="http://schemas.microsoft.com/office/drawing/2014/main" id="{9E1B3BD4-E489-B197-3408-712A570014DE}"/>
              </a:ext>
            </a:extLst>
          </p:cNvPr>
          <p:cNvSpPr>
            <a:spLocks noGrp="1"/>
          </p:cNvSpPr>
          <p:nvPr>
            <p:ph type="sldNum" sz="quarter" idx="12"/>
          </p:nvPr>
        </p:nvSpPr>
        <p:spPr/>
        <p:txBody>
          <a:bodyPr/>
          <a:lstStyle/>
          <a:p>
            <a:fld id="{0B695B46-4EE7-40FC-A22F-57735F8531A7}" type="slidenum">
              <a:rPr lang="fr-FR" smtClean="0"/>
              <a:t>11</a:t>
            </a:fld>
            <a:endParaRPr lang="fr-FR"/>
          </a:p>
        </p:txBody>
      </p:sp>
    </p:spTree>
    <p:extLst>
      <p:ext uri="{BB962C8B-B14F-4D97-AF65-F5344CB8AC3E}">
        <p14:creationId xmlns:p14="http://schemas.microsoft.com/office/powerpoint/2010/main" val="22388716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8BED673D-28D0-48D4-2BF8-81E988B07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68224-48EA-4A7C-10A6-4B510A5EE6D8}"/>
              </a:ext>
            </a:extLst>
          </p:cNvPr>
          <p:cNvSpPr>
            <a:spLocks noGrp="1"/>
          </p:cNvSpPr>
          <p:nvPr>
            <p:ph type="title"/>
          </p:nvPr>
        </p:nvSpPr>
        <p:spPr>
          <a:xfrm>
            <a:off x="1251155" y="132735"/>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Différents types de cloud</a:t>
            </a:r>
          </a:p>
        </p:txBody>
      </p:sp>
      <p:sp>
        <p:nvSpPr>
          <p:cNvPr id="3" name="Content Placeholder 2">
            <a:extLst>
              <a:ext uri="{FF2B5EF4-FFF2-40B4-BE49-F238E27FC236}">
                <a16:creationId xmlns:a16="http://schemas.microsoft.com/office/drawing/2014/main" id="{40E152D5-024F-3FB8-9B4B-F415834B6E98}"/>
              </a:ext>
            </a:extLst>
          </p:cNvPr>
          <p:cNvSpPr>
            <a:spLocks noGrp="1"/>
          </p:cNvSpPr>
          <p:nvPr>
            <p:ph idx="1"/>
          </p:nvPr>
        </p:nvSpPr>
        <p:spPr>
          <a:xfrm>
            <a:off x="425245" y="1864955"/>
            <a:ext cx="4235245" cy="4860310"/>
          </a:xfrm>
        </p:spPr>
        <p:txBody>
          <a:bodyPr>
            <a:normAutofit fontScale="92500" lnSpcReduction="10000"/>
          </a:bodyPr>
          <a:lstStyle/>
          <a:p>
            <a:pPr algn="l" rtl="0"/>
            <a:r>
              <a:rPr lang="fr-FR" b="1" dirty="0"/>
              <a:t>Cloud Privée : </a:t>
            </a:r>
            <a:r>
              <a:rPr lang="fr-FR" dirty="0"/>
              <a:t>Infrastructure est réservée par une entreprise avec  l’exclusivité dans l’utilisation des ressources.</a:t>
            </a:r>
          </a:p>
          <a:p>
            <a:pPr algn="l" rtl="0"/>
            <a:r>
              <a:rPr lang="fr-FR" b="1" dirty="0"/>
              <a:t>Exemples</a:t>
            </a:r>
            <a:r>
              <a:rPr lang="fr-FR" dirty="0"/>
              <a:t>: Amazon VPC,IBM, Red Hat </a:t>
            </a:r>
            <a:r>
              <a:rPr lang="fr-FR" dirty="0" err="1"/>
              <a:t>openshift</a:t>
            </a:r>
            <a:r>
              <a:rPr lang="fr-FR" dirty="0"/>
              <a:t> . </a:t>
            </a:r>
          </a:p>
        </p:txBody>
      </p:sp>
      <p:pic>
        <p:nvPicPr>
          <p:cNvPr id="4" name="Picture 3">
            <a:extLst>
              <a:ext uri="{FF2B5EF4-FFF2-40B4-BE49-F238E27FC236}">
                <a16:creationId xmlns:a16="http://schemas.microsoft.com/office/drawing/2014/main" id="{29D2AE64-7535-F5B5-7B50-F83101B1ADEB}"/>
              </a:ext>
            </a:extLst>
          </p:cNvPr>
          <p:cNvPicPr>
            <a:picLocks noChangeAspect="1"/>
          </p:cNvPicPr>
          <p:nvPr/>
        </p:nvPicPr>
        <p:blipFill>
          <a:blip r:embed="rId3"/>
          <a:stretch>
            <a:fillRect/>
          </a:stretch>
        </p:blipFill>
        <p:spPr>
          <a:xfrm>
            <a:off x="4758813" y="2349907"/>
            <a:ext cx="7643281" cy="3387725"/>
          </a:xfrm>
          <a:prstGeom prst="rect">
            <a:avLst/>
          </a:prstGeom>
        </p:spPr>
      </p:pic>
      <p:pic>
        <p:nvPicPr>
          <p:cNvPr id="6" name="Picture 5">
            <a:extLst>
              <a:ext uri="{FF2B5EF4-FFF2-40B4-BE49-F238E27FC236}">
                <a16:creationId xmlns:a16="http://schemas.microsoft.com/office/drawing/2014/main" id="{EE147E98-82AB-345F-F504-A0B4991373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504335" cy="1504335"/>
          </a:xfrm>
          <a:prstGeom prst="rect">
            <a:avLst/>
          </a:prstGeom>
        </p:spPr>
      </p:pic>
      <p:pic>
        <p:nvPicPr>
          <p:cNvPr id="8" name="Picture 7">
            <a:extLst>
              <a:ext uri="{FF2B5EF4-FFF2-40B4-BE49-F238E27FC236}">
                <a16:creationId xmlns:a16="http://schemas.microsoft.com/office/drawing/2014/main" id="{DDD53E7C-2036-969B-E4CC-476A38471E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3702" y="0"/>
            <a:ext cx="1458298" cy="1458298"/>
          </a:xfrm>
          <a:prstGeom prst="rect">
            <a:avLst/>
          </a:prstGeom>
        </p:spPr>
      </p:pic>
      <p:sp>
        <p:nvSpPr>
          <p:cNvPr id="9" name="Slide Number Placeholder 8">
            <a:extLst>
              <a:ext uri="{FF2B5EF4-FFF2-40B4-BE49-F238E27FC236}">
                <a16:creationId xmlns:a16="http://schemas.microsoft.com/office/drawing/2014/main" id="{C22EE894-B9DE-4F15-5109-E7934A82B440}"/>
              </a:ext>
            </a:extLst>
          </p:cNvPr>
          <p:cNvSpPr>
            <a:spLocks noGrp="1"/>
          </p:cNvSpPr>
          <p:nvPr>
            <p:ph type="sldNum" sz="quarter" idx="12"/>
          </p:nvPr>
        </p:nvSpPr>
        <p:spPr/>
        <p:txBody>
          <a:bodyPr/>
          <a:lstStyle/>
          <a:p>
            <a:fld id="{0B695B46-4EE7-40FC-A22F-57735F8531A7}" type="slidenum">
              <a:rPr lang="fr-FR" smtClean="0"/>
              <a:t>12</a:t>
            </a:fld>
            <a:endParaRPr lang="fr-FR"/>
          </a:p>
        </p:txBody>
      </p:sp>
    </p:spTree>
    <p:extLst>
      <p:ext uri="{BB962C8B-B14F-4D97-AF65-F5344CB8AC3E}">
        <p14:creationId xmlns:p14="http://schemas.microsoft.com/office/powerpoint/2010/main" val="36555432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463C57AC-AD66-72DA-F9BB-F0CCFCAA4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5D6C6-70CD-8A88-610A-9A7707258A59}"/>
              </a:ext>
            </a:extLst>
          </p:cNvPr>
          <p:cNvSpPr>
            <a:spLocks noGrp="1"/>
          </p:cNvSpPr>
          <p:nvPr>
            <p:ph type="title"/>
          </p:nvPr>
        </p:nvSpPr>
        <p:spPr>
          <a:xfrm>
            <a:off x="919316" y="111892"/>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Différents types de Cloud</a:t>
            </a:r>
          </a:p>
        </p:txBody>
      </p:sp>
      <p:sp>
        <p:nvSpPr>
          <p:cNvPr id="3" name="Content Placeholder 2">
            <a:extLst>
              <a:ext uri="{FF2B5EF4-FFF2-40B4-BE49-F238E27FC236}">
                <a16:creationId xmlns:a16="http://schemas.microsoft.com/office/drawing/2014/main" id="{E205B63B-0A36-3CEE-CED1-260C35E6CC6C}"/>
              </a:ext>
            </a:extLst>
          </p:cNvPr>
          <p:cNvSpPr>
            <a:spLocks noGrp="1"/>
          </p:cNvSpPr>
          <p:nvPr>
            <p:ph idx="1"/>
          </p:nvPr>
        </p:nvSpPr>
        <p:spPr>
          <a:xfrm>
            <a:off x="720213" y="1855122"/>
            <a:ext cx="4363065" cy="4860310"/>
          </a:xfrm>
        </p:spPr>
        <p:txBody>
          <a:bodyPr>
            <a:normAutofit/>
          </a:bodyPr>
          <a:lstStyle/>
          <a:p>
            <a:r>
              <a:rPr lang="fr-FR" b="1" dirty="0"/>
              <a:t>Cloud Hybride : </a:t>
            </a:r>
            <a:r>
              <a:rPr lang="fr-FR" dirty="0"/>
              <a:t>Un mix entre l’utilisation d’un Cloud public et d’un Cloud privée.</a:t>
            </a:r>
          </a:p>
          <a:p>
            <a:r>
              <a:rPr lang="fr-FR" b="1" dirty="0"/>
              <a:t>Exemple:  </a:t>
            </a:r>
            <a:r>
              <a:rPr lang="fr-FR" dirty="0"/>
              <a:t>Microsoft Azure Stack; GitHub, </a:t>
            </a:r>
          </a:p>
        </p:txBody>
      </p:sp>
      <p:pic>
        <p:nvPicPr>
          <p:cNvPr id="4" name="Picture 3">
            <a:extLst>
              <a:ext uri="{FF2B5EF4-FFF2-40B4-BE49-F238E27FC236}">
                <a16:creationId xmlns:a16="http://schemas.microsoft.com/office/drawing/2014/main" id="{294660DA-9A96-0298-952F-D18C45998191}"/>
              </a:ext>
            </a:extLst>
          </p:cNvPr>
          <p:cNvPicPr>
            <a:picLocks noChangeAspect="1"/>
          </p:cNvPicPr>
          <p:nvPr/>
        </p:nvPicPr>
        <p:blipFill>
          <a:blip r:embed="rId3"/>
          <a:stretch>
            <a:fillRect/>
          </a:stretch>
        </p:blipFill>
        <p:spPr>
          <a:xfrm>
            <a:off x="5382277" y="2291029"/>
            <a:ext cx="6809723" cy="3765642"/>
          </a:xfrm>
          <a:prstGeom prst="rect">
            <a:avLst/>
          </a:prstGeom>
        </p:spPr>
      </p:pic>
      <p:pic>
        <p:nvPicPr>
          <p:cNvPr id="6" name="Picture 5">
            <a:extLst>
              <a:ext uri="{FF2B5EF4-FFF2-40B4-BE49-F238E27FC236}">
                <a16:creationId xmlns:a16="http://schemas.microsoft.com/office/drawing/2014/main" id="{C260CBA3-7F8B-0C00-AE17-AC21185EE4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9004" y="0"/>
            <a:ext cx="1573161" cy="1573161"/>
          </a:xfrm>
          <a:prstGeom prst="rect">
            <a:avLst/>
          </a:prstGeom>
        </p:spPr>
      </p:pic>
      <p:pic>
        <p:nvPicPr>
          <p:cNvPr id="8" name="Picture 7">
            <a:extLst>
              <a:ext uri="{FF2B5EF4-FFF2-40B4-BE49-F238E27FC236}">
                <a16:creationId xmlns:a16="http://schemas.microsoft.com/office/drawing/2014/main" id="{448CBF74-E501-7C51-5296-E211129BF3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3812"/>
            <a:ext cx="1596973" cy="1596973"/>
          </a:xfrm>
          <a:prstGeom prst="rect">
            <a:avLst/>
          </a:prstGeom>
        </p:spPr>
      </p:pic>
      <p:sp>
        <p:nvSpPr>
          <p:cNvPr id="9" name="Slide Number Placeholder 8">
            <a:extLst>
              <a:ext uri="{FF2B5EF4-FFF2-40B4-BE49-F238E27FC236}">
                <a16:creationId xmlns:a16="http://schemas.microsoft.com/office/drawing/2014/main" id="{02B98DEF-2367-F083-D048-0C9C160B9E6E}"/>
              </a:ext>
            </a:extLst>
          </p:cNvPr>
          <p:cNvSpPr>
            <a:spLocks noGrp="1"/>
          </p:cNvSpPr>
          <p:nvPr>
            <p:ph type="sldNum" sz="quarter" idx="12"/>
          </p:nvPr>
        </p:nvSpPr>
        <p:spPr/>
        <p:txBody>
          <a:bodyPr/>
          <a:lstStyle/>
          <a:p>
            <a:fld id="{0B695B46-4EE7-40FC-A22F-57735F8531A7}" type="slidenum">
              <a:rPr lang="fr-FR" smtClean="0"/>
              <a:t>13</a:t>
            </a:fld>
            <a:endParaRPr lang="fr-FR"/>
          </a:p>
        </p:txBody>
      </p:sp>
    </p:spTree>
    <p:extLst>
      <p:ext uri="{BB962C8B-B14F-4D97-AF65-F5344CB8AC3E}">
        <p14:creationId xmlns:p14="http://schemas.microsoft.com/office/powerpoint/2010/main" val="29721140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ADFE-EA16-0FA1-2696-21B28C6305EF}"/>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18067B7-9D04-060A-3ED6-E0A032550AC9}"/>
              </a:ext>
            </a:extLst>
          </p:cNvPr>
          <p:cNvGraphicFramePr>
            <a:graphicFrameLocks noGrp="1"/>
          </p:cNvGraphicFramePr>
          <p:nvPr>
            <p:ph idx="1"/>
            <p:extLst>
              <p:ext uri="{D42A27DB-BD31-4B8C-83A1-F6EECF244321}">
                <p14:modId xmlns:p14="http://schemas.microsoft.com/office/powerpoint/2010/main" val="2215699202"/>
              </p:ext>
            </p:extLst>
          </p:nvPr>
        </p:nvGraphicFramePr>
        <p:xfrm>
          <a:off x="838200" y="501445"/>
          <a:ext cx="10515600" cy="61648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B6D310D7-025C-5A74-5157-7D17F7E8A874}"/>
              </a:ext>
            </a:extLst>
          </p:cNvPr>
          <p:cNvSpPr>
            <a:spLocks noGrp="1"/>
          </p:cNvSpPr>
          <p:nvPr>
            <p:ph type="sldNum" sz="quarter" idx="12"/>
          </p:nvPr>
        </p:nvSpPr>
        <p:spPr/>
        <p:txBody>
          <a:bodyPr/>
          <a:lstStyle/>
          <a:p>
            <a:fld id="{0B695B46-4EE7-40FC-A22F-57735F8531A7}" type="slidenum">
              <a:rPr lang="fr-FR" smtClean="0"/>
              <a:t>14</a:t>
            </a:fld>
            <a:endParaRPr lang="fr-FR"/>
          </a:p>
        </p:txBody>
      </p:sp>
    </p:spTree>
    <p:extLst>
      <p:ext uri="{BB962C8B-B14F-4D97-AF65-F5344CB8AC3E}">
        <p14:creationId xmlns:p14="http://schemas.microsoft.com/office/powerpoint/2010/main" val="80169647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B351A77C-4C66-91EF-3A9B-816F51E26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43346-DCE6-9336-C9A5-B53C3CF2EA97}"/>
              </a:ext>
            </a:extLst>
          </p:cNvPr>
          <p:cNvSpPr>
            <a:spLocks noGrp="1"/>
          </p:cNvSpPr>
          <p:nvPr>
            <p:ph type="title"/>
          </p:nvPr>
        </p:nvSpPr>
        <p:spPr>
          <a:xfrm>
            <a:off x="1158616" y="36819"/>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Différents Modèles de services cloud</a:t>
            </a:r>
          </a:p>
        </p:txBody>
      </p:sp>
      <p:sp>
        <p:nvSpPr>
          <p:cNvPr id="3" name="Content Placeholder 2">
            <a:extLst>
              <a:ext uri="{FF2B5EF4-FFF2-40B4-BE49-F238E27FC236}">
                <a16:creationId xmlns:a16="http://schemas.microsoft.com/office/drawing/2014/main" id="{7289F545-AE72-89C4-7B2B-33E7F9ABDB92}"/>
              </a:ext>
            </a:extLst>
          </p:cNvPr>
          <p:cNvSpPr>
            <a:spLocks noGrp="1"/>
          </p:cNvSpPr>
          <p:nvPr>
            <p:ph idx="1"/>
          </p:nvPr>
        </p:nvSpPr>
        <p:spPr>
          <a:xfrm>
            <a:off x="-88490" y="1888817"/>
            <a:ext cx="6427839" cy="4860310"/>
          </a:xfrm>
        </p:spPr>
        <p:txBody>
          <a:bodyPr>
            <a:normAutofit fontScale="92500" lnSpcReduction="10000"/>
          </a:bodyPr>
          <a:lstStyle/>
          <a:p>
            <a:r>
              <a:rPr lang="fr-FR" b="1" dirty="0"/>
              <a:t>IaaS (</a:t>
            </a:r>
            <a:r>
              <a:rPr lang="en-US" dirty="0"/>
              <a:t>Infrastructure as a Service</a:t>
            </a:r>
            <a:r>
              <a:rPr lang="fr-FR" b="1" dirty="0"/>
              <a:t>) : </a:t>
            </a:r>
            <a:r>
              <a:rPr lang="fr-FR" dirty="0"/>
              <a:t>Un modèle qui loue des ressources informatiques virtualisées telles que des serveurs, du stockage et des réseaux via internet . </a:t>
            </a:r>
          </a:p>
          <a:p>
            <a:r>
              <a:rPr lang="fr-FR" dirty="0"/>
              <a:t>Les clients paie à utilisation tout en conservant la responsabilité de gérer les systèmes exploitations, les logiciels . </a:t>
            </a:r>
          </a:p>
          <a:p>
            <a:pPr algn="l" rtl="0"/>
            <a:endParaRPr lang="fr-FR" dirty="0"/>
          </a:p>
        </p:txBody>
      </p:sp>
      <p:pic>
        <p:nvPicPr>
          <p:cNvPr id="4" name="Picture 3">
            <a:extLst>
              <a:ext uri="{FF2B5EF4-FFF2-40B4-BE49-F238E27FC236}">
                <a16:creationId xmlns:a16="http://schemas.microsoft.com/office/drawing/2014/main" id="{AB38CA53-4ABC-4FA7-DCAE-77E03F574B47}"/>
              </a:ext>
            </a:extLst>
          </p:cNvPr>
          <p:cNvPicPr>
            <a:picLocks noChangeAspect="1"/>
          </p:cNvPicPr>
          <p:nvPr/>
        </p:nvPicPr>
        <p:blipFill>
          <a:blip r:embed="rId3"/>
          <a:stretch>
            <a:fillRect/>
          </a:stretch>
        </p:blipFill>
        <p:spPr>
          <a:xfrm>
            <a:off x="6096000" y="2106871"/>
            <a:ext cx="5992619" cy="4432041"/>
          </a:xfrm>
          <a:prstGeom prst="rect">
            <a:avLst/>
          </a:prstGeom>
        </p:spPr>
      </p:pic>
      <p:pic>
        <p:nvPicPr>
          <p:cNvPr id="6" name="Picture 5">
            <a:extLst>
              <a:ext uri="{FF2B5EF4-FFF2-40B4-BE49-F238E27FC236}">
                <a16:creationId xmlns:a16="http://schemas.microsoft.com/office/drawing/2014/main" id="{E1FA6215-F6E3-179A-D284-CCAA792EDB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33384" y="-1"/>
            <a:ext cx="1360540" cy="1360540"/>
          </a:xfrm>
          <a:prstGeom prst="rect">
            <a:avLst/>
          </a:prstGeom>
        </p:spPr>
      </p:pic>
      <p:pic>
        <p:nvPicPr>
          <p:cNvPr id="8" name="Picture 7">
            <a:extLst>
              <a:ext uri="{FF2B5EF4-FFF2-40B4-BE49-F238E27FC236}">
                <a16:creationId xmlns:a16="http://schemas.microsoft.com/office/drawing/2014/main" id="{42ED005A-8339-5110-85FA-CC950537C8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646" y="0"/>
            <a:ext cx="1360539" cy="1360539"/>
          </a:xfrm>
          <a:prstGeom prst="rect">
            <a:avLst/>
          </a:prstGeom>
        </p:spPr>
      </p:pic>
      <p:sp>
        <p:nvSpPr>
          <p:cNvPr id="9" name="Slide Number Placeholder 8">
            <a:extLst>
              <a:ext uri="{FF2B5EF4-FFF2-40B4-BE49-F238E27FC236}">
                <a16:creationId xmlns:a16="http://schemas.microsoft.com/office/drawing/2014/main" id="{E7A1DFD5-CF8C-3B6D-3FC5-E6B77A0F0B17}"/>
              </a:ext>
            </a:extLst>
          </p:cNvPr>
          <p:cNvSpPr>
            <a:spLocks noGrp="1"/>
          </p:cNvSpPr>
          <p:nvPr>
            <p:ph type="sldNum" sz="quarter" idx="12"/>
          </p:nvPr>
        </p:nvSpPr>
        <p:spPr/>
        <p:txBody>
          <a:bodyPr/>
          <a:lstStyle/>
          <a:p>
            <a:fld id="{0B695B46-4EE7-40FC-A22F-57735F8531A7}" type="slidenum">
              <a:rPr lang="fr-FR" smtClean="0"/>
              <a:t>15</a:t>
            </a:fld>
            <a:endParaRPr lang="fr-FR"/>
          </a:p>
        </p:txBody>
      </p:sp>
    </p:spTree>
    <p:extLst>
      <p:ext uri="{BB962C8B-B14F-4D97-AF65-F5344CB8AC3E}">
        <p14:creationId xmlns:p14="http://schemas.microsoft.com/office/powerpoint/2010/main" val="389220176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8146-026E-5317-E83A-28339C38B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1B1DA-D562-5134-570A-A73E1907068F}"/>
              </a:ext>
            </a:extLst>
          </p:cNvPr>
          <p:cNvSpPr>
            <a:spLocks noGrp="1"/>
          </p:cNvSpPr>
          <p:nvPr>
            <p:ph type="title"/>
          </p:nvPr>
        </p:nvSpPr>
        <p:spPr>
          <a:xfrm>
            <a:off x="1003813" y="51900"/>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Différents Modèles de services cloud</a:t>
            </a:r>
          </a:p>
        </p:txBody>
      </p:sp>
      <p:sp>
        <p:nvSpPr>
          <p:cNvPr id="3" name="Content Placeholder 2">
            <a:extLst>
              <a:ext uri="{FF2B5EF4-FFF2-40B4-BE49-F238E27FC236}">
                <a16:creationId xmlns:a16="http://schemas.microsoft.com/office/drawing/2014/main" id="{9E0F50D7-FCC6-6802-D328-040565E67ABA}"/>
              </a:ext>
            </a:extLst>
          </p:cNvPr>
          <p:cNvSpPr>
            <a:spLocks noGrp="1"/>
          </p:cNvSpPr>
          <p:nvPr>
            <p:ph idx="1"/>
          </p:nvPr>
        </p:nvSpPr>
        <p:spPr>
          <a:xfrm>
            <a:off x="0" y="1825625"/>
            <a:ext cx="6427839" cy="4860310"/>
          </a:xfrm>
        </p:spPr>
        <p:txBody>
          <a:bodyPr>
            <a:normAutofit/>
          </a:bodyPr>
          <a:lstStyle/>
          <a:p>
            <a:r>
              <a:rPr lang="fr-FR" b="1" dirty="0"/>
              <a:t>PaaS (</a:t>
            </a:r>
            <a:r>
              <a:rPr lang="en-US" dirty="0"/>
              <a:t>Platform as a Service</a:t>
            </a:r>
            <a:r>
              <a:rPr lang="fr-FR" b="1" dirty="0"/>
              <a:t>) : </a:t>
            </a:r>
            <a:r>
              <a:rPr lang="fr-FR" dirty="0"/>
              <a:t>Un modèle qui fournit aux utilisateurs un environnement complet prêt à emploi . </a:t>
            </a:r>
          </a:p>
          <a:p>
            <a:r>
              <a:rPr lang="fr-FR" dirty="0"/>
              <a:t>Les utilisateurs peuvent </a:t>
            </a:r>
            <a:r>
              <a:rPr lang="fr-FR" dirty="0" err="1"/>
              <a:t>developper</a:t>
            </a:r>
            <a:r>
              <a:rPr lang="fr-FR" dirty="0"/>
              <a:t> , tester et déployer des applications sans à se soucier de l’infrastructure sous-jacente. </a:t>
            </a:r>
          </a:p>
          <a:p>
            <a:pPr algn="l" rtl="0"/>
            <a:endParaRPr lang="fr-FR" dirty="0"/>
          </a:p>
        </p:txBody>
      </p:sp>
      <p:pic>
        <p:nvPicPr>
          <p:cNvPr id="5" name="Picture 4">
            <a:extLst>
              <a:ext uri="{FF2B5EF4-FFF2-40B4-BE49-F238E27FC236}">
                <a16:creationId xmlns:a16="http://schemas.microsoft.com/office/drawing/2014/main" id="{798A2605-B465-A5E6-B7F5-7D6D864DCA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2645" y="1825624"/>
            <a:ext cx="5899355" cy="4363064"/>
          </a:xfrm>
          <a:prstGeom prst="rect">
            <a:avLst/>
          </a:prstGeom>
        </p:spPr>
      </p:pic>
      <p:pic>
        <p:nvPicPr>
          <p:cNvPr id="7" name="Picture 6">
            <a:extLst>
              <a:ext uri="{FF2B5EF4-FFF2-40B4-BE49-F238E27FC236}">
                <a16:creationId xmlns:a16="http://schemas.microsoft.com/office/drawing/2014/main" id="{5C7A0CDF-D66B-5749-052A-247FA1BCCE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5095" y="34001"/>
            <a:ext cx="1343461" cy="1343461"/>
          </a:xfrm>
          <a:prstGeom prst="rect">
            <a:avLst/>
          </a:prstGeom>
        </p:spPr>
      </p:pic>
      <p:pic>
        <p:nvPicPr>
          <p:cNvPr id="9" name="Picture 8">
            <a:extLst>
              <a:ext uri="{FF2B5EF4-FFF2-40B4-BE49-F238E27FC236}">
                <a16:creationId xmlns:a16="http://schemas.microsoft.com/office/drawing/2014/main" id="{62C85CE4-21F3-22A1-E79E-E9AD8E97F7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429365" cy="1429365"/>
          </a:xfrm>
          <a:prstGeom prst="rect">
            <a:avLst/>
          </a:prstGeom>
        </p:spPr>
      </p:pic>
      <p:sp>
        <p:nvSpPr>
          <p:cNvPr id="10" name="Slide Number Placeholder 9">
            <a:extLst>
              <a:ext uri="{FF2B5EF4-FFF2-40B4-BE49-F238E27FC236}">
                <a16:creationId xmlns:a16="http://schemas.microsoft.com/office/drawing/2014/main" id="{4B2724B6-3D93-3747-3E11-D1D428F9CFB4}"/>
              </a:ext>
            </a:extLst>
          </p:cNvPr>
          <p:cNvSpPr>
            <a:spLocks noGrp="1"/>
          </p:cNvSpPr>
          <p:nvPr>
            <p:ph type="sldNum" sz="quarter" idx="12"/>
          </p:nvPr>
        </p:nvSpPr>
        <p:spPr/>
        <p:txBody>
          <a:bodyPr/>
          <a:lstStyle/>
          <a:p>
            <a:fld id="{0B695B46-4EE7-40FC-A22F-57735F8531A7}" type="slidenum">
              <a:rPr lang="fr-FR" smtClean="0"/>
              <a:t>16</a:t>
            </a:fld>
            <a:endParaRPr lang="fr-FR"/>
          </a:p>
        </p:txBody>
      </p:sp>
    </p:spTree>
    <p:extLst>
      <p:ext uri="{BB962C8B-B14F-4D97-AF65-F5344CB8AC3E}">
        <p14:creationId xmlns:p14="http://schemas.microsoft.com/office/powerpoint/2010/main" val="51286924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A2341-4C67-1746-252F-B03139F1D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9EA4D-AF7A-936F-C2B2-948CA330DF3E}"/>
              </a:ext>
            </a:extLst>
          </p:cNvPr>
          <p:cNvSpPr>
            <a:spLocks noGrp="1"/>
          </p:cNvSpPr>
          <p:nvPr>
            <p:ph type="title"/>
          </p:nvPr>
        </p:nvSpPr>
        <p:spPr>
          <a:xfrm>
            <a:off x="1034845" y="129611"/>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Différents Modèles de services cloud</a:t>
            </a:r>
          </a:p>
        </p:txBody>
      </p:sp>
      <p:sp>
        <p:nvSpPr>
          <p:cNvPr id="3" name="Content Placeholder 2">
            <a:extLst>
              <a:ext uri="{FF2B5EF4-FFF2-40B4-BE49-F238E27FC236}">
                <a16:creationId xmlns:a16="http://schemas.microsoft.com/office/drawing/2014/main" id="{597F801F-3261-AD83-FFF9-C0873DC5EF4F}"/>
              </a:ext>
            </a:extLst>
          </p:cNvPr>
          <p:cNvSpPr>
            <a:spLocks noGrp="1"/>
          </p:cNvSpPr>
          <p:nvPr>
            <p:ph idx="1"/>
          </p:nvPr>
        </p:nvSpPr>
        <p:spPr>
          <a:xfrm>
            <a:off x="-128132" y="1997690"/>
            <a:ext cx="6427839" cy="4860310"/>
          </a:xfrm>
        </p:spPr>
        <p:txBody>
          <a:bodyPr>
            <a:normAutofit fontScale="92500"/>
          </a:bodyPr>
          <a:lstStyle/>
          <a:p>
            <a:r>
              <a:rPr lang="fr-FR" b="1" dirty="0"/>
              <a:t>SaaS(</a:t>
            </a:r>
            <a:r>
              <a:rPr lang="en-US" dirty="0"/>
              <a:t>Software as a Service</a:t>
            </a:r>
            <a:r>
              <a:rPr lang="fr-FR" b="1" dirty="0"/>
              <a:t>) : </a:t>
            </a:r>
            <a:r>
              <a:rPr lang="fr-FR" dirty="0"/>
              <a:t>Un modèle qui fournit aux utilisateurs une application  prêt à emploi, accessible via internet . </a:t>
            </a:r>
          </a:p>
          <a:p>
            <a:r>
              <a:rPr lang="fr-FR" dirty="0"/>
              <a:t>Les utilisateurs n’ont pas besoin d’installer, de gérer, ni de maintenir l’application et l’infrastructure sous-jacente. </a:t>
            </a:r>
          </a:p>
          <a:p>
            <a:pPr algn="l" rtl="0"/>
            <a:endParaRPr lang="fr-FR" dirty="0"/>
          </a:p>
        </p:txBody>
      </p:sp>
      <p:pic>
        <p:nvPicPr>
          <p:cNvPr id="5" name="Picture 4">
            <a:extLst>
              <a:ext uri="{FF2B5EF4-FFF2-40B4-BE49-F238E27FC236}">
                <a16:creationId xmlns:a16="http://schemas.microsoft.com/office/drawing/2014/main" id="{B4AC6208-2438-7B61-7665-4EA79CB6AF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9707" y="2037531"/>
            <a:ext cx="5892293" cy="4357841"/>
          </a:xfrm>
          <a:prstGeom prst="rect">
            <a:avLst/>
          </a:prstGeom>
        </p:spPr>
      </p:pic>
      <p:pic>
        <p:nvPicPr>
          <p:cNvPr id="7" name="Picture 6">
            <a:extLst>
              <a:ext uri="{FF2B5EF4-FFF2-40B4-BE49-F238E27FC236}">
                <a16:creationId xmlns:a16="http://schemas.microsoft.com/office/drawing/2014/main" id="{1A748B78-DC82-BAEE-C28C-6B77832F73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3836" y="-39022"/>
            <a:ext cx="1533218" cy="1533218"/>
          </a:xfrm>
          <a:prstGeom prst="rect">
            <a:avLst/>
          </a:prstGeom>
        </p:spPr>
      </p:pic>
      <p:pic>
        <p:nvPicPr>
          <p:cNvPr id="9" name="Picture 8">
            <a:extLst>
              <a:ext uri="{FF2B5EF4-FFF2-40B4-BE49-F238E27FC236}">
                <a16:creationId xmlns:a16="http://schemas.microsoft.com/office/drawing/2014/main" id="{28866568-50CC-F04D-87FF-193A454C03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0" y="0"/>
            <a:ext cx="1455174" cy="1455174"/>
          </a:xfrm>
          <a:prstGeom prst="rect">
            <a:avLst/>
          </a:prstGeom>
        </p:spPr>
      </p:pic>
      <p:sp>
        <p:nvSpPr>
          <p:cNvPr id="10" name="Slide Number Placeholder 9">
            <a:extLst>
              <a:ext uri="{FF2B5EF4-FFF2-40B4-BE49-F238E27FC236}">
                <a16:creationId xmlns:a16="http://schemas.microsoft.com/office/drawing/2014/main" id="{F245C885-9D5F-5D13-2102-59A313278A77}"/>
              </a:ext>
            </a:extLst>
          </p:cNvPr>
          <p:cNvSpPr>
            <a:spLocks noGrp="1"/>
          </p:cNvSpPr>
          <p:nvPr>
            <p:ph type="sldNum" sz="quarter" idx="12"/>
          </p:nvPr>
        </p:nvSpPr>
        <p:spPr/>
        <p:txBody>
          <a:bodyPr/>
          <a:lstStyle/>
          <a:p>
            <a:fld id="{0B695B46-4EE7-40FC-A22F-57735F8531A7}" type="slidenum">
              <a:rPr lang="fr-FR" smtClean="0"/>
              <a:t>17</a:t>
            </a:fld>
            <a:endParaRPr lang="fr-FR"/>
          </a:p>
        </p:txBody>
      </p:sp>
    </p:spTree>
    <p:extLst>
      <p:ext uri="{BB962C8B-B14F-4D97-AF65-F5344CB8AC3E}">
        <p14:creationId xmlns:p14="http://schemas.microsoft.com/office/powerpoint/2010/main" val="191834589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4D182-3836-11CA-6414-D24555513F38}"/>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9CC4B1-8661-AE32-C6BE-2982A7FE4D33}"/>
              </a:ext>
            </a:extLst>
          </p:cNvPr>
          <p:cNvGraphicFramePr>
            <a:graphicFrameLocks noGrp="1"/>
          </p:cNvGraphicFramePr>
          <p:nvPr>
            <p:ph idx="1"/>
            <p:extLst>
              <p:ext uri="{D42A27DB-BD31-4B8C-83A1-F6EECF244321}">
                <p14:modId xmlns:p14="http://schemas.microsoft.com/office/powerpoint/2010/main" val="3747691584"/>
              </p:ext>
            </p:extLst>
          </p:nvPr>
        </p:nvGraphicFramePr>
        <p:xfrm>
          <a:off x="838200" y="501445"/>
          <a:ext cx="10515600" cy="61648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2862AF60-FDEB-01F1-3948-EEDD8B634D95}"/>
              </a:ext>
            </a:extLst>
          </p:cNvPr>
          <p:cNvSpPr>
            <a:spLocks noGrp="1"/>
          </p:cNvSpPr>
          <p:nvPr>
            <p:ph type="sldNum" sz="quarter" idx="12"/>
          </p:nvPr>
        </p:nvSpPr>
        <p:spPr/>
        <p:txBody>
          <a:bodyPr/>
          <a:lstStyle/>
          <a:p>
            <a:fld id="{0B695B46-4EE7-40FC-A22F-57735F8531A7}" type="slidenum">
              <a:rPr lang="fr-FR" smtClean="0"/>
              <a:t>18</a:t>
            </a:fld>
            <a:endParaRPr lang="fr-FR"/>
          </a:p>
        </p:txBody>
      </p:sp>
    </p:spTree>
    <p:extLst>
      <p:ext uri="{BB962C8B-B14F-4D97-AF65-F5344CB8AC3E}">
        <p14:creationId xmlns:p14="http://schemas.microsoft.com/office/powerpoint/2010/main" val="316792711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2E89F809-8F24-6C86-B133-CE38CAB865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8190D-C025-D927-9C4C-870A35EA4AAA}"/>
              </a:ext>
            </a:extLst>
          </p:cNvPr>
          <p:cNvSpPr>
            <a:spLocks noGrp="1"/>
          </p:cNvSpPr>
          <p:nvPr>
            <p:ph type="title"/>
          </p:nvPr>
        </p:nvSpPr>
        <p:spPr>
          <a:xfrm>
            <a:off x="769374" y="0"/>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EDGE COMPUTING</a:t>
            </a:r>
          </a:p>
        </p:txBody>
      </p:sp>
      <p:sp>
        <p:nvSpPr>
          <p:cNvPr id="3" name="Content Placeholder 2">
            <a:extLst>
              <a:ext uri="{FF2B5EF4-FFF2-40B4-BE49-F238E27FC236}">
                <a16:creationId xmlns:a16="http://schemas.microsoft.com/office/drawing/2014/main" id="{91EDDB6B-0F62-9910-D77E-685C63045C89}"/>
              </a:ext>
            </a:extLst>
          </p:cNvPr>
          <p:cNvSpPr>
            <a:spLocks noGrp="1"/>
          </p:cNvSpPr>
          <p:nvPr>
            <p:ph idx="1"/>
          </p:nvPr>
        </p:nvSpPr>
        <p:spPr>
          <a:xfrm>
            <a:off x="-68826" y="1476580"/>
            <a:ext cx="6427839" cy="4860310"/>
          </a:xfrm>
        </p:spPr>
        <p:txBody>
          <a:bodyPr>
            <a:normAutofit/>
          </a:bodyPr>
          <a:lstStyle/>
          <a:p>
            <a:r>
              <a:rPr lang="fr-FR" b="1" dirty="0"/>
              <a:t>Edge </a:t>
            </a:r>
            <a:r>
              <a:rPr lang="fr-FR" b="1" dirty="0" err="1"/>
              <a:t>Computing</a:t>
            </a:r>
            <a:r>
              <a:rPr lang="fr-FR" b="1" dirty="0"/>
              <a:t> :</a:t>
            </a:r>
            <a:endParaRPr lang="fr-FR" dirty="0"/>
          </a:p>
          <a:p>
            <a:pPr lvl="1"/>
            <a:r>
              <a:rPr lang="fr-FR" b="1" dirty="0"/>
              <a:t>Définition : </a:t>
            </a:r>
            <a:r>
              <a:rPr lang="fr-FR" dirty="0" err="1"/>
              <a:t>L'edge</a:t>
            </a:r>
            <a:r>
              <a:rPr lang="fr-FR" dirty="0"/>
              <a:t> </a:t>
            </a:r>
            <a:r>
              <a:rPr lang="fr-FR" dirty="0" err="1"/>
              <a:t>computing</a:t>
            </a:r>
            <a:r>
              <a:rPr lang="fr-FR" dirty="0"/>
              <a:t> (ou "informatique en périphérie » Couche de traitement et d’analyse près du </a:t>
            </a:r>
            <a:r>
              <a:rPr lang="fr-FR" dirty="0" err="1"/>
              <a:t>reseau</a:t>
            </a:r>
            <a:r>
              <a:rPr lang="fr-FR" dirty="0"/>
              <a:t> .</a:t>
            </a:r>
          </a:p>
          <a:p>
            <a:pPr lvl="1"/>
            <a:r>
              <a:rPr lang="fr-FR" b="1" dirty="0"/>
              <a:t>Edge </a:t>
            </a:r>
            <a:r>
              <a:rPr lang="fr-FR" b="1" dirty="0" err="1"/>
              <a:t>Devices</a:t>
            </a:r>
            <a:r>
              <a:rPr lang="fr-FR" b="1" dirty="0"/>
              <a:t> :</a:t>
            </a:r>
            <a:endParaRPr lang="fr-FR" dirty="0"/>
          </a:p>
          <a:p>
            <a:pPr marL="1200150" lvl="2" indent="-285750"/>
            <a:r>
              <a:rPr lang="fr-FR" dirty="0" err="1"/>
              <a:t>Microcontroleurs</a:t>
            </a:r>
            <a:r>
              <a:rPr lang="fr-FR" dirty="0"/>
              <a:t>: ESP32 , </a:t>
            </a:r>
            <a:r>
              <a:rPr lang="fr-FR" dirty="0" err="1"/>
              <a:t>Rasberry</a:t>
            </a:r>
            <a:r>
              <a:rPr lang="fr-FR" dirty="0"/>
              <a:t> pi.</a:t>
            </a:r>
          </a:p>
          <a:p>
            <a:pPr algn="l" rtl="0"/>
            <a:endParaRPr lang="fr-FR" dirty="0"/>
          </a:p>
        </p:txBody>
      </p:sp>
      <p:pic>
        <p:nvPicPr>
          <p:cNvPr id="5" name="Picture 4">
            <a:extLst>
              <a:ext uri="{FF2B5EF4-FFF2-40B4-BE49-F238E27FC236}">
                <a16:creationId xmlns:a16="http://schemas.microsoft.com/office/drawing/2014/main" id="{599DA298-8987-148A-1CCA-49AEB57F4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7174" y="1569987"/>
            <a:ext cx="6367603" cy="4270375"/>
          </a:xfrm>
          <a:prstGeom prst="rect">
            <a:avLst/>
          </a:prstGeom>
        </p:spPr>
      </p:pic>
      <p:pic>
        <p:nvPicPr>
          <p:cNvPr id="7" name="Picture 6">
            <a:extLst>
              <a:ext uri="{FF2B5EF4-FFF2-40B4-BE49-F238E27FC236}">
                <a16:creationId xmlns:a16="http://schemas.microsoft.com/office/drawing/2014/main" id="{2913AE46-11E2-F5A7-94EC-81E9C6F118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7541" y="-58303"/>
            <a:ext cx="1442168" cy="1442168"/>
          </a:xfrm>
          <a:prstGeom prst="rect">
            <a:avLst/>
          </a:prstGeom>
        </p:spPr>
      </p:pic>
      <p:pic>
        <p:nvPicPr>
          <p:cNvPr id="9" name="Picture 8">
            <a:extLst>
              <a:ext uri="{FF2B5EF4-FFF2-40B4-BE49-F238E27FC236}">
                <a16:creationId xmlns:a16="http://schemas.microsoft.com/office/drawing/2014/main" id="{B8B7482C-AF6E-4338-C30D-C0DF32EBEF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0" y="0"/>
            <a:ext cx="1335945" cy="1335945"/>
          </a:xfrm>
          <a:prstGeom prst="rect">
            <a:avLst/>
          </a:prstGeom>
        </p:spPr>
      </p:pic>
      <p:sp>
        <p:nvSpPr>
          <p:cNvPr id="10" name="Slide Number Placeholder 9">
            <a:extLst>
              <a:ext uri="{FF2B5EF4-FFF2-40B4-BE49-F238E27FC236}">
                <a16:creationId xmlns:a16="http://schemas.microsoft.com/office/drawing/2014/main" id="{57490CCF-59A4-F068-7667-706CE9FEBA46}"/>
              </a:ext>
            </a:extLst>
          </p:cNvPr>
          <p:cNvSpPr>
            <a:spLocks noGrp="1"/>
          </p:cNvSpPr>
          <p:nvPr>
            <p:ph type="sldNum" sz="quarter" idx="12"/>
          </p:nvPr>
        </p:nvSpPr>
        <p:spPr/>
        <p:txBody>
          <a:bodyPr/>
          <a:lstStyle/>
          <a:p>
            <a:fld id="{0B695B46-4EE7-40FC-A22F-57735F8531A7}" type="slidenum">
              <a:rPr lang="fr-FR" smtClean="0"/>
              <a:t>19</a:t>
            </a:fld>
            <a:endParaRPr lang="fr-FR"/>
          </a:p>
        </p:txBody>
      </p:sp>
    </p:spTree>
    <p:extLst>
      <p:ext uri="{BB962C8B-B14F-4D97-AF65-F5344CB8AC3E}">
        <p14:creationId xmlns:p14="http://schemas.microsoft.com/office/powerpoint/2010/main" val="14570749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3F563-1463-4DB5-6363-DE6B10673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F6AC5-4252-D752-6DEB-6E5F35ACF635}"/>
              </a:ext>
            </a:extLst>
          </p:cNvPr>
          <p:cNvSpPr>
            <a:spLocks noGrp="1"/>
          </p:cNvSpPr>
          <p:nvPr>
            <p:ph type="title"/>
          </p:nvPr>
        </p:nvSpPr>
        <p:spPr>
          <a:xfrm>
            <a:off x="1170039" y="43657"/>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EDGE COMPUTING</a:t>
            </a:r>
          </a:p>
        </p:txBody>
      </p:sp>
      <p:sp>
        <p:nvSpPr>
          <p:cNvPr id="3" name="Content Placeholder 2">
            <a:extLst>
              <a:ext uri="{FF2B5EF4-FFF2-40B4-BE49-F238E27FC236}">
                <a16:creationId xmlns:a16="http://schemas.microsoft.com/office/drawing/2014/main" id="{37190D74-267D-AEC5-9327-5803741433BF}"/>
              </a:ext>
            </a:extLst>
          </p:cNvPr>
          <p:cNvSpPr>
            <a:spLocks noGrp="1"/>
          </p:cNvSpPr>
          <p:nvPr>
            <p:ph idx="1"/>
          </p:nvPr>
        </p:nvSpPr>
        <p:spPr>
          <a:xfrm>
            <a:off x="0" y="1825625"/>
            <a:ext cx="6427839" cy="4860310"/>
          </a:xfrm>
        </p:spPr>
        <p:txBody>
          <a:bodyPr>
            <a:normAutofit/>
          </a:bodyPr>
          <a:lstStyle/>
          <a:p>
            <a:r>
              <a:rPr lang="fr-FR" b="1" dirty="0"/>
              <a:t>Principes du Edge </a:t>
            </a:r>
            <a:r>
              <a:rPr lang="fr-FR" b="1" dirty="0" err="1"/>
              <a:t>Computing</a:t>
            </a:r>
            <a:r>
              <a:rPr lang="fr-FR" b="1" dirty="0"/>
              <a:t> :</a:t>
            </a:r>
            <a:endParaRPr lang="fr-FR" dirty="0"/>
          </a:p>
          <a:p>
            <a:pPr lvl="1"/>
            <a:r>
              <a:rPr lang="fr-FR" dirty="0"/>
              <a:t>Traitement et analyse en temps réel;</a:t>
            </a:r>
          </a:p>
          <a:p>
            <a:pPr lvl="1"/>
            <a:r>
              <a:rPr lang="fr-FR" dirty="0"/>
              <a:t>Reduction de la bande passante ;</a:t>
            </a:r>
          </a:p>
          <a:p>
            <a:pPr lvl="1"/>
            <a:r>
              <a:rPr lang="fr-FR" dirty="0"/>
              <a:t>Application varier: stockage des données reparti , </a:t>
            </a:r>
            <a:r>
              <a:rPr lang="fr-FR" dirty="0" err="1"/>
              <a:t>realité</a:t>
            </a:r>
            <a:r>
              <a:rPr lang="fr-FR" dirty="0"/>
              <a:t> augmenté</a:t>
            </a:r>
          </a:p>
          <a:p>
            <a:pPr algn="l" rtl="0"/>
            <a:endParaRPr lang="fr-FR" dirty="0"/>
          </a:p>
        </p:txBody>
      </p:sp>
      <p:pic>
        <p:nvPicPr>
          <p:cNvPr id="4" name="Picture 3">
            <a:extLst>
              <a:ext uri="{FF2B5EF4-FFF2-40B4-BE49-F238E27FC236}">
                <a16:creationId xmlns:a16="http://schemas.microsoft.com/office/drawing/2014/main" id="{9F366907-15FA-37DF-9469-DBD654A89454}"/>
              </a:ext>
            </a:extLst>
          </p:cNvPr>
          <p:cNvPicPr>
            <a:picLocks noChangeAspect="1"/>
          </p:cNvPicPr>
          <p:nvPr/>
        </p:nvPicPr>
        <p:blipFill>
          <a:blip r:embed="rId3"/>
          <a:stretch>
            <a:fillRect/>
          </a:stretch>
        </p:blipFill>
        <p:spPr>
          <a:xfrm>
            <a:off x="6096000" y="2104105"/>
            <a:ext cx="5787463" cy="3247410"/>
          </a:xfrm>
          <a:prstGeom prst="rect">
            <a:avLst/>
          </a:prstGeom>
        </p:spPr>
      </p:pic>
      <p:pic>
        <p:nvPicPr>
          <p:cNvPr id="7" name="Picture 6">
            <a:extLst>
              <a:ext uri="{FF2B5EF4-FFF2-40B4-BE49-F238E27FC236}">
                <a16:creationId xmlns:a16="http://schemas.microsoft.com/office/drawing/2014/main" id="{B7D760B8-C7B7-B5C3-1EC3-15E9750A55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65396" y="-1"/>
            <a:ext cx="1426603" cy="1426603"/>
          </a:xfrm>
          <a:prstGeom prst="rect">
            <a:avLst/>
          </a:prstGeom>
        </p:spPr>
      </p:pic>
      <p:pic>
        <p:nvPicPr>
          <p:cNvPr id="9" name="Picture 8">
            <a:extLst>
              <a:ext uri="{FF2B5EF4-FFF2-40B4-BE49-F238E27FC236}">
                <a16:creationId xmlns:a16="http://schemas.microsoft.com/office/drawing/2014/main" id="{C8186C20-3C99-E931-87C0-2E77863B15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3657"/>
            <a:ext cx="1366684" cy="1366684"/>
          </a:xfrm>
          <a:prstGeom prst="rect">
            <a:avLst/>
          </a:prstGeom>
        </p:spPr>
      </p:pic>
      <p:sp>
        <p:nvSpPr>
          <p:cNvPr id="10" name="Slide Number Placeholder 9">
            <a:extLst>
              <a:ext uri="{FF2B5EF4-FFF2-40B4-BE49-F238E27FC236}">
                <a16:creationId xmlns:a16="http://schemas.microsoft.com/office/drawing/2014/main" id="{97728618-2B33-D31F-0EF5-56CAE9EFC825}"/>
              </a:ext>
            </a:extLst>
          </p:cNvPr>
          <p:cNvSpPr>
            <a:spLocks noGrp="1"/>
          </p:cNvSpPr>
          <p:nvPr>
            <p:ph type="sldNum" sz="quarter" idx="12"/>
          </p:nvPr>
        </p:nvSpPr>
        <p:spPr/>
        <p:txBody>
          <a:bodyPr/>
          <a:lstStyle/>
          <a:p>
            <a:fld id="{0B695B46-4EE7-40FC-A22F-57735F8531A7}" type="slidenum">
              <a:rPr lang="fr-FR" smtClean="0"/>
              <a:t>20</a:t>
            </a:fld>
            <a:endParaRPr lang="fr-FR"/>
          </a:p>
        </p:txBody>
      </p:sp>
    </p:spTree>
    <p:extLst>
      <p:ext uri="{BB962C8B-B14F-4D97-AF65-F5344CB8AC3E}">
        <p14:creationId xmlns:p14="http://schemas.microsoft.com/office/powerpoint/2010/main" val="31992181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0DEF0B-D169-6267-3C1A-3C7729007684}"/>
              </a:ext>
            </a:extLst>
          </p:cNvPr>
          <p:cNvSpPr>
            <a:spLocks noGrp="1"/>
          </p:cNvSpPr>
          <p:nvPr>
            <p:ph idx="1"/>
          </p:nvPr>
        </p:nvSpPr>
        <p:spPr/>
        <p:txBody>
          <a:bodyPr>
            <a:normAutofit/>
          </a:bodyPr>
          <a:lstStyle/>
          <a:p>
            <a:r>
              <a:rPr lang="fr-FR" dirty="0"/>
              <a:t>Au lieu d'envoyer toutes les données brutes vers le cloud, le traitement est effectué localement, par exemple sur un appareil IoT, un serveur local ou une passerelle périphérique.</a:t>
            </a:r>
          </a:p>
          <a:p>
            <a:r>
              <a:rPr lang="fr-FR" dirty="0"/>
              <a:t>Seules les données les plus pertinentes sont ensuite transmises vers un centre de données central, pour des analyses plus poussées ou de l'archivage.</a:t>
            </a:r>
          </a:p>
        </p:txBody>
      </p:sp>
      <p:sp>
        <p:nvSpPr>
          <p:cNvPr id="4" name="Title 1">
            <a:extLst>
              <a:ext uri="{FF2B5EF4-FFF2-40B4-BE49-F238E27FC236}">
                <a16:creationId xmlns:a16="http://schemas.microsoft.com/office/drawing/2014/main" id="{384EE66D-6AE1-C03F-E753-D334743016F5}"/>
              </a:ext>
            </a:extLst>
          </p:cNvPr>
          <p:cNvSpPr>
            <a:spLocks noGrp="1"/>
          </p:cNvSpPr>
          <p:nvPr>
            <p:ph type="title"/>
          </p:nvPr>
        </p:nvSpPr>
        <p:spPr>
          <a:xfrm>
            <a:off x="945741" y="0"/>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Fonctionnement du EDGE COMPUTING</a:t>
            </a:r>
          </a:p>
        </p:txBody>
      </p:sp>
      <p:pic>
        <p:nvPicPr>
          <p:cNvPr id="6" name="Picture 5">
            <a:extLst>
              <a:ext uri="{FF2B5EF4-FFF2-40B4-BE49-F238E27FC236}">
                <a16:creationId xmlns:a16="http://schemas.microsoft.com/office/drawing/2014/main" id="{50C7E01C-DBD2-A327-FE18-64A350BBE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812"/>
            <a:ext cx="1367630" cy="1367630"/>
          </a:xfrm>
          <a:prstGeom prst="rect">
            <a:avLst/>
          </a:prstGeom>
        </p:spPr>
      </p:pic>
      <p:pic>
        <p:nvPicPr>
          <p:cNvPr id="8" name="Picture 7">
            <a:extLst>
              <a:ext uri="{FF2B5EF4-FFF2-40B4-BE49-F238E27FC236}">
                <a16:creationId xmlns:a16="http://schemas.microsoft.com/office/drawing/2014/main" id="{F6A1D678-DF2E-4320-E954-CE35003998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8053" y="-43478"/>
            <a:ext cx="1449029" cy="1449029"/>
          </a:xfrm>
          <a:prstGeom prst="rect">
            <a:avLst/>
          </a:prstGeom>
        </p:spPr>
      </p:pic>
      <p:sp>
        <p:nvSpPr>
          <p:cNvPr id="9" name="Slide Number Placeholder 8">
            <a:extLst>
              <a:ext uri="{FF2B5EF4-FFF2-40B4-BE49-F238E27FC236}">
                <a16:creationId xmlns:a16="http://schemas.microsoft.com/office/drawing/2014/main" id="{12A1E3FB-09A1-2220-5D91-8214D714E28C}"/>
              </a:ext>
            </a:extLst>
          </p:cNvPr>
          <p:cNvSpPr>
            <a:spLocks noGrp="1"/>
          </p:cNvSpPr>
          <p:nvPr>
            <p:ph type="sldNum" sz="quarter" idx="12"/>
          </p:nvPr>
        </p:nvSpPr>
        <p:spPr/>
        <p:txBody>
          <a:bodyPr/>
          <a:lstStyle/>
          <a:p>
            <a:fld id="{0B695B46-4EE7-40FC-A22F-57735F8531A7}" type="slidenum">
              <a:rPr lang="fr-FR" smtClean="0"/>
              <a:t>21</a:t>
            </a:fld>
            <a:endParaRPr lang="fr-FR"/>
          </a:p>
        </p:txBody>
      </p:sp>
    </p:spTree>
    <p:extLst>
      <p:ext uri="{BB962C8B-B14F-4D97-AF65-F5344CB8AC3E}">
        <p14:creationId xmlns:p14="http://schemas.microsoft.com/office/powerpoint/2010/main" val="2215306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DF48BF-49FE-FBA8-34BC-23AD8433D6E0}"/>
              </a:ext>
            </a:extLst>
          </p:cNvPr>
          <p:cNvSpPr>
            <a:spLocks noGrp="1"/>
          </p:cNvSpPr>
          <p:nvPr>
            <p:ph idx="1"/>
          </p:nvPr>
        </p:nvSpPr>
        <p:spPr/>
        <p:txBody>
          <a:bodyPr/>
          <a:lstStyle/>
          <a:p>
            <a:endParaRPr lang="fr-FR"/>
          </a:p>
        </p:txBody>
      </p:sp>
      <p:pic>
        <p:nvPicPr>
          <p:cNvPr id="4" name="Picture 3">
            <a:extLst>
              <a:ext uri="{FF2B5EF4-FFF2-40B4-BE49-F238E27FC236}">
                <a16:creationId xmlns:a16="http://schemas.microsoft.com/office/drawing/2014/main" id="{225DD9B3-2C7B-69EE-B777-2D068FB4B8FA}"/>
              </a:ext>
            </a:extLst>
          </p:cNvPr>
          <p:cNvPicPr>
            <a:picLocks noChangeAspect="1"/>
          </p:cNvPicPr>
          <p:nvPr/>
        </p:nvPicPr>
        <p:blipFill>
          <a:blip r:embed="rId3"/>
          <a:stretch>
            <a:fillRect/>
          </a:stretch>
        </p:blipFill>
        <p:spPr>
          <a:xfrm>
            <a:off x="0" y="30038"/>
            <a:ext cx="11946194" cy="6827962"/>
          </a:xfrm>
          <a:prstGeom prst="rect">
            <a:avLst/>
          </a:prstGeom>
        </p:spPr>
      </p:pic>
      <p:sp>
        <p:nvSpPr>
          <p:cNvPr id="5" name="Slide Number Placeholder 4">
            <a:extLst>
              <a:ext uri="{FF2B5EF4-FFF2-40B4-BE49-F238E27FC236}">
                <a16:creationId xmlns:a16="http://schemas.microsoft.com/office/drawing/2014/main" id="{162A3785-BFFA-ADDC-22EC-A935245A94FB}"/>
              </a:ext>
            </a:extLst>
          </p:cNvPr>
          <p:cNvSpPr>
            <a:spLocks noGrp="1"/>
          </p:cNvSpPr>
          <p:nvPr>
            <p:ph type="sldNum" sz="quarter" idx="12"/>
          </p:nvPr>
        </p:nvSpPr>
        <p:spPr/>
        <p:txBody>
          <a:bodyPr/>
          <a:lstStyle/>
          <a:p>
            <a:fld id="{0B695B46-4EE7-40FC-A22F-57735F8531A7}" type="slidenum">
              <a:rPr lang="fr-FR" smtClean="0"/>
              <a:t>22</a:t>
            </a:fld>
            <a:endParaRPr lang="fr-FR"/>
          </a:p>
        </p:txBody>
      </p:sp>
    </p:spTree>
    <p:extLst>
      <p:ext uri="{BB962C8B-B14F-4D97-AF65-F5344CB8AC3E}">
        <p14:creationId xmlns:p14="http://schemas.microsoft.com/office/powerpoint/2010/main" val="950568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D15562-3721-F613-46D7-D7E76E469AA3}"/>
              </a:ext>
            </a:extLst>
          </p:cNvPr>
          <p:cNvSpPr>
            <a:spLocks noGrp="1"/>
          </p:cNvSpPr>
          <p:nvPr>
            <p:ph idx="1"/>
          </p:nvPr>
        </p:nvSpPr>
        <p:spPr/>
        <p:txBody>
          <a:bodyPr>
            <a:normAutofit fontScale="85000" lnSpcReduction="20000"/>
          </a:bodyPr>
          <a:lstStyle/>
          <a:p>
            <a:r>
              <a:rPr lang="fr-FR" b="1" dirty="0"/>
              <a:t>Latence réduite : </a:t>
            </a:r>
            <a:r>
              <a:rPr lang="fr-FR" dirty="0"/>
              <a:t>Le traitement local permet des décisions et des réactions quasi instantanées.</a:t>
            </a:r>
          </a:p>
          <a:p>
            <a:r>
              <a:rPr lang="fr-FR" b="1" dirty="0"/>
              <a:t>Fiabilité accrue : </a:t>
            </a:r>
            <a:r>
              <a:rPr lang="fr-FR" dirty="0"/>
              <a:t>Le fonctionnement peut se poursuivre même en cas de coupure de la connexion principale au cloud.</a:t>
            </a:r>
          </a:p>
          <a:p>
            <a:r>
              <a:rPr lang="fr-FR" b="1" dirty="0"/>
              <a:t>Moins d'encombrement réseau : </a:t>
            </a:r>
            <a:r>
              <a:rPr lang="fr-FR" dirty="0"/>
              <a:t>La transmission de données brutes volumineuses est limitée.</a:t>
            </a:r>
          </a:p>
          <a:p>
            <a:r>
              <a:rPr lang="fr-FR" b="1" dirty="0"/>
              <a:t>Sécurité renforcée </a:t>
            </a:r>
            <a:r>
              <a:rPr lang="fr-FR" dirty="0"/>
              <a:t>: Les données sensibles peuvent être traitées et sécurisées localement, limitant l'exposition lors de la transmission</a:t>
            </a:r>
          </a:p>
        </p:txBody>
      </p:sp>
      <p:sp>
        <p:nvSpPr>
          <p:cNvPr id="4" name="Title 1">
            <a:extLst>
              <a:ext uri="{FF2B5EF4-FFF2-40B4-BE49-F238E27FC236}">
                <a16:creationId xmlns:a16="http://schemas.microsoft.com/office/drawing/2014/main" id="{7546CFAF-F694-7356-BF08-FAB98D99BAF6}"/>
              </a:ext>
            </a:extLst>
          </p:cNvPr>
          <p:cNvSpPr>
            <a:spLocks noGrp="1"/>
          </p:cNvSpPr>
          <p:nvPr>
            <p:ph type="title"/>
          </p:nvPr>
        </p:nvSpPr>
        <p:spPr>
          <a:xfrm>
            <a:off x="936522" y="114888"/>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Avantages du EDGE COMPUTING</a:t>
            </a:r>
          </a:p>
        </p:txBody>
      </p:sp>
      <p:pic>
        <p:nvPicPr>
          <p:cNvPr id="6" name="Picture 5">
            <a:extLst>
              <a:ext uri="{FF2B5EF4-FFF2-40B4-BE49-F238E27FC236}">
                <a16:creationId xmlns:a16="http://schemas.microsoft.com/office/drawing/2014/main" id="{5C198A96-B67A-D89C-279C-ABCAD878C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5821" y="0"/>
            <a:ext cx="1506179" cy="1506179"/>
          </a:xfrm>
          <a:prstGeom prst="rect">
            <a:avLst/>
          </a:prstGeom>
        </p:spPr>
      </p:pic>
      <p:pic>
        <p:nvPicPr>
          <p:cNvPr id="8" name="Picture 7">
            <a:extLst>
              <a:ext uri="{FF2B5EF4-FFF2-40B4-BE49-F238E27FC236}">
                <a16:creationId xmlns:a16="http://schemas.microsoft.com/office/drawing/2014/main" id="{E6D80B70-9E85-69F6-414F-3022E4CBC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98" y="0"/>
            <a:ext cx="1506179" cy="1506179"/>
          </a:xfrm>
          <a:prstGeom prst="rect">
            <a:avLst/>
          </a:prstGeom>
        </p:spPr>
      </p:pic>
      <p:sp>
        <p:nvSpPr>
          <p:cNvPr id="9" name="Slide Number Placeholder 8">
            <a:extLst>
              <a:ext uri="{FF2B5EF4-FFF2-40B4-BE49-F238E27FC236}">
                <a16:creationId xmlns:a16="http://schemas.microsoft.com/office/drawing/2014/main" id="{CE0DEF1B-4868-2437-DA99-FF9E2A153D3E}"/>
              </a:ext>
            </a:extLst>
          </p:cNvPr>
          <p:cNvSpPr>
            <a:spLocks noGrp="1"/>
          </p:cNvSpPr>
          <p:nvPr>
            <p:ph type="sldNum" sz="quarter" idx="12"/>
          </p:nvPr>
        </p:nvSpPr>
        <p:spPr/>
        <p:txBody>
          <a:bodyPr/>
          <a:lstStyle/>
          <a:p>
            <a:fld id="{0B695B46-4EE7-40FC-A22F-57735F8531A7}" type="slidenum">
              <a:rPr lang="fr-FR" smtClean="0"/>
              <a:t>23</a:t>
            </a:fld>
            <a:endParaRPr lang="fr-FR"/>
          </a:p>
        </p:txBody>
      </p:sp>
    </p:spTree>
    <p:extLst>
      <p:ext uri="{BB962C8B-B14F-4D97-AF65-F5344CB8AC3E}">
        <p14:creationId xmlns:p14="http://schemas.microsoft.com/office/powerpoint/2010/main" val="716099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5B3F15AC-5761-1B7C-C369-57B647EED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33AF7-FD8C-3B36-1FA2-1B263CFC54F3}"/>
              </a:ext>
            </a:extLst>
          </p:cNvPr>
          <p:cNvSpPr>
            <a:spLocks noGrp="1"/>
          </p:cNvSpPr>
          <p:nvPr>
            <p:ph type="title"/>
          </p:nvPr>
        </p:nvSpPr>
        <p:spPr>
          <a:xfrm>
            <a:off x="1170039" y="50038"/>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FOG COMPUTING</a:t>
            </a:r>
          </a:p>
        </p:txBody>
      </p:sp>
      <p:sp>
        <p:nvSpPr>
          <p:cNvPr id="3" name="Content Placeholder 2">
            <a:extLst>
              <a:ext uri="{FF2B5EF4-FFF2-40B4-BE49-F238E27FC236}">
                <a16:creationId xmlns:a16="http://schemas.microsoft.com/office/drawing/2014/main" id="{3610819B-63FF-13F9-B60E-454F803DEFFD}"/>
              </a:ext>
            </a:extLst>
          </p:cNvPr>
          <p:cNvSpPr>
            <a:spLocks noGrp="1"/>
          </p:cNvSpPr>
          <p:nvPr>
            <p:ph idx="1"/>
          </p:nvPr>
        </p:nvSpPr>
        <p:spPr>
          <a:xfrm>
            <a:off x="0" y="1825625"/>
            <a:ext cx="6427839" cy="4860310"/>
          </a:xfrm>
        </p:spPr>
        <p:txBody>
          <a:bodyPr>
            <a:normAutofit lnSpcReduction="10000"/>
          </a:bodyPr>
          <a:lstStyle/>
          <a:p>
            <a:r>
              <a:rPr lang="fr-FR" b="1" dirty="0"/>
              <a:t>Fog </a:t>
            </a:r>
            <a:r>
              <a:rPr lang="fr-FR" b="1" dirty="0" err="1"/>
              <a:t>Computing</a:t>
            </a:r>
            <a:r>
              <a:rPr lang="fr-FR" b="1" dirty="0"/>
              <a:t> :</a:t>
            </a:r>
            <a:endParaRPr lang="fr-FR" dirty="0"/>
          </a:p>
          <a:p>
            <a:pPr lvl="1"/>
            <a:r>
              <a:rPr lang="fr-FR" b="1" dirty="0"/>
              <a:t>Définition </a:t>
            </a:r>
            <a:r>
              <a:rPr lang="fr-FR" dirty="0"/>
              <a:t>: En français, il est souvent appelé « informatique en brouillard » ou « informatique </a:t>
            </a:r>
            <a:r>
              <a:rPr lang="fr-FR" dirty="0" err="1"/>
              <a:t>géodistribuée</a:t>
            </a:r>
            <a:r>
              <a:rPr lang="fr-FR" dirty="0"/>
              <a:t> »</a:t>
            </a:r>
          </a:p>
          <a:p>
            <a:pPr lvl="1"/>
            <a:r>
              <a:rPr lang="fr-FR" dirty="0"/>
              <a:t> Le Fog </a:t>
            </a:r>
            <a:r>
              <a:rPr lang="fr-FR" dirty="0" err="1"/>
              <a:t>computing</a:t>
            </a:r>
            <a:r>
              <a:rPr lang="fr-FR" dirty="0"/>
              <a:t> est une architecture de réseau décentralisée qui rapproche les ressources de calcul et de stockage du « cloud » (nuage) vers la périphérie du réseau, là où les données sont générées.</a:t>
            </a:r>
          </a:p>
        </p:txBody>
      </p:sp>
      <p:pic>
        <p:nvPicPr>
          <p:cNvPr id="6" name="Picture 5">
            <a:extLst>
              <a:ext uri="{FF2B5EF4-FFF2-40B4-BE49-F238E27FC236}">
                <a16:creationId xmlns:a16="http://schemas.microsoft.com/office/drawing/2014/main" id="{DB870AC5-A733-C7F1-A6EC-1D802F17505B}"/>
              </a:ext>
            </a:extLst>
          </p:cNvPr>
          <p:cNvPicPr>
            <a:picLocks noChangeAspect="1"/>
          </p:cNvPicPr>
          <p:nvPr/>
        </p:nvPicPr>
        <p:blipFill>
          <a:blip r:embed="rId3"/>
          <a:stretch>
            <a:fillRect/>
          </a:stretch>
        </p:blipFill>
        <p:spPr>
          <a:xfrm>
            <a:off x="6427839" y="2251140"/>
            <a:ext cx="5864056" cy="4434795"/>
          </a:xfrm>
          <a:prstGeom prst="rect">
            <a:avLst/>
          </a:prstGeom>
        </p:spPr>
      </p:pic>
      <p:pic>
        <p:nvPicPr>
          <p:cNvPr id="8" name="Picture 7">
            <a:extLst>
              <a:ext uri="{FF2B5EF4-FFF2-40B4-BE49-F238E27FC236}">
                <a16:creationId xmlns:a16="http://schemas.microsoft.com/office/drawing/2014/main" id="{00703C5C-6E2E-F6CA-18C8-5342154BCF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325563" cy="1325563"/>
          </a:xfrm>
          <a:prstGeom prst="rect">
            <a:avLst/>
          </a:prstGeom>
        </p:spPr>
      </p:pic>
      <p:pic>
        <p:nvPicPr>
          <p:cNvPr id="10" name="Picture 9">
            <a:extLst>
              <a:ext uri="{FF2B5EF4-FFF2-40B4-BE49-F238E27FC236}">
                <a16:creationId xmlns:a16="http://schemas.microsoft.com/office/drawing/2014/main" id="{95C039AF-550B-70BF-ABC3-BDBDA99D05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4143" y="0"/>
            <a:ext cx="1407857" cy="1407857"/>
          </a:xfrm>
          <a:prstGeom prst="rect">
            <a:avLst/>
          </a:prstGeom>
        </p:spPr>
      </p:pic>
      <p:sp>
        <p:nvSpPr>
          <p:cNvPr id="11" name="Slide Number Placeholder 10">
            <a:extLst>
              <a:ext uri="{FF2B5EF4-FFF2-40B4-BE49-F238E27FC236}">
                <a16:creationId xmlns:a16="http://schemas.microsoft.com/office/drawing/2014/main" id="{A914B139-3CAB-E1A0-BC7B-638B3DDA4218}"/>
              </a:ext>
            </a:extLst>
          </p:cNvPr>
          <p:cNvSpPr>
            <a:spLocks noGrp="1"/>
          </p:cNvSpPr>
          <p:nvPr>
            <p:ph type="sldNum" sz="quarter" idx="12"/>
          </p:nvPr>
        </p:nvSpPr>
        <p:spPr/>
        <p:txBody>
          <a:bodyPr/>
          <a:lstStyle/>
          <a:p>
            <a:fld id="{0B695B46-4EE7-40FC-A22F-57735F8531A7}" type="slidenum">
              <a:rPr lang="fr-FR" smtClean="0"/>
              <a:t>24</a:t>
            </a:fld>
            <a:endParaRPr lang="fr-FR"/>
          </a:p>
        </p:txBody>
      </p:sp>
    </p:spTree>
    <p:extLst>
      <p:ext uri="{BB962C8B-B14F-4D97-AF65-F5344CB8AC3E}">
        <p14:creationId xmlns:p14="http://schemas.microsoft.com/office/powerpoint/2010/main" val="2214073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06E11A-1F75-2A07-1B1A-5307DE9D8AE5}"/>
              </a:ext>
            </a:extLst>
          </p:cNvPr>
          <p:cNvSpPr>
            <a:spLocks noGrp="1"/>
          </p:cNvSpPr>
          <p:nvPr>
            <p:ph idx="1"/>
          </p:nvPr>
        </p:nvSpPr>
        <p:spPr/>
        <p:txBody>
          <a:bodyPr>
            <a:normAutofit fontScale="77500" lnSpcReduction="20000"/>
          </a:bodyPr>
          <a:lstStyle/>
          <a:p>
            <a:r>
              <a:rPr lang="fr-FR" b="1" dirty="0"/>
              <a:t>Intermédiaire : </a:t>
            </a:r>
            <a:r>
              <a:rPr lang="fr-FR" dirty="0"/>
              <a:t>Il agit comme une couche intermédiaire entre les appareils de l'Internet des objets (IoT) et le cloud </a:t>
            </a:r>
            <a:r>
              <a:rPr lang="fr-FR" dirty="0" err="1"/>
              <a:t>computing</a:t>
            </a:r>
            <a:r>
              <a:rPr lang="fr-FR" dirty="0"/>
              <a:t>;</a:t>
            </a:r>
          </a:p>
          <a:p>
            <a:r>
              <a:rPr lang="fr-FR" b="1" dirty="0"/>
              <a:t>Traitement local </a:t>
            </a:r>
            <a:r>
              <a:rPr lang="fr-FR" dirty="0"/>
              <a:t>: Il utilise des dispositifs locaux, appelés « Fog </a:t>
            </a:r>
            <a:r>
              <a:rPr lang="fr-FR" dirty="0" err="1"/>
              <a:t>Nodes</a:t>
            </a:r>
            <a:r>
              <a:rPr lang="fr-FR" dirty="0"/>
              <a:t> », pour traiter et stocker les données près de leur </a:t>
            </a:r>
            <a:r>
              <a:rPr lang="fr-FR" dirty="0" err="1"/>
              <a:t>source.Exemples</a:t>
            </a:r>
            <a:r>
              <a:rPr lang="fr-FR" dirty="0"/>
              <a:t> de Fog </a:t>
            </a:r>
            <a:r>
              <a:rPr lang="fr-FR" dirty="0" err="1"/>
              <a:t>Nodes</a:t>
            </a:r>
            <a:r>
              <a:rPr lang="fr-FR" dirty="0"/>
              <a:t> : Ces nœuds peuvent être des routeurs, des commutateurs Ethernet, des caméras de surveillance ou des serveurs intégrés;</a:t>
            </a:r>
          </a:p>
          <a:p>
            <a:r>
              <a:rPr lang="fr-FR" b="1" dirty="0"/>
              <a:t>Optimisation : </a:t>
            </a:r>
            <a:r>
              <a:rPr lang="fr-FR" dirty="0"/>
              <a:t>Il filtre, agrège et analyse les données localement, puis n'envoie que les informations pertinentes ou les résultats des analyses au cloud pour un traitement plus poussé ou un stockage à long terme.</a:t>
            </a:r>
          </a:p>
        </p:txBody>
      </p:sp>
      <p:sp>
        <p:nvSpPr>
          <p:cNvPr id="4" name="Title 1">
            <a:extLst>
              <a:ext uri="{FF2B5EF4-FFF2-40B4-BE49-F238E27FC236}">
                <a16:creationId xmlns:a16="http://schemas.microsoft.com/office/drawing/2014/main" id="{D9ED136C-15B1-6D45-443E-0077109D58B1}"/>
              </a:ext>
            </a:extLst>
          </p:cNvPr>
          <p:cNvSpPr>
            <a:spLocks noGrp="1"/>
          </p:cNvSpPr>
          <p:nvPr>
            <p:ph type="title"/>
          </p:nvPr>
        </p:nvSpPr>
        <p:spPr>
          <a:xfrm>
            <a:off x="936524" y="63498"/>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Comment fonctionne le FOG COMPUTING</a:t>
            </a:r>
          </a:p>
        </p:txBody>
      </p:sp>
      <p:pic>
        <p:nvPicPr>
          <p:cNvPr id="6" name="Picture 5">
            <a:extLst>
              <a:ext uri="{FF2B5EF4-FFF2-40B4-BE49-F238E27FC236}">
                <a16:creationId xmlns:a16="http://schemas.microsoft.com/office/drawing/2014/main" id="{32251E64-1CB3-BAAE-0BE0-DE71ABAFA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2581" y="63498"/>
            <a:ext cx="1325562" cy="1325562"/>
          </a:xfrm>
          <a:prstGeom prst="rect">
            <a:avLst/>
          </a:prstGeom>
        </p:spPr>
      </p:pic>
      <p:pic>
        <p:nvPicPr>
          <p:cNvPr id="8" name="Picture 7">
            <a:extLst>
              <a:ext uri="{FF2B5EF4-FFF2-40B4-BE49-F238E27FC236}">
                <a16:creationId xmlns:a16="http://schemas.microsoft.com/office/drawing/2014/main" id="{22EFA9DA-6C46-6A32-57C6-F6B6F24F8F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495" y="0"/>
            <a:ext cx="1325562" cy="1325562"/>
          </a:xfrm>
          <a:prstGeom prst="rect">
            <a:avLst/>
          </a:prstGeom>
        </p:spPr>
      </p:pic>
      <p:sp>
        <p:nvSpPr>
          <p:cNvPr id="9" name="Slide Number Placeholder 8">
            <a:extLst>
              <a:ext uri="{FF2B5EF4-FFF2-40B4-BE49-F238E27FC236}">
                <a16:creationId xmlns:a16="http://schemas.microsoft.com/office/drawing/2014/main" id="{EF1DCB56-6A4F-7697-1382-FE720498BC5E}"/>
              </a:ext>
            </a:extLst>
          </p:cNvPr>
          <p:cNvSpPr>
            <a:spLocks noGrp="1"/>
          </p:cNvSpPr>
          <p:nvPr>
            <p:ph type="sldNum" sz="quarter" idx="12"/>
          </p:nvPr>
        </p:nvSpPr>
        <p:spPr/>
        <p:txBody>
          <a:bodyPr/>
          <a:lstStyle/>
          <a:p>
            <a:fld id="{0B695B46-4EE7-40FC-A22F-57735F8531A7}" type="slidenum">
              <a:rPr lang="fr-FR" smtClean="0"/>
              <a:t>25</a:t>
            </a:fld>
            <a:endParaRPr lang="fr-FR"/>
          </a:p>
        </p:txBody>
      </p:sp>
    </p:spTree>
    <p:extLst>
      <p:ext uri="{BB962C8B-B14F-4D97-AF65-F5344CB8AC3E}">
        <p14:creationId xmlns:p14="http://schemas.microsoft.com/office/powerpoint/2010/main" val="2388946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A0A34-AD1B-B7D2-E030-1D313A20C934}"/>
              </a:ext>
            </a:extLst>
          </p:cNvPr>
          <p:cNvSpPr>
            <a:spLocks noGrp="1"/>
          </p:cNvSpPr>
          <p:nvPr>
            <p:ph type="title"/>
          </p:nvPr>
        </p:nvSpPr>
        <p:spPr/>
        <p:txBody>
          <a:bodyPr/>
          <a:lstStyle/>
          <a:p>
            <a:r>
              <a:rPr lang="fr-FR" dirty="0"/>
              <a:t>Principaux Avantages du Fog </a:t>
            </a:r>
            <a:r>
              <a:rPr lang="fr-FR" dirty="0" err="1"/>
              <a:t>Computing</a:t>
            </a:r>
            <a:endParaRPr lang="fr-FR" dirty="0"/>
          </a:p>
        </p:txBody>
      </p:sp>
      <p:sp>
        <p:nvSpPr>
          <p:cNvPr id="3" name="Content Placeholder 2">
            <a:extLst>
              <a:ext uri="{FF2B5EF4-FFF2-40B4-BE49-F238E27FC236}">
                <a16:creationId xmlns:a16="http://schemas.microsoft.com/office/drawing/2014/main" id="{2C4C31C6-D088-7807-53E1-211F01BA9600}"/>
              </a:ext>
            </a:extLst>
          </p:cNvPr>
          <p:cNvSpPr>
            <a:spLocks noGrp="1"/>
          </p:cNvSpPr>
          <p:nvPr>
            <p:ph idx="1"/>
          </p:nvPr>
        </p:nvSpPr>
        <p:spPr>
          <a:xfrm>
            <a:off x="838200" y="1995488"/>
            <a:ext cx="10515600" cy="4351338"/>
          </a:xfrm>
        </p:spPr>
        <p:txBody>
          <a:bodyPr>
            <a:normAutofit fontScale="70000" lnSpcReduction="20000"/>
          </a:bodyPr>
          <a:lstStyle/>
          <a:p>
            <a:r>
              <a:rPr lang="fr-FR" b="1" dirty="0"/>
              <a:t>Réduction de la latence : </a:t>
            </a:r>
            <a:r>
              <a:rPr lang="fr-FR" dirty="0"/>
              <a:t>Le traitement des données en temps réel est accéléré car il n'y a pas besoin d'envoyer toutes les informations jusqu'au cloud et d'attendre une réponse;</a:t>
            </a:r>
          </a:p>
          <a:p>
            <a:r>
              <a:rPr lang="fr-FR" b="1" dirty="0"/>
              <a:t>Optimisation du réseau </a:t>
            </a:r>
            <a:r>
              <a:rPr lang="fr-FR" dirty="0"/>
              <a:t>: Il allège la charge sur le réseau en limitant les données qui doivent être transmises, ce qui est crucial avec l'explosion du nombre d'appareils IoT;</a:t>
            </a:r>
          </a:p>
          <a:p>
            <a:r>
              <a:rPr lang="fr-FR" b="1" dirty="0"/>
              <a:t>Amélioration de l'efficacité : </a:t>
            </a:r>
            <a:r>
              <a:rPr lang="fr-FR" dirty="0"/>
              <a:t>En traitant les données de manière distribuée, il évite les goulets d'étranglement et améliore l'utilisation des ressources;</a:t>
            </a:r>
          </a:p>
          <a:p>
            <a:r>
              <a:rPr lang="fr-FR" b="1" dirty="0"/>
              <a:t>Meilleur contrôle des données </a:t>
            </a:r>
            <a:r>
              <a:rPr lang="fr-FR" dirty="0"/>
              <a:t>: Il permet aux organisations de mieux contrôler les données transmises en les traitant localement avant de les envoyer.</a:t>
            </a:r>
          </a:p>
        </p:txBody>
      </p:sp>
      <p:sp>
        <p:nvSpPr>
          <p:cNvPr id="4" name="Title 1">
            <a:extLst>
              <a:ext uri="{FF2B5EF4-FFF2-40B4-BE49-F238E27FC236}">
                <a16:creationId xmlns:a16="http://schemas.microsoft.com/office/drawing/2014/main" id="{26038DC3-2723-B359-1062-993DA186ECB0}"/>
              </a:ext>
            </a:extLst>
          </p:cNvPr>
          <p:cNvSpPr txBox="1">
            <a:spLocks/>
          </p:cNvSpPr>
          <p:nvPr/>
        </p:nvSpPr>
        <p:spPr>
          <a:xfrm>
            <a:off x="1010264" y="0"/>
            <a:ext cx="10515600" cy="1325563"/>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a:lstStyle>
          <a:p>
            <a:r>
              <a:rPr lang="fr-FR" dirty="0"/>
              <a:t>Principaux Avantages du Fog </a:t>
            </a:r>
            <a:r>
              <a:rPr lang="fr-FR" dirty="0" err="1"/>
              <a:t>Computing</a:t>
            </a:r>
            <a:endParaRPr lang="fr-FR" dirty="0"/>
          </a:p>
        </p:txBody>
      </p:sp>
      <p:pic>
        <p:nvPicPr>
          <p:cNvPr id="6" name="Picture 5">
            <a:extLst>
              <a:ext uri="{FF2B5EF4-FFF2-40B4-BE49-F238E27FC236}">
                <a16:creationId xmlns:a16="http://schemas.microsoft.com/office/drawing/2014/main" id="{C310D83A-4692-4DFC-FD93-26D6004D5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4697" y="-1"/>
            <a:ext cx="1325563" cy="1325563"/>
          </a:xfrm>
          <a:prstGeom prst="rect">
            <a:avLst/>
          </a:prstGeom>
        </p:spPr>
      </p:pic>
      <p:pic>
        <p:nvPicPr>
          <p:cNvPr id="8" name="Picture 7">
            <a:extLst>
              <a:ext uri="{FF2B5EF4-FFF2-40B4-BE49-F238E27FC236}">
                <a16:creationId xmlns:a16="http://schemas.microsoft.com/office/drawing/2014/main" id="{E1250C07-8310-3015-E167-890467B5FB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05" y="0"/>
            <a:ext cx="1325563" cy="1325563"/>
          </a:xfrm>
          <a:prstGeom prst="rect">
            <a:avLst/>
          </a:prstGeom>
        </p:spPr>
      </p:pic>
      <p:sp>
        <p:nvSpPr>
          <p:cNvPr id="9" name="Slide Number Placeholder 8">
            <a:extLst>
              <a:ext uri="{FF2B5EF4-FFF2-40B4-BE49-F238E27FC236}">
                <a16:creationId xmlns:a16="http://schemas.microsoft.com/office/drawing/2014/main" id="{BD19B4B3-2306-3480-CB72-04197AC86FF4}"/>
              </a:ext>
            </a:extLst>
          </p:cNvPr>
          <p:cNvSpPr>
            <a:spLocks noGrp="1"/>
          </p:cNvSpPr>
          <p:nvPr>
            <p:ph type="sldNum" sz="quarter" idx="12"/>
          </p:nvPr>
        </p:nvSpPr>
        <p:spPr/>
        <p:txBody>
          <a:bodyPr/>
          <a:lstStyle/>
          <a:p>
            <a:fld id="{0B695B46-4EE7-40FC-A22F-57735F8531A7}" type="slidenum">
              <a:rPr lang="fr-FR" smtClean="0"/>
              <a:t>26</a:t>
            </a:fld>
            <a:endParaRPr lang="fr-FR"/>
          </a:p>
        </p:txBody>
      </p:sp>
    </p:spTree>
    <p:extLst>
      <p:ext uri="{BB962C8B-B14F-4D97-AF65-F5344CB8AC3E}">
        <p14:creationId xmlns:p14="http://schemas.microsoft.com/office/powerpoint/2010/main" val="1448089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65ECF8-6DD6-B4D0-21CF-1C02CA72D6FC}"/>
              </a:ext>
            </a:extLst>
          </p:cNvPr>
          <p:cNvSpPr>
            <a:spLocks noGrp="1"/>
          </p:cNvSpPr>
          <p:nvPr>
            <p:ph idx="1"/>
          </p:nvPr>
        </p:nvSpPr>
        <p:spPr/>
        <p:txBody>
          <a:bodyPr>
            <a:normAutofit/>
          </a:bodyPr>
          <a:lstStyle/>
          <a:p>
            <a:r>
              <a:rPr lang="fr-FR" dirty="0"/>
              <a:t>L’</a:t>
            </a:r>
            <a:r>
              <a:rPr lang="fr-FR" b="1" dirty="0"/>
              <a:t>IoT</a:t>
            </a:r>
            <a:r>
              <a:rPr lang="fr-FR" dirty="0"/>
              <a:t> (Internet of </a:t>
            </a:r>
            <a:r>
              <a:rPr lang="fr-FR" dirty="0" err="1"/>
              <a:t>Things</a:t>
            </a:r>
            <a:r>
              <a:rPr lang="fr-FR" dirty="0"/>
              <a:t>, ou Internet des objets) désigne l’ensemble des objets physiques connectés à Internet et capables d’échanger des données entre eux ou avec des systèmes informatiques.</a:t>
            </a:r>
          </a:p>
        </p:txBody>
      </p:sp>
      <p:sp>
        <p:nvSpPr>
          <p:cNvPr id="4" name="Slide Number Placeholder 3">
            <a:extLst>
              <a:ext uri="{FF2B5EF4-FFF2-40B4-BE49-F238E27FC236}">
                <a16:creationId xmlns:a16="http://schemas.microsoft.com/office/drawing/2014/main" id="{AF050070-A393-C0C9-78BD-9ACB2484ECE5}"/>
              </a:ext>
            </a:extLst>
          </p:cNvPr>
          <p:cNvSpPr>
            <a:spLocks noGrp="1"/>
          </p:cNvSpPr>
          <p:nvPr>
            <p:ph type="sldNum" sz="quarter" idx="12"/>
          </p:nvPr>
        </p:nvSpPr>
        <p:spPr/>
        <p:txBody>
          <a:bodyPr/>
          <a:lstStyle/>
          <a:p>
            <a:fld id="{0B695B46-4EE7-40FC-A22F-57735F8531A7}" type="slidenum">
              <a:rPr lang="fr-FR" smtClean="0"/>
              <a:t>27</a:t>
            </a:fld>
            <a:endParaRPr lang="fr-FR"/>
          </a:p>
        </p:txBody>
      </p:sp>
      <p:sp>
        <p:nvSpPr>
          <p:cNvPr id="5" name="Title 1">
            <a:extLst>
              <a:ext uri="{FF2B5EF4-FFF2-40B4-BE49-F238E27FC236}">
                <a16:creationId xmlns:a16="http://schemas.microsoft.com/office/drawing/2014/main" id="{897C16DE-D24D-C6DD-2789-42D04228FFE6}"/>
              </a:ext>
            </a:extLst>
          </p:cNvPr>
          <p:cNvSpPr txBox="1">
            <a:spLocks/>
          </p:cNvSpPr>
          <p:nvPr/>
        </p:nvSpPr>
        <p:spPr>
          <a:xfrm>
            <a:off x="1010264" y="0"/>
            <a:ext cx="10515600" cy="1325563"/>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a:lstStyle>
          <a:p>
            <a:r>
              <a:rPr lang="fr-FR" dirty="0"/>
              <a:t>C’est quoi IOT ?</a:t>
            </a:r>
          </a:p>
        </p:txBody>
      </p:sp>
      <p:pic>
        <p:nvPicPr>
          <p:cNvPr id="6" name="Picture 5">
            <a:extLst>
              <a:ext uri="{FF2B5EF4-FFF2-40B4-BE49-F238E27FC236}">
                <a16:creationId xmlns:a16="http://schemas.microsoft.com/office/drawing/2014/main" id="{1CBD55A2-FAEF-8D86-ED67-0E728B98D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05" y="0"/>
            <a:ext cx="1325563" cy="1325563"/>
          </a:xfrm>
          <a:prstGeom prst="rect">
            <a:avLst/>
          </a:prstGeom>
        </p:spPr>
      </p:pic>
      <p:pic>
        <p:nvPicPr>
          <p:cNvPr id="7" name="Picture 6">
            <a:extLst>
              <a:ext uri="{FF2B5EF4-FFF2-40B4-BE49-F238E27FC236}">
                <a16:creationId xmlns:a16="http://schemas.microsoft.com/office/drawing/2014/main" id="{500AED29-A8E3-A229-64C1-453B3D1DD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2437" y="18255"/>
            <a:ext cx="1325563" cy="1325563"/>
          </a:xfrm>
          <a:prstGeom prst="rect">
            <a:avLst/>
          </a:prstGeom>
        </p:spPr>
      </p:pic>
    </p:spTree>
    <p:extLst>
      <p:ext uri="{BB962C8B-B14F-4D97-AF65-F5344CB8AC3E}">
        <p14:creationId xmlns:p14="http://schemas.microsoft.com/office/powerpoint/2010/main" val="1923866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DA48A35B-E058-9F8E-411A-B91ACDC26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3C22A-7A86-FFD9-3028-4438D8FBEDC4}"/>
              </a:ext>
            </a:extLst>
          </p:cNvPr>
          <p:cNvSpPr>
            <a:spLocks noGrp="1"/>
          </p:cNvSpPr>
          <p:nvPr>
            <p:ph type="title"/>
          </p:nvPr>
        </p:nvSpPr>
        <p:spPr>
          <a:xfrm>
            <a:off x="759543" y="8704"/>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Plateformes IOT</a:t>
            </a:r>
          </a:p>
        </p:txBody>
      </p:sp>
      <p:sp>
        <p:nvSpPr>
          <p:cNvPr id="3" name="Content Placeholder 2">
            <a:extLst>
              <a:ext uri="{FF2B5EF4-FFF2-40B4-BE49-F238E27FC236}">
                <a16:creationId xmlns:a16="http://schemas.microsoft.com/office/drawing/2014/main" id="{A42EC73E-2552-CC76-55A3-E01CF50593D9}"/>
              </a:ext>
            </a:extLst>
          </p:cNvPr>
          <p:cNvSpPr>
            <a:spLocks noGrp="1"/>
          </p:cNvSpPr>
          <p:nvPr>
            <p:ph idx="1"/>
          </p:nvPr>
        </p:nvSpPr>
        <p:spPr>
          <a:xfrm>
            <a:off x="258097" y="1622322"/>
            <a:ext cx="6437671" cy="5073445"/>
          </a:xfrm>
        </p:spPr>
        <p:txBody>
          <a:bodyPr>
            <a:normAutofit fontScale="70000" lnSpcReduction="20000"/>
          </a:bodyPr>
          <a:lstStyle/>
          <a:p>
            <a:pPr marL="0" indent="0">
              <a:buNone/>
            </a:pPr>
            <a:r>
              <a:rPr lang="en-US" b="1" dirty="0"/>
              <a:t>1. AWS IoT Core</a:t>
            </a:r>
            <a:r>
              <a:rPr lang="fr-FR" b="1" dirty="0"/>
              <a:t> :</a:t>
            </a:r>
          </a:p>
          <a:p>
            <a:r>
              <a:rPr lang="fr-FR" dirty="0"/>
              <a:t>AWS IoT </a:t>
            </a:r>
            <a:r>
              <a:rPr lang="fr-FR" dirty="0" err="1"/>
              <a:t>Core</a:t>
            </a:r>
            <a:r>
              <a:rPr lang="fr-FR" dirty="0"/>
              <a:t> est une solution d’Amazon conçue pour connecter rapidement des millions d’objets. Elle propose des services utiles:</a:t>
            </a:r>
          </a:p>
          <a:p>
            <a:r>
              <a:rPr lang="fr-FR" dirty="0"/>
              <a:t>Gestion des appareils</a:t>
            </a:r>
          </a:p>
          <a:p>
            <a:r>
              <a:rPr lang="fr-FR" dirty="0"/>
              <a:t>Sécurité avec contrôle des accès</a:t>
            </a:r>
          </a:p>
          <a:p>
            <a:r>
              <a:rPr lang="fr-FR" dirty="0"/>
              <a:t>Analyse en temps réel</a:t>
            </a:r>
          </a:p>
          <a:p>
            <a:r>
              <a:rPr lang="fr-FR" dirty="0"/>
              <a:t>Automatisation via règles et workflows</a:t>
            </a:r>
          </a:p>
          <a:p>
            <a:r>
              <a:rPr lang="fr-FR" dirty="0"/>
              <a:t>Intégration avec l’IA et l’apprentissage automatique.</a:t>
            </a:r>
          </a:p>
        </p:txBody>
      </p:sp>
      <p:pic>
        <p:nvPicPr>
          <p:cNvPr id="4" name="Picture 3">
            <a:extLst>
              <a:ext uri="{FF2B5EF4-FFF2-40B4-BE49-F238E27FC236}">
                <a16:creationId xmlns:a16="http://schemas.microsoft.com/office/drawing/2014/main" id="{9858AC5B-9706-6652-20B6-48B64433DE60}"/>
              </a:ext>
            </a:extLst>
          </p:cNvPr>
          <p:cNvPicPr>
            <a:picLocks noChangeAspect="1"/>
          </p:cNvPicPr>
          <p:nvPr/>
        </p:nvPicPr>
        <p:blipFill>
          <a:blip r:embed="rId3"/>
          <a:stretch>
            <a:fillRect/>
          </a:stretch>
        </p:blipFill>
        <p:spPr>
          <a:xfrm>
            <a:off x="6492582" y="2198432"/>
            <a:ext cx="5799770" cy="3396122"/>
          </a:xfrm>
          <a:prstGeom prst="rect">
            <a:avLst/>
          </a:prstGeom>
        </p:spPr>
      </p:pic>
      <p:pic>
        <p:nvPicPr>
          <p:cNvPr id="6" name="Picture 5">
            <a:extLst>
              <a:ext uri="{FF2B5EF4-FFF2-40B4-BE49-F238E27FC236}">
                <a16:creationId xmlns:a16="http://schemas.microsoft.com/office/drawing/2014/main" id="{F7DE2D0D-91AF-0ACF-B841-2E90A058A7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35148" y="-6941"/>
            <a:ext cx="1356852" cy="1356852"/>
          </a:xfrm>
          <a:prstGeom prst="rect">
            <a:avLst/>
          </a:prstGeom>
        </p:spPr>
      </p:pic>
      <p:pic>
        <p:nvPicPr>
          <p:cNvPr id="8" name="Picture 7">
            <a:extLst>
              <a:ext uri="{FF2B5EF4-FFF2-40B4-BE49-F238E27FC236}">
                <a16:creationId xmlns:a16="http://schemas.microsoft.com/office/drawing/2014/main" id="{0A7D923B-ACDE-7248-BFA8-ADEC87E9E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704"/>
            <a:ext cx="1356852" cy="1356852"/>
          </a:xfrm>
          <a:prstGeom prst="rect">
            <a:avLst/>
          </a:prstGeom>
        </p:spPr>
      </p:pic>
      <p:sp>
        <p:nvSpPr>
          <p:cNvPr id="9" name="Slide Number Placeholder 8">
            <a:extLst>
              <a:ext uri="{FF2B5EF4-FFF2-40B4-BE49-F238E27FC236}">
                <a16:creationId xmlns:a16="http://schemas.microsoft.com/office/drawing/2014/main" id="{69159B06-7B44-E423-655C-A4023AE1B5A5}"/>
              </a:ext>
            </a:extLst>
          </p:cNvPr>
          <p:cNvSpPr>
            <a:spLocks noGrp="1"/>
          </p:cNvSpPr>
          <p:nvPr>
            <p:ph type="sldNum" sz="quarter" idx="12"/>
          </p:nvPr>
        </p:nvSpPr>
        <p:spPr/>
        <p:txBody>
          <a:bodyPr/>
          <a:lstStyle/>
          <a:p>
            <a:fld id="{0B695B46-4EE7-40FC-A22F-57735F8531A7}" type="slidenum">
              <a:rPr lang="fr-FR" smtClean="0"/>
              <a:t>28</a:t>
            </a:fld>
            <a:endParaRPr lang="fr-FR"/>
          </a:p>
        </p:txBody>
      </p:sp>
    </p:spTree>
    <p:extLst>
      <p:ext uri="{BB962C8B-B14F-4D97-AF65-F5344CB8AC3E}">
        <p14:creationId xmlns:p14="http://schemas.microsoft.com/office/powerpoint/2010/main" val="74328727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19E5A996-4792-A791-D1BF-101B137728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BB7FB6-7F90-5E89-F9F4-5871FD4ABF16}"/>
              </a:ext>
            </a:extLst>
          </p:cNvPr>
          <p:cNvSpPr>
            <a:spLocks noGrp="1"/>
          </p:cNvSpPr>
          <p:nvPr>
            <p:ph idx="1"/>
          </p:nvPr>
        </p:nvSpPr>
        <p:spPr>
          <a:xfrm>
            <a:off x="0" y="2192593"/>
            <a:ext cx="6231194" cy="4395019"/>
          </a:xfrm>
        </p:spPr>
        <p:txBody>
          <a:bodyPr>
            <a:normAutofit fontScale="70000" lnSpcReduction="20000"/>
          </a:bodyPr>
          <a:lstStyle/>
          <a:p>
            <a:pPr marL="0" indent="0">
              <a:buNone/>
            </a:pPr>
            <a:r>
              <a:rPr lang="fr-FR" b="1" dirty="0"/>
              <a:t>2. Microsoft Azure IoT Hub</a:t>
            </a:r>
          </a:p>
          <a:p>
            <a:r>
              <a:rPr lang="fr-FR" dirty="0"/>
              <a:t>Azure IoT Hub offre une communication bidirectionnelle entre les objets et le cloud:</a:t>
            </a:r>
          </a:p>
          <a:p>
            <a:r>
              <a:rPr lang="fr-FR" dirty="0"/>
              <a:t>Gestion centralisée et surveillance des équipements</a:t>
            </a:r>
          </a:p>
          <a:p>
            <a:r>
              <a:rPr lang="fr-FR" dirty="0"/>
              <a:t>Sécurité renforcée</a:t>
            </a:r>
          </a:p>
          <a:p>
            <a:r>
              <a:rPr lang="fr-FR" dirty="0"/>
              <a:t>Traitement local possible avec Azure IoT Edge</a:t>
            </a:r>
          </a:p>
          <a:p>
            <a:r>
              <a:rPr lang="fr-FR" dirty="0"/>
              <a:t>Intégration simple avec d'autres services Microsoft</a:t>
            </a:r>
          </a:p>
        </p:txBody>
      </p:sp>
      <p:sp>
        <p:nvSpPr>
          <p:cNvPr id="5" name="Title 4">
            <a:extLst>
              <a:ext uri="{FF2B5EF4-FFF2-40B4-BE49-F238E27FC236}">
                <a16:creationId xmlns:a16="http://schemas.microsoft.com/office/drawing/2014/main" id="{7031EA01-00CA-C2B1-C581-237D462BBE0A}"/>
              </a:ext>
            </a:extLst>
          </p:cNvPr>
          <p:cNvSpPr>
            <a:spLocks noGrp="1"/>
          </p:cNvSpPr>
          <p:nvPr>
            <p:ph type="title"/>
          </p:nvPr>
        </p:nvSpPr>
        <p:spPr/>
        <p:txBody>
          <a:bodyPr/>
          <a:lstStyle/>
          <a:p>
            <a:endParaRPr lang="fr-FR"/>
          </a:p>
        </p:txBody>
      </p:sp>
      <p:sp>
        <p:nvSpPr>
          <p:cNvPr id="6" name="Title 1">
            <a:extLst>
              <a:ext uri="{FF2B5EF4-FFF2-40B4-BE49-F238E27FC236}">
                <a16:creationId xmlns:a16="http://schemas.microsoft.com/office/drawing/2014/main" id="{4CE5B477-A506-4C4B-0DED-8883DCA25165}"/>
              </a:ext>
            </a:extLst>
          </p:cNvPr>
          <p:cNvSpPr txBox="1">
            <a:spLocks/>
          </p:cNvSpPr>
          <p:nvPr/>
        </p:nvSpPr>
        <p:spPr>
          <a:xfrm>
            <a:off x="959784" y="28318"/>
            <a:ext cx="10515600" cy="1325563"/>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a:lstStyle>
          <a:p>
            <a:r>
              <a:rPr lang="fr-FR" dirty="0"/>
              <a:t>Plateformes IOT</a:t>
            </a:r>
          </a:p>
        </p:txBody>
      </p:sp>
      <p:pic>
        <p:nvPicPr>
          <p:cNvPr id="7" name="Picture 6">
            <a:extLst>
              <a:ext uri="{FF2B5EF4-FFF2-40B4-BE49-F238E27FC236}">
                <a16:creationId xmlns:a16="http://schemas.microsoft.com/office/drawing/2014/main" id="{2F0D0B78-EFE7-7EBB-62C9-B00A4BBE8F10}"/>
              </a:ext>
            </a:extLst>
          </p:cNvPr>
          <p:cNvPicPr>
            <a:picLocks noChangeAspect="1"/>
          </p:cNvPicPr>
          <p:nvPr/>
        </p:nvPicPr>
        <p:blipFill>
          <a:blip r:embed="rId3"/>
          <a:stretch>
            <a:fillRect/>
          </a:stretch>
        </p:blipFill>
        <p:spPr>
          <a:xfrm>
            <a:off x="3694317" y="1690687"/>
            <a:ext cx="8677275" cy="2114550"/>
          </a:xfrm>
          <a:prstGeom prst="rect">
            <a:avLst/>
          </a:prstGeom>
        </p:spPr>
      </p:pic>
      <p:pic>
        <p:nvPicPr>
          <p:cNvPr id="9" name="Picture 8">
            <a:extLst>
              <a:ext uri="{FF2B5EF4-FFF2-40B4-BE49-F238E27FC236}">
                <a16:creationId xmlns:a16="http://schemas.microsoft.com/office/drawing/2014/main" id="{04A77755-3D93-BD4E-51DC-8560FFF3F5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62174" y="-23815"/>
            <a:ext cx="1429825" cy="1429825"/>
          </a:xfrm>
          <a:prstGeom prst="rect">
            <a:avLst/>
          </a:prstGeom>
        </p:spPr>
      </p:pic>
      <p:pic>
        <p:nvPicPr>
          <p:cNvPr id="11" name="Picture 10">
            <a:extLst>
              <a:ext uri="{FF2B5EF4-FFF2-40B4-BE49-F238E27FC236}">
                <a16:creationId xmlns:a16="http://schemas.microsoft.com/office/drawing/2014/main" id="{772143B0-A2FD-9473-C980-1AE169F164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3813"/>
            <a:ext cx="1429826" cy="1429826"/>
          </a:xfrm>
          <a:prstGeom prst="rect">
            <a:avLst/>
          </a:prstGeom>
        </p:spPr>
      </p:pic>
      <p:sp>
        <p:nvSpPr>
          <p:cNvPr id="12" name="Slide Number Placeholder 11">
            <a:extLst>
              <a:ext uri="{FF2B5EF4-FFF2-40B4-BE49-F238E27FC236}">
                <a16:creationId xmlns:a16="http://schemas.microsoft.com/office/drawing/2014/main" id="{4DD0A068-1375-3C25-20CB-54F44F0F9889}"/>
              </a:ext>
            </a:extLst>
          </p:cNvPr>
          <p:cNvSpPr>
            <a:spLocks noGrp="1"/>
          </p:cNvSpPr>
          <p:nvPr>
            <p:ph type="sldNum" sz="quarter" idx="12"/>
          </p:nvPr>
        </p:nvSpPr>
        <p:spPr/>
        <p:txBody>
          <a:bodyPr/>
          <a:lstStyle/>
          <a:p>
            <a:fld id="{0B695B46-4EE7-40FC-A22F-57735F8531A7}" type="slidenum">
              <a:rPr lang="fr-FR" smtClean="0"/>
              <a:t>29</a:t>
            </a:fld>
            <a:endParaRPr lang="fr-FR"/>
          </a:p>
        </p:txBody>
      </p:sp>
    </p:spTree>
    <p:extLst>
      <p:ext uri="{BB962C8B-B14F-4D97-AF65-F5344CB8AC3E}">
        <p14:creationId xmlns:p14="http://schemas.microsoft.com/office/powerpoint/2010/main" val="77528163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47D0483D-7831-2920-0B72-7E605C1A88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32AC6-1590-E49F-B18A-114EF7A04497}"/>
              </a:ext>
            </a:extLst>
          </p:cNvPr>
          <p:cNvSpPr>
            <a:spLocks noGrp="1"/>
          </p:cNvSpPr>
          <p:nvPr>
            <p:ph idx="1"/>
          </p:nvPr>
        </p:nvSpPr>
        <p:spPr>
          <a:xfrm>
            <a:off x="238432" y="1733956"/>
            <a:ext cx="6624484" cy="4345858"/>
          </a:xfrm>
        </p:spPr>
        <p:txBody>
          <a:bodyPr>
            <a:normAutofit fontScale="92500" lnSpcReduction="20000"/>
          </a:bodyPr>
          <a:lstStyle/>
          <a:p>
            <a:r>
              <a:rPr lang="fr-FR" b="1" dirty="0"/>
              <a:t>3. Google Cloud IoT Platform</a:t>
            </a:r>
          </a:p>
          <a:p>
            <a:r>
              <a:rPr lang="fr-FR" dirty="0"/>
              <a:t>Google mise sur l’analyse des données et l’intelligence artificielle:</a:t>
            </a:r>
          </a:p>
          <a:p>
            <a:r>
              <a:rPr lang="fr-FR" dirty="0"/>
              <a:t>Collecte de données à grande échelle</a:t>
            </a:r>
          </a:p>
          <a:p>
            <a:r>
              <a:rPr lang="fr-FR" dirty="0"/>
              <a:t>Pipeline de traitement avancé pour la Data</a:t>
            </a:r>
          </a:p>
          <a:p>
            <a:r>
              <a:rPr lang="fr-FR" dirty="0"/>
              <a:t>Forte intégration avec </a:t>
            </a:r>
            <a:r>
              <a:rPr lang="fr-FR" dirty="0" err="1"/>
              <a:t>BigQuery</a:t>
            </a:r>
            <a:r>
              <a:rPr lang="fr-FR" dirty="0"/>
              <a:t> pour la visualisation .</a:t>
            </a:r>
          </a:p>
        </p:txBody>
      </p:sp>
      <p:pic>
        <p:nvPicPr>
          <p:cNvPr id="6" name="Picture 5">
            <a:extLst>
              <a:ext uri="{FF2B5EF4-FFF2-40B4-BE49-F238E27FC236}">
                <a16:creationId xmlns:a16="http://schemas.microsoft.com/office/drawing/2014/main" id="{8F56964A-BDE7-1D39-FA9E-A7B33E589AB0}"/>
              </a:ext>
            </a:extLst>
          </p:cNvPr>
          <p:cNvPicPr>
            <a:picLocks noChangeAspect="1"/>
          </p:cNvPicPr>
          <p:nvPr/>
        </p:nvPicPr>
        <p:blipFill>
          <a:blip r:embed="rId3"/>
          <a:stretch>
            <a:fillRect/>
          </a:stretch>
        </p:blipFill>
        <p:spPr>
          <a:xfrm>
            <a:off x="715813" y="-184668"/>
            <a:ext cx="10760373" cy="1566808"/>
          </a:xfrm>
          <a:prstGeom prst="rect">
            <a:avLst/>
          </a:prstGeom>
        </p:spPr>
      </p:pic>
      <p:pic>
        <p:nvPicPr>
          <p:cNvPr id="7" name="Picture 6">
            <a:extLst>
              <a:ext uri="{FF2B5EF4-FFF2-40B4-BE49-F238E27FC236}">
                <a16:creationId xmlns:a16="http://schemas.microsoft.com/office/drawing/2014/main" id="{986C0EC3-E333-AD04-D27B-0245E4B7B1EB}"/>
              </a:ext>
            </a:extLst>
          </p:cNvPr>
          <p:cNvPicPr>
            <a:picLocks noChangeAspect="1"/>
          </p:cNvPicPr>
          <p:nvPr/>
        </p:nvPicPr>
        <p:blipFill>
          <a:blip r:embed="rId4"/>
          <a:stretch>
            <a:fillRect/>
          </a:stretch>
        </p:blipFill>
        <p:spPr>
          <a:xfrm>
            <a:off x="6862916" y="1733954"/>
            <a:ext cx="5786932" cy="3370006"/>
          </a:xfrm>
          <a:prstGeom prst="rect">
            <a:avLst/>
          </a:prstGeom>
        </p:spPr>
      </p:pic>
      <p:pic>
        <p:nvPicPr>
          <p:cNvPr id="9" name="Picture 8">
            <a:extLst>
              <a:ext uri="{FF2B5EF4-FFF2-40B4-BE49-F238E27FC236}">
                <a16:creationId xmlns:a16="http://schemas.microsoft.com/office/drawing/2014/main" id="{EF201F3E-EF70-2345-5A7E-FC222D3F01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32130" y="-64118"/>
            <a:ext cx="1401305" cy="1401305"/>
          </a:xfrm>
          <a:prstGeom prst="rect">
            <a:avLst/>
          </a:prstGeom>
        </p:spPr>
      </p:pic>
      <p:pic>
        <p:nvPicPr>
          <p:cNvPr id="11" name="Picture 10">
            <a:extLst>
              <a:ext uri="{FF2B5EF4-FFF2-40B4-BE49-F238E27FC236}">
                <a16:creationId xmlns:a16="http://schemas.microsoft.com/office/drawing/2014/main" id="{36C22398-6572-3850-5B8D-8849FB804A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4117"/>
            <a:ext cx="1401306" cy="1401306"/>
          </a:xfrm>
          <a:prstGeom prst="rect">
            <a:avLst/>
          </a:prstGeom>
        </p:spPr>
      </p:pic>
      <p:sp>
        <p:nvSpPr>
          <p:cNvPr id="12" name="Slide Number Placeholder 11">
            <a:extLst>
              <a:ext uri="{FF2B5EF4-FFF2-40B4-BE49-F238E27FC236}">
                <a16:creationId xmlns:a16="http://schemas.microsoft.com/office/drawing/2014/main" id="{D7E36E04-A7CD-38C0-D923-E05F295B5005}"/>
              </a:ext>
            </a:extLst>
          </p:cNvPr>
          <p:cNvSpPr>
            <a:spLocks noGrp="1"/>
          </p:cNvSpPr>
          <p:nvPr>
            <p:ph type="sldNum" sz="quarter" idx="12"/>
          </p:nvPr>
        </p:nvSpPr>
        <p:spPr/>
        <p:txBody>
          <a:bodyPr/>
          <a:lstStyle/>
          <a:p>
            <a:fld id="{0B695B46-4EE7-40FC-A22F-57735F8531A7}" type="slidenum">
              <a:rPr lang="fr-FR" smtClean="0"/>
              <a:t>30</a:t>
            </a:fld>
            <a:endParaRPr lang="fr-FR"/>
          </a:p>
        </p:txBody>
      </p:sp>
    </p:spTree>
    <p:extLst>
      <p:ext uri="{BB962C8B-B14F-4D97-AF65-F5344CB8AC3E}">
        <p14:creationId xmlns:p14="http://schemas.microsoft.com/office/powerpoint/2010/main" val="42221751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778A18A8-52CA-8B5B-44C4-993FCDCE6A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973476-EDF5-039F-BC96-C94070AAA3F9}"/>
              </a:ext>
            </a:extLst>
          </p:cNvPr>
          <p:cNvSpPr>
            <a:spLocks noGrp="1"/>
          </p:cNvSpPr>
          <p:nvPr>
            <p:ph idx="1"/>
          </p:nvPr>
        </p:nvSpPr>
        <p:spPr>
          <a:xfrm>
            <a:off x="0" y="1738873"/>
            <a:ext cx="6280355" cy="4817806"/>
          </a:xfrm>
        </p:spPr>
        <p:txBody>
          <a:bodyPr>
            <a:normAutofit fontScale="92500" lnSpcReduction="20000"/>
          </a:bodyPr>
          <a:lstStyle/>
          <a:p>
            <a:r>
              <a:rPr lang="fr-FR" b="1" dirty="0"/>
              <a:t>4. Arduino IoT Cloud</a:t>
            </a:r>
          </a:p>
          <a:p>
            <a:r>
              <a:rPr lang="fr-FR" dirty="0"/>
              <a:t>Cette plateforme , </a:t>
            </a:r>
            <a:r>
              <a:rPr lang="fr-FR" dirty="0" err="1"/>
              <a:t>makers</a:t>
            </a:r>
            <a:r>
              <a:rPr lang="fr-FR" dirty="0"/>
              <a:t> et prototypes rapides:</a:t>
            </a:r>
          </a:p>
          <a:p>
            <a:r>
              <a:rPr lang="fr-FR" dirty="0"/>
              <a:t>Configuration simple</a:t>
            </a:r>
          </a:p>
          <a:p>
            <a:r>
              <a:rPr lang="fr-FR" dirty="0"/>
              <a:t>Tableaux de bord visuels</a:t>
            </a:r>
          </a:p>
          <a:p>
            <a:r>
              <a:rPr lang="fr-FR" dirty="0"/>
              <a:t>Connexion facile avec les cartes Arduino</a:t>
            </a:r>
          </a:p>
          <a:p>
            <a:r>
              <a:rPr lang="fr-FR" dirty="0"/>
              <a:t>Automatisation et scripts sans grande expertise Cloud.</a:t>
            </a:r>
          </a:p>
        </p:txBody>
      </p:sp>
      <p:pic>
        <p:nvPicPr>
          <p:cNvPr id="6" name="Picture 5">
            <a:extLst>
              <a:ext uri="{FF2B5EF4-FFF2-40B4-BE49-F238E27FC236}">
                <a16:creationId xmlns:a16="http://schemas.microsoft.com/office/drawing/2014/main" id="{4F6D98B4-FE04-8C72-066F-C203C0FA63CE}"/>
              </a:ext>
            </a:extLst>
          </p:cNvPr>
          <p:cNvPicPr>
            <a:picLocks noChangeAspect="1"/>
          </p:cNvPicPr>
          <p:nvPr/>
        </p:nvPicPr>
        <p:blipFill>
          <a:blip r:embed="rId3"/>
          <a:stretch>
            <a:fillRect/>
          </a:stretch>
        </p:blipFill>
        <p:spPr>
          <a:xfrm>
            <a:off x="900168" y="-97888"/>
            <a:ext cx="10760373" cy="1566808"/>
          </a:xfrm>
          <a:prstGeom prst="rect">
            <a:avLst/>
          </a:prstGeom>
        </p:spPr>
      </p:pic>
      <p:pic>
        <p:nvPicPr>
          <p:cNvPr id="7" name="Picture 6">
            <a:extLst>
              <a:ext uri="{FF2B5EF4-FFF2-40B4-BE49-F238E27FC236}">
                <a16:creationId xmlns:a16="http://schemas.microsoft.com/office/drawing/2014/main" id="{4685BD09-901F-0358-3DAC-3DA88F7FD749}"/>
              </a:ext>
            </a:extLst>
          </p:cNvPr>
          <p:cNvPicPr>
            <a:picLocks noChangeAspect="1"/>
          </p:cNvPicPr>
          <p:nvPr/>
        </p:nvPicPr>
        <p:blipFill>
          <a:blip r:embed="rId4"/>
          <a:stretch>
            <a:fillRect/>
          </a:stretch>
        </p:blipFill>
        <p:spPr>
          <a:xfrm>
            <a:off x="6280355" y="2278779"/>
            <a:ext cx="6637346" cy="3414098"/>
          </a:xfrm>
          <a:prstGeom prst="rect">
            <a:avLst/>
          </a:prstGeom>
        </p:spPr>
      </p:pic>
      <p:pic>
        <p:nvPicPr>
          <p:cNvPr id="9" name="Picture 8">
            <a:extLst>
              <a:ext uri="{FF2B5EF4-FFF2-40B4-BE49-F238E27FC236}">
                <a16:creationId xmlns:a16="http://schemas.microsoft.com/office/drawing/2014/main" id="{AB5D5F22-3693-720A-0459-09DD4EDF15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79135" y="-100586"/>
            <a:ext cx="1512865" cy="1512865"/>
          </a:xfrm>
          <a:prstGeom prst="rect">
            <a:avLst/>
          </a:prstGeom>
        </p:spPr>
      </p:pic>
      <p:pic>
        <p:nvPicPr>
          <p:cNvPr id="11" name="Picture 10">
            <a:extLst>
              <a:ext uri="{FF2B5EF4-FFF2-40B4-BE49-F238E27FC236}">
                <a16:creationId xmlns:a16="http://schemas.microsoft.com/office/drawing/2014/main" id="{8014513F-9711-FDA9-26F6-6C2D9E0735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843" y="-41247"/>
            <a:ext cx="1453526" cy="1453526"/>
          </a:xfrm>
          <a:prstGeom prst="rect">
            <a:avLst/>
          </a:prstGeom>
        </p:spPr>
      </p:pic>
      <p:sp>
        <p:nvSpPr>
          <p:cNvPr id="12" name="Slide Number Placeholder 11">
            <a:extLst>
              <a:ext uri="{FF2B5EF4-FFF2-40B4-BE49-F238E27FC236}">
                <a16:creationId xmlns:a16="http://schemas.microsoft.com/office/drawing/2014/main" id="{C4C6B072-FE47-4C97-9EE3-095A5B2FDB23}"/>
              </a:ext>
            </a:extLst>
          </p:cNvPr>
          <p:cNvSpPr>
            <a:spLocks noGrp="1"/>
          </p:cNvSpPr>
          <p:nvPr>
            <p:ph type="sldNum" sz="quarter" idx="12"/>
          </p:nvPr>
        </p:nvSpPr>
        <p:spPr/>
        <p:txBody>
          <a:bodyPr/>
          <a:lstStyle/>
          <a:p>
            <a:fld id="{0B695B46-4EE7-40FC-A22F-57735F8531A7}" type="slidenum">
              <a:rPr lang="fr-FR" smtClean="0"/>
              <a:t>31</a:t>
            </a:fld>
            <a:endParaRPr lang="fr-FR"/>
          </a:p>
        </p:txBody>
      </p:sp>
    </p:spTree>
    <p:extLst>
      <p:ext uri="{BB962C8B-B14F-4D97-AF65-F5344CB8AC3E}">
        <p14:creationId xmlns:p14="http://schemas.microsoft.com/office/powerpoint/2010/main" val="396160791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950A8-FAE9-24FD-1739-3534355B5E0D}"/>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060A050-CDF6-232D-092C-143F996716BB}"/>
              </a:ext>
            </a:extLst>
          </p:cNvPr>
          <p:cNvGraphicFramePr>
            <a:graphicFrameLocks noGrp="1"/>
          </p:cNvGraphicFramePr>
          <p:nvPr>
            <p:ph idx="1"/>
            <p:extLst>
              <p:ext uri="{D42A27DB-BD31-4B8C-83A1-F6EECF244321}">
                <p14:modId xmlns:p14="http://schemas.microsoft.com/office/powerpoint/2010/main" val="4119780304"/>
              </p:ext>
            </p:extLst>
          </p:nvPr>
        </p:nvGraphicFramePr>
        <p:xfrm>
          <a:off x="838200" y="501445"/>
          <a:ext cx="10515600" cy="61648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74F9AB07-E18A-B6E3-4B50-2698393D2AC1}"/>
              </a:ext>
            </a:extLst>
          </p:cNvPr>
          <p:cNvSpPr>
            <a:spLocks noGrp="1"/>
          </p:cNvSpPr>
          <p:nvPr>
            <p:ph type="sldNum" sz="quarter" idx="12"/>
          </p:nvPr>
        </p:nvSpPr>
        <p:spPr/>
        <p:txBody>
          <a:bodyPr/>
          <a:lstStyle/>
          <a:p>
            <a:fld id="{0B695B46-4EE7-40FC-A22F-57735F8531A7}" type="slidenum">
              <a:rPr lang="fr-FR" smtClean="0"/>
              <a:t>32</a:t>
            </a:fld>
            <a:endParaRPr lang="fr-FR"/>
          </a:p>
        </p:txBody>
      </p:sp>
    </p:spTree>
    <p:extLst>
      <p:ext uri="{BB962C8B-B14F-4D97-AF65-F5344CB8AC3E}">
        <p14:creationId xmlns:p14="http://schemas.microsoft.com/office/powerpoint/2010/main" val="19081179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9A432778-2405-7022-F25A-71C53F8A6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C3BB1-7F0F-01EB-8D57-1B838615C3BE}"/>
              </a:ext>
            </a:extLst>
          </p:cNvPr>
          <p:cNvSpPr>
            <a:spLocks noGrp="1"/>
          </p:cNvSpPr>
          <p:nvPr>
            <p:ph type="title"/>
          </p:nvPr>
        </p:nvSpPr>
        <p:spPr>
          <a:xfrm>
            <a:off x="705465" y="0"/>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Applications</a:t>
            </a:r>
          </a:p>
        </p:txBody>
      </p:sp>
      <p:sp>
        <p:nvSpPr>
          <p:cNvPr id="3" name="Content Placeholder 2">
            <a:extLst>
              <a:ext uri="{FF2B5EF4-FFF2-40B4-BE49-F238E27FC236}">
                <a16:creationId xmlns:a16="http://schemas.microsoft.com/office/drawing/2014/main" id="{DE06E16F-E078-4B07-9371-9C38B6757DC7}"/>
              </a:ext>
            </a:extLst>
          </p:cNvPr>
          <p:cNvSpPr>
            <a:spLocks noGrp="1"/>
          </p:cNvSpPr>
          <p:nvPr>
            <p:ph idx="1"/>
          </p:nvPr>
        </p:nvSpPr>
        <p:spPr>
          <a:xfrm>
            <a:off x="140110" y="1406987"/>
            <a:ext cx="10515600" cy="4860310"/>
          </a:xfrm>
        </p:spPr>
        <p:txBody>
          <a:bodyPr>
            <a:normAutofit/>
          </a:bodyPr>
          <a:lstStyle/>
          <a:p>
            <a:r>
              <a:rPr lang="fr-FR" b="1" dirty="0"/>
              <a:t>Domotique- usines connectées :</a:t>
            </a:r>
            <a:endParaRPr lang="fr-FR" dirty="0"/>
          </a:p>
        </p:txBody>
      </p:sp>
      <p:pic>
        <p:nvPicPr>
          <p:cNvPr id="4" name="Picture 3">
            <a:extLst>
              <a:ext uri="{FF2B5EF4-FFF2-40B4-BE49-F238E27FC236}">
                <a16:creationId xmlns:a16="http://schemas.microsoft.com/office/drawing/2014/main" id="{974F2C4D-BE9B-4F18-A9F6-782A29314FD9}"/>
              </a:ext>
            </a:extLst>
          </p:cNvPr>
          <p:cNvPicPr>
            <a:picLocks noChangeAspect="1"/>
          </p:cNvPicPr>
          <p:nvPr/>
        </p:nvPicPr>
        <p:blipFill>
          <a:blip r:embed="rId3"/>
          <a:stretch>
            <a:fillRect/>
          </a:stretch>
        </p:blipFill>
        <p:spPr>
          <a:xfrm>
            <a:off x="2835069" y="1992753"/>
            <a:ext cx="6876744" cy="4865247"/>
          </a:xfrm>
          <a:prstGeom prst="rect">
            <a:avLst/>
          </a:prstGeom>
        </p:spPr>
      </p:pic>
      <p:pic>
        <p:nvPicPr>
          <p:cNvPr id="6" name="Picture 5">
            <a:extLst>
              <a:ext uri="{FF2B5EF4-FFF2-40B4-BE49-F238E27FC236}">
                <a16:creationId xmlns:a16="http://schemas.microsoft.com/office/drawing/2014/main" id="{20F97403-8611-C852-8080-C78AC6C0B6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2579" y="-40966"/>
            <a:ext cx="1415846" cy="1415846"/>
          </a:xfrm>
          <a:prstGeom prst="rect">
            <a:avLst/>
          </a:prstGeom>
        </p:spPr>
      </p:pic>
      <p:pic>
        <p:nvPicPr>
          <p:cNvPr id="8" name="Picture 7">
            <a:extLst>
              <a:ext uri="{FF2B5EF4-FFF2-40B4-BE49-F238E27FC236}">
                <a16:creationId xmlns:a16="http://schemas.microsoft.com/office/drawing/2014/main" id="{448B0B22-6EF7-7438-7276-29526822DD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0966"/>
            <a:ext cx="1415845" cy="1415845"/>
          </a:xfrm>
          <a:prstGeom prst="rect">
            <a:avLst/>
          </a:prstGeom>
        </p:spPr>
      </p:pic>
      <p:sp>
        <p:nvSpPr>
          <p:cNvPr id="9" name="Slide Number Placeholder 8">
            <a:extLst>
              <a:ext uri="{FF2B5EF4-FFF2-40B4-BE49-F238E27FC236}">
                <a16:creationId xmlns:a16="http://schemas.microsoft.com/office/drawing/2014/main" id="{2B7F21A5-011A-F023-C96F-B1875492BAB0}"/>
              </a:ext>
            </a:extLst>
          </p:cNvPr>
          <p:cNvSpPr>
            <a:spLocks noGrp="1"/>
          </p:cNvSpPr>
          <p:nvPr>
            <p:ph type="sldNum" sz="quarter" idx="12"/>
          </p:nvPr>
        </p:nvSpPr>
        <p:spPr/>
        <p:txBody>
          <a:bodyPr/>
          <a:lstStyle/>
          <a:p>
            <a:fld id="{0B695B46-4EE7-40FC-A22F-57735F8531A7}" type="slidenum">
              <a:rPr lang="fr-FR" smtClean="0"/>
              <a:t>33</a:t>
            </a:fld>
            <a:endParaRPr lang="fr-FR"/>
          </a:p>
        </p:txBody>
      </p:sp>
    </p:spTree>
    <p:extLst>
      <p:ext uri="{BB962C8B-B14F-4D97-AF65-F5344CB8AC3E}">
        <p14:creationId xmlns:p14="http://schemas.microsoft.com/office/powerpoint/2010/main" val="2167492635"/>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3F7CA453-4E10-0E42-D0E7-B1646A4AAA2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7FBFCA5-8222-D5CE-3F4E-D66A38AB25D9}"/>
              </a:ext>
            </a:extLst>
          </p:cNvPr>
          <p:cNvPicPr>
            <a:picLocks noChangeAspect="1"/>
          </p:cNvPicPr>
          <p:nvPr/>
        </p:nvPicPr>
        <p:blipFill>
          <a:blip r:embed="rId3"/>
          <a:stretch>
            <a:fillRect/>
          </a:stretch>
        </p:blipFill>
        <p:spPr>
          <a:xfrm>
            <a:off x="833800" y="-117269"/>
            <a:ext cx="10760373" cy="1566808"/>
          </a:xfrm>
          <a:prstGeom prst="rect">
            <a:avLst/>
          </a:prstGeom>
        </p:spPr>
      </p:pic>
      <p:sp>
        <p:nvSpPr>
          <p:cNvPr id="5" name="TextBox 4">
            <a:extLst>
              <a:ext uri="{FF2B5EF4-FFF2-40B4-BE49-F238E27FC236}">
                <a16:creationId xmlns:a16="http://schemas.microsoft.com/office/drawing/2014/main" id="{34F387BB-0468-169B-8EBB-75737F9A2728}"/>
              </a:ext>
            </a:extLst>
          </p:cNvPr>
          <p:cNvSpPr txBox="1"/>
          <p:nvPr/>
        </p:nvSpPr>
        <p:spPr>
          <a:xfrm>
            <a:off x="678426" y="1549337"/>
            <a:ext cx="6096000" cy="523220"/>
          </a:xfrm>
          <a:prstGeom prst="rect">
            <a:avLst/>
          </a:prstGeom>
          <a:noFill/>
        </p:spPr>
        <p:txBody>
          <a:bodyPr wrap="square">
            <a:spAutoFit/>
          </a:bodyPr>
          <a:lstStyle/>
          <a:p>
            <a:r>
              <a:rPr lang="fr-FR" sz="2800" b="1" dirty="0">
                <a:latin typeface="Cambria" panose="02040503050406030204" pitchFamily="18" charset="0"/>
                <a:ea typeface="Cambria" panose="02040503050406030204" pitchFamily="18" charset="0"/>
              </a:rPr>
              <a:t>Track &amp; Trace   </a:t>
            </a:r>
            <a:r>
              <a:rPr lang="fr-FR" b="1" dirty="0"/>
              <a:t>:</a:t>
            </a:r>
            <a:endParaRPr lang="fr-FR" dirty="0"/>
          </a:p>
        </p:txBody>
      </p:sp>
      <p:pic>
        <p:nvPicPr>
          <p:cNvPr id="6" name="Picture 5">
            <a:extLst>
              <a:ext uri="{FF2B5EF4-FFF2-40B4-BE49-F238E27FC236}">
                <a16:creationId xmlns:a16="http://schemas.microsoft.com/office/drawing/2014/main" id="{D2750FDC-F5B0-1F0D-7773-01DA5037CFE8}"/>
              </a:ext>
            </a:extLst>
          </p:cNvPr>
          <p:cNvPicPr>
            <a:picLocks noChangeAspect="1"/>
          </p:cNvPicPr>
          <p:nvPr/>
        </p:nvPicPr>
        <p:blipFill>
          <a:blip r:embed="rId4"/>
          <a:stretch>
            <a:fillRect/>
          </a:stretch>
        </p:blipFill>
        <p:spPr>
          <a:xfrm>
            <a:off x="1380215" y="2172355"/>
            <a:ext cx="9769566" cy="4600958"/>
          </a:xfrm>
          <a:prstGeom prst="rect">
            <a:avLst/>
          </a:prstGeom>
        </p:spPr>
      </p:pic>
      <p:pic>
        <p:nvPicPr>
          <p:cNvPr id="8" name="Picture 7">
            <a:extLst>
              <a:ext uri="{FF2B5EF4-FFF2-40B4-BE49-F238E27FC236}">
                <a16:creationId xmlns:a16="http://schemas.microsoft.com/office/drawing/2014/main" id="{6D05C679-800D-6650-0FB1-C4300EE894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1785" y="-23973"/>
            <a:ext cx="1380215" cy="1380215"/>
          </a:xfrm>
          <a:prstGeom prst="rect">
            <a:avLst/>
          </a:prstGeom>
        </p:spPr>
      </p:pic>
      <p:pic>
        <p:nvPicPr>
          <p:cNvPr id="10" name="Picture 9">
            <a:extLst>
              <a:ext uri="{FF2B5EF4-FFF2-40B4-BE49-F238E27FC236}">
                <a16:creationId xmlns:a16="http://schemas.microsoft.com/office/drawing/2014/main" id="{7775E806-9AC7-8330-D611-955243F2F0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2290"/>
            <a:ext cx="1380215" cy="1380215"/>
          </a:xfrm>
          <a:prstGeom prst="rect">
            <a:avLst/>
          </a:prstGeom>
        </p:spPr>
      </p:pic>
      <p:sp>
        <p:nvSpPr>
          <p:cNvPr id="11" name="Slide Number Placeholder 10">
            <a:extLst>
              <a:ext uri="{FF2B5EF4-FFF2-40B4-BE49-F238E27FC236}">
                <a16:creationId xmlns:a16="http://schemas.microsoft.com/office/drawing/2014/main" id="{33A41365-5574-C803-F734-7FFE2FEE87F8}"/>
              </a:ext>
            </a:extLst>
          </p:cNvPr>
          <p:cNvSpPr>
            <a:spLocks noGrp="1"/>
          </p:cNvSpPr>
          <p:nvPr>
            <p:ph type="sldNum" sz="quarter" idx="12"/>
          </p:nvPr>
        </p:nvSpPr>
        <p:spPr/>
        <p:txBody>
          <a:bodyPr/>
          <a:lstStyle/>
          <a:p>
            <a:fld id="{0B695B46-4EE7-40FC-A22F-57735F8531A7}" type="slidenum">
              <a:rPr lang="fr-FR" smtClean="0"/>
              <a:t>34</a:t>
            </a:fld>
            <a:endParaRPr lang="fr-FR"/>
          </a:p>
        </p:txBody>
      </p:sp>
    </p:spTree>
    <p:extLst>
      <p:ext uri="{BB962C8B-B14F-4D97-AF65-F5344CB8AC3E}">
        <p14:creationId xmlns:p14="http://schemas.microsoft.com/office/powerpoint/2010/main" val="231253647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69C1676A-6A6E-98FC-0D99-365239C9D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B10D9-9C6D-29A8-B5B8-D9F4800AE61D}"/>
              </a:ext>
            </a:extLst>
          </p:cNvPr>
          <p:cNvSpPr>
            <a:spLocks noGrp="1"/>
          </p:cNvSpPr>
          <p:nvPr>
            <p:ph type="title"/>
          </p:nvPr>
        </p:nvSpPr>
        <p:spPr>
          <a:xfrm>
            <a:off x="838200" y="-39138"/>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Applications</a:t>
            </a:r>
          </a:p>
        </p:txBody>
      </p:sp>
      <p:sp>
        <p:nvSpPr>
          <p:cNvPr id="3" name="Content Placeholder 2">
            <a:extLst>
              <a:ext uri="{FF2B5EF4-FFF2-40B4-BE49-F238E27FC236}">
                <a16:creationId xmlns:a16="http://schemas.microsoft.com/office/drawing/2014/main" id="{4F13D8E1-9B60-0A5E-02CB-5D261E6A2781}"/>
              </a:ext>
            </a:extLst>
          </p:cNvPr>
          <p:cNvSpPr>
            <a:spLocks noGrp="1"/>
          </p:cNvSpPr>
          <p:nvPr>
            <p:ph idx="1"/>
          </p:nvPr>
        </p:nvSpPr>
        <p:spPr>
          <a:xfrm>
            <a:off x="0" y="1783378"/>
            <a:ext cx="6624484" cy="4860310"/>
          </a:xfrm>
        </p:spPr>
        <p:txBody>
          <a:bodyPr>
            <a:normAutofit/>
          </a:bodyPr>
          <a:lstStyle/>
          <a:p>
            <a:r>
              <a:rPr lang="fr-FR" b="1" dirty="0"/>
              <a:t>Maintenance 4.0 :</a:t>
            </a:r>
          </a:p>
        </p:txBody>
      </p:sp>
      <p:pic>
        <p:nvPicPr>
          <p:cNvPr id="2050" name="Picture 2" descr="Avis expert | AFIM">
            <a:extLst>
              <a:ext uri="{FF2B5EF4-FFF2-40B4-BE49-F238E27FC236}">
                <a16:creationId xmlns:a16="http://schemas.microsoft.com/office/drawing/2014/main" id="{BD817F76-9CBF-A61F-B192-69BD8DE16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2416" y="1230003"/>
            <a:ext cx="7511383" cy="56279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0167B10-2DC0-ACD3-1C68-DA76BC0E2A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1908" y="-39138"/>
            <a:ext cx="1269141" cy="1269141"/>
          </a:xfrm>
          <a:prstGeom prst="rect">
            <a:avLst/>
          </a:prstGeom>
        </p:spPr>
      </p:pic>
      <p:pic>
        <p:nvPicPr>
          <p:cNvPr id="8" name="Picture 7">
            <a:extLst>
              <a:ext uri="{FF2B5EF4-FFF2-40B4-BE49-F238E27FC236}">
                <a16:creationId xmlns:a16="http://schemas.microsoft.com/office/drawing/2014/main" id="{1AEE2E7A-13F7-3C88-B360-3E3F8E4180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9138"/>
            <a:ext cx="1327355" cy="1327355"/>
          </a:xfrm>
          <a:prstGeom prst="rect">
            <a:avLst/>
          </a:prstGeom>
        </p:spPr>
      </p:pic>
      <p:sp>
        <p:nvSpPr>
          <p:cNvPr id="9" name="Slide Number Placeholder 8">
            <a:extLst>
              <a:ext uri="{FF2B5EF4-FFF2-40B4-BE49-F238E27FC236}">
                <a16:creationId xmlns:a16="http://schemas.microsoft.com/office/drawing/2014/main" id="{51B1CBCE-94A8-A349-DDAA-68C9647A700C}"/>
              </a:ext>
            </a:extLst>
          </p:cNvPr>
          <p:cNvSpPr>
            <a:spLocks noGrp="1"/>
          </p:cNvSpPr>
          <p:nvPr>
            <p:ph type="sldNum" sz="quarter" idx="12"/>
          </p:nvPr>
        </p:nvSpPr>
        <p:spPr/>
        <p:txBody>
          <a:bodyPr/>
          <a:lstStyle/>
          <a:p>
            <a:fld id="{0B695B46-4EE7-40FC-A22F-57735F8531A7}" type="slidenum">
              <a:rPr lang="fr-FR" smtClean="0"/>
              <a:t>35</a:t>
            </a:fld>
            <a:endParaRPr lang="fr-FR"/>
          </a:p>
        </p:txBody>
      </p:sp>
    </p:spTree>
    <p:extLst>
      <p:ext uri="{BB962C8B-B14F-4D97-AF65-F5344CB8AC3E}">
        <p14:creationId xmlns:p14="http://schemas.microsoft.com/office/powerpoint/2010/main" val="978444193"/>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8194FDD2-5EBA-C0B4-FE81-EA79A3FD5E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4AFA56-F2AA-DA14-0100-93C21D6C5110}"/>
              </a:ext>
            </a:extLst>
          </p:cNvPr>
          <p:cNvSpPr>
            <a:spLocks noGrp="1"/>
          </p:cNvSpPr>
          <p:nvPr>
            <p:ph idx="1"/>
          </p:nvPr>
        </p:nvSpPr>
        <p:spPr>
          <a:xfrm>
            <a:off x="410818" y="1424607"/>
            <a:ext cx="10515600" cy="4621007"/>
          </a:xfrm>
        </p:spPr>
        <p:txBody>
          <a:bodyPr>
            <a:normAutofit/>
          </a:bodyPr>
          <a:lstStyle/>
          <a:p>
            <a:pPr marL="0" indent="0">
              <a:buNone/>
            </a:pPr>
            <a:r>
              <a:rPr lang="fr-FR" b="1" dirty="0"/>
              <a:t>Monitoring &amp; Analyse :</a:t>
            </a:r>
            <a:endParaRPr lang="fr-FR" dirty="0"/>
          </a:p>
          <a:p>
            <a:endParaRPr lang="fr-FR" dirty="0"/>
          </a:p>
        </p:txBody>
      </p:sp>
      <p:sp>
        <p:nvSpPr>
          <p:cNvPr id="6" name="Title 1">
            <a:extLst>
              <a:ext uri="{FF2B5EF4-FFF2-40B4-BE49-F238E27FC236}">
                <a16:creationId xmlns:a16="http://schemas.microsoft.com/office/drawing/2014/main" id="{CF360FD7-8BB8-550A-2EB5-677603E5E67A}"/>
              </a:ext>
            </a:extLst>
          </p:cNvPr>
          <p:cNvSpPr>
            <a:spLocks noGrp="1"/>
          </p:cNvSpPr>
          <p:nvPr>
            <p:ph type="title"/>
          </p:nvPr>
        </p:nvSpPr>
        <p:spPr>
          <a:xfrm>
            <a:off x="838200" y="-39138"/>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Applications</a:t>
            </a:r>
          </a:p>
        </p:txBody>
      </p:sp>
      <p:pic>
        <p:nvPicPr>
          <p:cNvPr id="9" name="Picture 8">
            <a:extLst>
              <a:ext uri="{FF2B5EF4-FFF2-40B4-BE49-F238E27FC236}">
                <a16:creationId xmlns:a16="http://schemas.microsoft.com/office/drawing/2014/main" id="{2C259812-E9BD-72DD-59A0-2A6E25CAADA7}"/>
              </a:ext>
            </a:extLst>
          </p:cNvPr>
          <p:cNvPicPr>
            <a:picLocks noChangeAspect="1"/>
          </p:cNvPicPr>
          <p:nvPr/>
        </p:nvPicPr>
        <p:blipFill>
          <a:blip r:embed="rId3"/>
          <a:stretch>
            <a:fillRect/>
          </a:stretch>
        </p:blipFill>
        <p:spPr>
          <a:xfrm>
            <a:off x="4447761" y="1494181"/>
            <a:ext cx="7713099" cy="4976193"/>
          </a:xfrm>
          <a:prstGeom prst="rect">
            <a:avLst/>
          </a:prstGeom>
        </p:spPr>
      </p:pic>
      <p:pic>
        <p:nvPicPr>
          <p:cNvPr id="11" name="Picture 10">
            <a:extLst>
              <a:ext uri="{FF2B5EF4-FFF2-40B4-BE49-F238E27FC236}">
                <a16:creationId xmlns:a16="http://schemas.microsoft.com/office/drawing/2014/main" id="{6581B003-AADA-E73F-D9EA-2F0DD947F2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6826" y="-117987"/>
            <a:ext cx="1455174" cy="1455174"/>
          </a:xfrm>
          <a:prstGeom prst="rect">
            <a:avLst/>
          </a:prstGeom>
        </p:spPr>
      </p:pic>
      <p:pic>
        <p:nvPicPr>
          <p:cNvPr id="13" name="Picture 12">
            <a:extLst>
              <a:ext uri="{FF2B5EF4-FFF2-40B4-BE49-F238E27FC236}">
                <a16:creationId xmlns:a16="http://schemas.microsoft.com/office/drawing/2014/main" id="{E9D778D2-1D10-E504-67CF-9DF5F1AA8F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8994"/>
            <a:ext cx="1337187" cy="1337187"/>
          </a:xfrm>
          <a:prstGeom prst="rect">
            <a:avLst/>
          </a:prstGeom>
        </p:spPr>
      </p:pic>
      <p:sp>
        <p:nvSpPr>
          <p:cNvPr id="14" name="Slide Number Placeholder 13">
            <a:extLst>
              <a:ext uri="{FF2B5EF4-FFF2-40B4-BE49-F238E27FC236}">
                <a16:creationId xmlns:a16="http://schemas.microsoft.com/office/drawing/2014/main" id="{8AD16BCF-3CDD-345B-5C74-7F0624BFD9AC}"/>
              </a:ext>
            </a:extLst>
          </p:cNvPr>
          <p:cNvSpPr>
            <a:spLocks noGrp="1"/>
          </p:cNvSpPr>
          <p:nvPr>
            <p:ph type="sldNum" sz="quarter" idx="12"/>
          </p:nvPr>
        </p:nvSpPr>
        <p:spPr/>
        <p:txBody>
          <a:bodyPr/>
          <a:lstStyle/>
          <a:p>
            <a:fld id="{0B695B46-4EE7-40FC-A22F-57735F8531A7}" type="slidenum">
              <a:rPr lang="fr-FR" smtClean="0"/>
              <a:t>36</a:t>
            </a:fld>
            <a:endParaRPr lang="fr-FR"/>
          </a:p>
        </p:txBody>
      </p:sp>
    </p:spTree>
    <p:extLst>
      <p:ext uri="{BB962C8B-B14F-4D97-AF65-F5344CB8AC3E}">
        <p14:creationId xmlns:p14="http://schemas.microsoft.com/office/powerpoint/2010/main" val="3797944610"/>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BFF576E2-70C5-9100-84D9-6F774BA4FA1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5D4C4B3-EDD1-AE0D-D672-C45743C216B6}"/>
              </a:ext>
            </a:extLst>
          </p:cNvPr>
          <p:cNvSpPr>
            <a:spLocks noGrp="1"/>
          </p:cNvSpPr>
          <p:nvPr>
            <p:ph type="sldNum" sz="quarter" idx="12"/>
          </p:nvPr>
        </p:nvSpPr>
        <p:spPr/>
        <p:txBody>
          <a:bodyPr/>
          <a:lstStyle/>
          <a:p>
            <a:fld id="{0B695B46-4EE7-40FC-A22F-57735F8531A7}" type="slidenum">
              <a:rPr lang="fr-FR" smtClean="0"/>
              <a:t>37</a:t>
            </a:fld>
            <a:endParaRPr lang="fr-FR"/>
          </a:p>
        </p:txBody>
      </p:sp>
      <p:sp>
        <p:nvSpPr>
          <p:cNvPr id="15" name="Content Placeholder 14">
            <a:extLst>
              <a:ext uri="{FF2B5EF4-FFF2-40B4-BE49-F238E27FC236}">
                <a16:creationId xmlns:a16="http://schemas.microsoft.com/office/drawing/2014/main" id="{CE86AA3D-164C-8BFA-F61F-1945910CD337}"/>
              </a:ext>
            </a:extLst>
          </p:cNvPr>
          <p:cNvSpPr>
            <a:spLocks noGrp="1"/>
          </p:cNvSpPr>
          <p:nvPr>
            <p:ph idx="1"/>
          </p:nvPr>
        </p:nvSpPr>
        <p:spPr/>
        <p:txBody>
          <a:bodyPr/>
          <a:lstStyle/>
          <a:p>
            <a:endParaRPr lang="fr-FR" dirty="0"/>
          </a:p>
        </p:txBody>
      </p:sp>
      <p:pic>
        <p:nvPicPr>
          <p:cNvPr id="1026" name="Picture 2" descr="Fog Computing for Smart Cities' Big Data Management and Analytics: A Review">
            <a:extLst>
              <a:ext uri="{FF2B5EF4-FFF2-40B4-BE49-F238E27FC236}">
                <a16:creationId xmlns:a16="http://schemas.microsoft.com/office/drawing/2014/main" id="{C953A514-6DF8-EDFF-C9D1-87054ABC1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10" y="136525"/>
            <a:ext cx="12192000" cy="6154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874180"/>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9926C13F-40BF-C0AC-A9E3-B6069A66A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0B9DA-C5E2-A7A8-47B6-6E9F018C6CA8}"/>
              </a:ext>
            </a:extLst>
          </p:cNvPr>
          <p:cNvSpPr>
            <a:spLocks noGrp="1"/>
          </p:cNvSpPr>
          <p:nvPr>
            <p:ph type="title"/>
          </p:nvPr>
        </p:nvSpPr>
        <p:spPr>
          <a:xfrm>
            <a:off x="1034845" y="18255"/>
            <a:ext cx="10515600" cy="1325563"/>
          </a:xfr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fr-FR" dirty="0"/>
              <a:t>CONCLUSION</a:t>
            </a:r>
          </a:p>
        </p:txBody>
      </p:sp>
      <p:sp>
        <p:nvSpPr>
          <p:cNvPr id="3" name="Content Placeholder 2">
            <a:extLst>
              <a:ext uri="{FF2B5EF4-FFF2-40B4-BE49-F238E27FC236}">
                <a16:creationId xmlns:a16="http://schemas.microsoft.com/office/drawing/2014/main" id="{BE73817D-9D49-5D52-4BCB-239ABD083516}"/>
              </a:ext>
            </a:extLst>
          </p:cNvPr>
          <p:cNvSpPr>
            <a:spLocks noGrp="1"/>
          </p:cNvSpPr>
          <p:nvPr>
            <p:ph idx="1"/>
          </p:nvPr>
        </p:nvSpPr>
        <p:spPr/>
        <p:txBody>
          <a:bodyPr>
            <a:normAutofit fontScale="85000" lnSpcReduction="10000"/>
          </a:bodyPr>
          <a:lstStyle/>
          <a:p>
            <a:pPr marL="0" indent="0">
              <a:buNone/>
            </a:pPr>
            <a:r>
              <a:rPr lang="fr-FR" dirty="0"/>
              <a:t>La combinaison du cloud </a:t>
            </a:r>
            <a:r>
              <a:rPr lang="fr-FR" dirty="0" err="1"/>
              <a:t>computing</a:t>
            </a:r>
            <a:r>
              <a:rPr lang="fr-FR" dirty="0"/>
              <a:t>, de </a:t>
            </a:r>
            <a:r>
              <a:rPr lang="fr-FR" dirty="0" err="1"/>
              <a:t>l’edge</a:t>
            </a:r>
            <a:r>
              <a:rPr lang="fr-FR" dirty="0"/>
              <a:t> et du </a:t>
            </a:r>
            <a:r>
              <a:rPr lang="fr-FR" dirty="0" err="1"/>
              <a:t>fog</a:t>
            </a:r>
            <a:r>
              <a:rPr lang="fr-FR" dirty="0"/>
              <a:t> transforme l’Internet des Objets en un système capable d’agir vite, de traiter beaucoup de données et de rester fiable dans toutes les situations. Le cloud apporte puissance et intelligence globale. </a:t>
            </a:r>
            <a:r>
              <a:rPr lang="fr-FR" dirty="0" err="1"/>
              <a:t>L’edge</a:t>
            </a:r>
            <a:r>
              <a:rPr lang="fr-FR" dirty="0"/>
              <a:t> réagit sur place avec une rapidité essentielle. Le </a:t>
            </a:r>
            <a:r>
              <a:rPr lang="fr-FR" dirty="0" err="1"/>
              <a:t>fog</a:t>
            </a:r>
            <a:r>
              <a:rPr lang="fr-FR" dirty="0"/>
              <a:t> organise le partage du traitement sur le réseau pour garder une performance constante. Ensemble, ces approches font des infrastructures IoT un véritable levier de compétitivité pour les organisations qui veulent des services connectés plus sûrs, plus efficaces et prêts à évoluer avec les besoins de demain</a:t>
            </a:r>
          </a:p>
        </p:txBody>
      </p:sp>
      <p:pic>
        <p:nvPicPr>
          <p:cNvPr id="5" name="Picture 4">
            <a:extLst>
              <a:ext uri="{FF2B5EF4-FFF2-40B4-BE49-F238E27FC236}">
                <a16:creationId xmlns:a16="http://schemas.microsoft.com/office/drawing/2014/main" id="{52A46405-365E-CBB7-094C-9C42761BE4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7328" y="-23812"/>
            <a:ext cx="1484672" cy="1484672"/>
          </a:xfrm>
          <a:prstGeom prst="rect">
            <a:avLst/>
          </a:prstGeom>
        </p:spPr>
      </p:pic>
      <p:pic>
        <p:nvPicPr>
          <p:cNvPr id="7" name="Picture 6">
            <a:extLst>
              <a:ext uri="{FF2B5EF4-FFF2-40B4-BE49-F238E27FC236}">
                <a16:creationId xmlns:a16="http://schemas.microsoft.com/office/drawing/2014/main" id="{5FD9C82C-1A5D-A1E5-2882-D6A34E6BF8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12"/>
            <a:ext cx="1484671" cy="1484671"/>
          </a:xfrm>
          <a:prstGeom prst="rect">
            <a:avLst/>
          </a:prstGeom>
        </p:spPr>
      </p:pic>
      <p:sp>
        <p:nvSpPr>
          <p:cNvPr id="8" name="Slide Number Placeholder 7">
            <a:extLst>
              <a:ext uri="{FF2B5EF4-FFF2-40B4-BE49-F238E27FC236}">
                <a16:creationId xmlns:a16="http://schemas.microsoft.com/office/drawing/2014/main" id="{A6019562-71A6-D6CA-BEED-95AFB40BA66A}"/>
              </a:ext>
            </a:extLst>
          </p:cNvPr>
          <p:cNvSpPr>
            <a:spLocks noGrp="1"/>
          </p:cNvSpPr>
          <p:nvPr>
            <p:ph type="sldNum" sz="quarter" idx="12"/>
          </p:nvPr>
        </p:nvSpPr>
        <p:spPr/>
        <p:txBody>
          <a:bodyPr/>
          <a:lstStyle/>
          <a:p>
            <a:fld id="{0B695B46-4EE7-40FC-A22F-57735F8531A7}" type="slidenum">
              <a:rPr lang="fr-FR" smtClean="0"/>
              <a:t>38</a:t>
            </a:fld>
            <a:endParaRPr lang="fr-FR"/>
          </a:p>
        </p:txBody>
      </p:sp>
    </p:spTree>
    <p:extLst>
      <p:ext uri="{BB962C8B-B14F-4D97-AF65-F5344CB8AC3E}">
        <p14:creationId xmlns:p14="http://schemas.microsoft.com/office/powerpoint/2010/main" val="990902220"/>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3B87A7-4FF7-A61A-6CB6-036020223127}"/>
              </a:ext>
            </a:extLst>
          </p:cNvPr>
          <p:cNvSpPr>
            <a:spLocks noGrp="1"/>
          </p:cNvSpPr>
          <p:nvPr>
            <p:ph type="sldNum" sz="quarter" idx="12"/>
          </p:nvPr>
        </p:nvSpPr>
        <p:spPr/>
        <p:txBody>
          <a:bodyPr/>
          <a:lstStyle/>
          <a:p>
            <a:fld id="{0B695B46-4EE7-40FC-A22F-57735F8531A7}" type="slidenum">
              <a:rPr lang="fr-FR" smtClean="0"/>
              <a:t>39</a:t>
            </a:fld>
            <a:endParaRPr lang="fr-FR"/>
          </a:p>
        </p:txBody>
      </p:sp>
    </p:spTree>
    <p:extLst>
      <p:ext uri="{BB962C8B-B14F-4D97-AF65-F5344CB8AC3E}">
        <p14:creationId xmlns:p14="http://schemas.microsoft.com/office/powerpoint/2010/main" val="3593374425"/>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17245</TotalTime>
  <Words>4363</Words>
  <Application>Microsoft Office PowerPoint</Application>
  <PresentationFormat>Widescreen</PresentationFormat>
  <Paragraphs>371</Paragraphs>
  <Slides>39</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Cambria</vt:lpstr>
      <vt:lpstr>Office Theme</vt:lpstr>
      <vt:lpstr>CLOUD -EDGE-FOG COMPUTING DANS IOT</vt:lpstr>
      <vt:lpstr>IDÉE MAÎTRESSE</vt:lpstr>
      <vt:lpstr>PLAN</vt:lpstr>
      <vt:lpstr>PowerPoint Presentation</vt:lpstr>
      <vt:lpstr>Qu’est-ce que « le cloud computing »</vt:lpstr>
      <vt:lpstr>PowerPoint Presentation</vt:lpstr>
      <vt:lpstr>Pourquoi utilisé le Cloud</vt:lpstr>
      <vt:lpstr>PowerPoint Presentation</vt:lpstr>
      <vt:lpstr>Principales caractéristiques du Cloud</vt:lpstr>
      <vt:lpstr>PowerPoint Presentation</vt:lpstr>
      <vt:lpstr>Différents types de Cloud </vt:lpstr>
      <vt:lpstr>Différents types de cloud</vt:lpstr>
      <vt:lpstr>Différents types de Cloud</vt:lpstr>
      <vt:lpstr>PowerPoint Presentation</vt:lpstr>
      <vt:lpstr>Différents Modèles de services cloud</vt:lpstr>
      <vt:lpstr>Différents Modèles de services cloud</vt:lpstr>
      <vt:lpstr>Différents Modèles de services cloud</vt:lpstr>
      <vt:lpstr>PowerPoint Presentation</vt:lpstr>
      <vt:lpstr>EDGE COMPUTING</vt:lpstr>
      <vt:lpstr>EDGE COMPUTING</vt:lpstr>
      <vt:lpstr>Fonctionnement du EDGE COMPUTING</vt:lpstr>
      <vt:lpstr>PowerPoint Presentation</vt:lpstr>
      <vt:lpstr>Avantages du EDGE COMPUTING</vt:lpstr>
      <vt:lpstr>FOG COMPUTING</vt:lpstr>
      <vt:lpstr>Comment fonctionne le FOG COMPUTING</vt:lpstr>
      <vt:lpstr>Principaux Avantages du Fog Computing</vt:lpstr>
      <vt:lpstr>PowerPoint Presentation</vt:lpstr>
      <vt:lpstr>Plateformes IOT</vt:lpstr>
      <vt:lpstr>PowerPoint Presentation</vt:lpstr>
      <vt:lpstr>PowerPoint Presentation</vt:lpstr>
      <vt:lpstr>PowerPoint Presentation</vt:lpstr>
      <vt:lpstr>PowerPoint Presentation</vt:lpstr>
      <vt:lpstr>Applications</vt:lpstr>
      <vt:lpstr>PowerPoint Presentation</vt:lpstr>
      <vt:lpstr>Applications</vt:lpstr>
      <vt:lpstr>Applications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Stephane Mekoua</dc:creator>
  <cp:lastModifiedBy>juniorenoga</cp:lastModifiedBy>
  <cp:revision>29</cp:revision>
  <dcterms:created xsi:type="dcterms:W3CDTF">2025-01-15T03:34:41Z</dcterms:created>
  <dcterms:modified xsi:type="dcterms:W3CDTF">2025-12-02T13:47:22Z</dcterms:modified>
</cp:coreProperties>
</file>